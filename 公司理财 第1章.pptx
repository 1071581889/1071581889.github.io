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2.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3.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257" r:id="rId2"/>
    <p:sldId id="264" r:id="rId3"/>
    <p:sldId id="289" r:id="rId4"/>
    <p:sldId id="290" r:id="rId5"/>
    <p:sldId id="291" r:id="rId6"/>
    <p:sldId id="293" r:id="rId7"/>
    <p:sldId id="327" r:id="rId8"/>
    <p:sldId id="295" r:id="rId9"/>
    <p:sldId id="296" r:id="rId10"/>
    <p:sldId id="297" r:id="rId11"/>
    <p:sldId id="298" r:id="rId12"/>
    <p:sldId id="299" r:id="rId13"/>
    <p:sldId id="300" r:id="rId14"/>
    <p:sldId id="301" r:id="rId15"/>
    <p:sldId id="302" r:id="rId16"/>
    <p:sldId id="303" r:id="rId17"/>
    <p:sldId id="304" r:id="rId18"/>
    <p:sldId id="305" r:id="rId19"/>
    <p:sldId id="306" r:id="rId20"/>
    <p:sldId id="358" r:id="rId21"/>
    <p:sldId id="308" r:id="rId22"/>
    <p:sldId id="310" r:id="rId23"/>
    <p:sldId id="311" r:id="rId24"/>
    <p:sldId id="312" r:id="rId25"/>
    <p:sldId id="313" r:id="rId26"/>
    <p:sldId id="314" r:id="rId27"/>
    <p:sldId id="315" r:id="rId28"/>
    <p:sldId id="316" r:id="rId29"/>
    <p:sldId id="318" r:id="rId30"/>
    <p:sldId id="319" r:id="rId31"/>
    <p:sldId id="360" r:id="rId32"/>
    <p:sldId id="321" r:id="rId33"/>
    <p:sldId id="322" r:id="rId34"/>
    <p:sldId id="361" r:id="rId35"/>
    <p:sldId id="324" r:id="rId36"/>
    <p:sldId id="325" r:id="rId37"/>
    <p:sldId id="283" r:id="rId38"/>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1" userDrawn="1">
          <p15:clr>
            <a:srgbClr val="A4A3A4"/>
          </p15:clr>
        </p15:guide>
        <p15:guide id="2" pos="3694" userDrawn="1">
          <p15:clr>
            <a:srgbClr val="A4A3A4"/>
          </p15:clr>
        </p15:guide>
        <p15:guide id="3" pos="306" userDrawn="1">
          <p15:clr>
            <a:srgbClr val="A4A3A4"/>
          </p15:clr>
        </p15:guide>
        <p15:guide id="4" pos="73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邓jia" initials="邓"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0EAF3"/>
    <a:srgbClr val="AEF8F9"/>
    <a:srgbClr val="174555"/>
    <a:srgbClr val="2D8AA9"/>
    <a:srgbClr val="EC7500"/>
    <a:srgbClr val="FF860F"/>
    <a:srgbClr val="FFA341"/>
    <a:srgbClr val="FFB533"/>
    <a:srgbClr val="276F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12" autoAdjust="0"/>
    <p:restoredTop sz="86740" autoAdjust="0"/>
  </p:normalViewPr>
  <p:slideViewPr>
    <p:cSldViewPr snapToGrid="0" showGuides="1">
      <p:cViewPr varScale="1">
        <p:scale>
          <a:sx n="80" d="100"/>
          <a:sy n="80" d="100"/>
        </p:scale>
        <p:origin x="417" y="42"/>
      </p:cViewPr>
      <p:guideLst>
        <p:guide orient="horz" pos="2281"/>
        <p:guide pos="3694"/>
        <p:guide pos="306"/>
        <p:guide pos="73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2024/7/23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218731D2-8053-469F-B273-71812C1383CA}" type="datetimeFigureOut">
              <a:rPr lang="zh-CN" altLang="en-US" smtClean="0"/>
              <a:t>2024/7/23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F62FE08F-CDA1-4EF0-A59F-0F39120663BE}"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89B787A-B500-4833-8039-781508ED33F9}"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rPr>
              <a:t>1</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2FE08F-CDA1-4EF0-A59F-0F39120663BE}" type="slidenum">
              <a:rPr lang="zh-CN" altLang="en-US" smtClean="0"/>
              <a:t>2</a:t>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29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b="0" dirty="0">
                <a:ea typeface="宋体" panose="02010600030101010101" pitchFamily="2" charset="-122"/>
              </a:rPr>
              <a:t>20</a:t>
            </a:fld>
            <a:endParaRPr lang="en-US" altLang="zh-CN" sz="1200" b="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Master" Target="../slideMasters/slideMaster1.xml"/><Relationship Id="rId4"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5804359" y="29669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72244" y="367180"/>
              <a:ext cx="1307805"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1.1.2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企业财务关系</a:t>
              </a:r>
            </a:p>
          </p:txBody>
        </p:sp>
      </p:grpSp>
      <p:grpSp>
        <p:nvGrpSpPr>
          <p:cNvPr id="37" name="组合 36"/>
          <p:cNvGrpSpPr/>
          <p:nvPr userDrawn="1"/>
        </p:nvGrpSpPr>
        <p:grpSpPr>
          <a:xfrm>
            <a:off x="8490900" y="276370"/>
            <a:ext cx="2574590"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24566" y="367180"/>
              <a:ext cx="1444162" cy="24844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1.1.3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企业财务管理特点</a:t>
              </a:r>
            </a:p>
          </p:txBody>
        </p:sp>
      </p:grpSp>
      <p:grpSp>
        <p:nvGrpSpPr>
          <p:cNvPr id="39" name="组合 38"/>
          <p:cNvGrpSpPr/>
          <p:nvPr userDrawn="1"/>
        </p:nvGrpSpPr>
        <p:grpSpPr>
          <a:xfrm>
            <a:off x="2936183" y="285578"/>
            <a:ext cx="2690244"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777"/>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1.1.1</a:t>
              </a:r>
              <a:r>
                <a:rPr lang="zh-CN" altLang="en-US" sz="2000" b="1" dirty="0">
                  <a:solidFill>
                    <a:srgbClr val="031333"/>
                  </a:solidFill>
                  <a:latin typeface="微软雅黑" panose="020B0503020204020204" charset="-122"/>
                  <a:ea typeface="微软雅黑" panose="020B0503020204020204" charset="-122"/>
                </a:rPr>
                <a:t>企业财务活动</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5394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财务管理概念</a:t>
            </a:r>
            <a:endParaRPr kumimoji="0" lang="zh-CN" altLang="en-US" sz="2400" b="1" i="0" u="none" strike="noStrike" kern="1200" cap="none" spc="0" normalizeH="0" baseline="0" dirty="0">
              <a:ln>
                <a:noFill/>
              </a:ln>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868119" y="27637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033927" y="367180"/>
              <a:ext cx="1184439"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1.1.1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企业财务活动</a:t>
              </a:r>
            </a:p>
          </p:txBody>
        </p:sp>
      </p:grpSp>
      <p:grpSp>
        <p:nvGrpSpPr>
          <p:cNvPr id="37" name="组合 36"/>
          <p:cNvGrpSpPr/>
          <p:nvPr userDrawn="1"/>
        </p:nvGrpSpPr>
        <p:grpSpPr>
          <a:xfrm>
            <a:off x="8490900" y="276370"/>
            <a:ext cx="2574590"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24566" y="367180"/>
              <a:ext cx="1444162" cy="24844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1.1.3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企业财务管理特点</a:t>
              </a:r>
            </a:p>
          </p:txBody>
        </p:sp>
      </p:grpSp>
      <p:grpSp>
        <p:nvGrpSpPr>
          <p:cNvPr id="39" name="组合 38"/>
          <p:cNvGrpSpPr/>
          <p:nvPr userDrawn="1"/>
        </p:nvGrpSpPr>
        <p:grpSpPr>
          <a:xfrm>
            <a:off x="5629218" y="298278"/>
            <a:ext cx="2690244"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1.1.2</a:t>
              </a:r>
              <a:r>
                <a:rPr lang="zh-CN" altLang="en-US" sz="2000" b="1" dirty="0">
                  <a:solidFill>
                    <a:srgbClr val="031333"/>
                  </a:solidFill>
                  <a:latin typeface="微软雅黑" panose="020B0503020204020204" charset="-122"/>
                  <a:ea typeface="微软雅黑" panose="020B0503020204020204" charset="-122"/>
                </a:rPr>
                <a:t>企业财务关系</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5394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财务管理概念</a:t>
            </a:r>
            <a:endParaRPr kumimoji="0" lang="zh-CN" altLang="en-US" sz="2400" b="1" i="0" u="none" strike="noStrike" kern="1200" cap="none" spc="0" normalizeH="0" baseline="0" dirty="0">
              <a:ln>
                <a:noFill/>
              </a:ln>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5648784" y="27637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72244" y="367180"/>
              <a:ext cx="1307805"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1.1.2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企业财务关系</a:t>
              </a:r>
            </a:p>
          </p:txBody>
        </p:sp>
      </p:grpSp>
      <p:grpSp>
        <p:nvGrpSpPr>
          <p:cNvPr id="39" name="组合 38"/>
          <p:cNvGrpSpPr/>
          <p:nvPr userDrawn="1"/>
        </p:nvGrpSpPr>
        <p:grpSpPr>
          <a:xfrm>
            <a:off x="8428990" y="276225"/>
            <a:ext cx="2868930" cy="424815"/>
            <a:chOff x="2936183" y="285578"/>
            <a:chExt cx="1773127" cy="424815"/>
          </a:xfrm>
        </p:grpSpPr>
        <p:sp>
          <p:nvSpPr>
            <p:cNvPr id="26" name="任意多边形: 形状 25"/>
            <p:cNvSpPr/>
            <p:nvPr/>
          </p:nvSpPr>
          <p:spPr>
            <a:xfrm>
              <a:off x="2936183" y="285578"/>
              <a:ext cx="1773127"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75821" y="343363"/>
              <a:ext cx="1666771"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1.1.3</a:t>
              </a:r>
              <a:r>
                <a:rPr lang="zh-CN" altLang="en-US" sz="2000" b="1" dirty="0">
                  <a:solidFill>
                    <a:srgbClr val="031333"/>
                  </a:solidFill>
                  <a:latin typeface="微软雅黑" panose="020B0503020204020204" charset="-122"/>
                  <a:ea typeface="微软雅黑" panose="020B0503020204020204" charset="-122"/>
                </a:rPr>
                <a:t>企业财务管理特点</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5394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财务管理概念</a:t>
            </a:r>
            <a:endParaRPr kumimoji="0" lang="zh-CN" altLang="en-US" sz="2400" b="1" i="0" u="none" strike="noStrike" kern="1200" cap="none" spc="0" normalizeH="0" baseline="0" dirty="0">
              <a:ln>
                <a:noFill/>
              </a:ln>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endParaRPr>
          </a:p>
        </p:txBody>
      </p:sp>
      <p:grpSp>
        <p:nvGrpSpPr>
          <p:cNvPr id="4" name="组合 3"/>
          <p:cNvGrpSpPr/>
          <p:nvPr userDrawn="1"/>
        </p:nvGrpSpPr>
        <p:grpSpPr>
          <a:xfrm>
            <a:off x="2868119" y="276370"/>
            <a:ext cx="2543212" cy="402590"/>
            <a:chOff x="4808819" y="296690"/>
            <a:chExt cx="1634648" cy="402590"/>
          </a:xfrm>
        </p:grpSpPr>
        <p:sp>
          <p:nvSpPr>
            <p:cNvPr id="5"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6" name="文本框 46"/>
            <p:cNvSpPr txBox="1"/>
            <p:nvPr/>
          </p:nvSpPr>
          <p:spPr>
            <a:xfrm>
              <a:off x="5033927" y="367180"/>
              <a:ext cx="1184439"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1.1.1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企业财务活动</a:t>
              </a: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7" name="组合 36"/>
          <p:cNvGrpSpPr/>
          <p:nvPr userDrawn="1"/>
        </p:nvGrpSpPr>
        <p:grpSpPr>
          <a:xfrm>
            <a:off x="6630035" y="300355"/>
            <a:ext cx="4036060" cy="422910"/>
            <a:chOff x="6539309" y="296690"/>
            <a:chExt cx="1814676"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539309" y="367180"/>
              <a:ext cx="1814676"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1.2.2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财务管理目标与利益冲突</a:t>
              </a:r>
            </a:p>
          </p:txBody>
        </p:sp>
      </p:grpSp>
      <p:grpSp>
        <p:nvGrpSpPr>
          <p:cNvPr id="39" name="组合 38"/>
          <p:cNvGrpSpPr/>
          <p:nvPr userDrawn="1"/>
        </p:nvGrpSpPr>
        <p:grpSpPr>
          <a:xfrm>
            <a:off x="2936240" y="285750"/>
            <a:ext cx="3693198"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362" y="343363"/>
              <a:ext cx="1537312"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1.2.1</a:t>
              </a:r>
              <a:r>
                <a:rPr lang="zh-CN" altLang="en-US" sz="2000" b="1" dirty="0">
                  <a:solidFill>
                    <a:srgbClr val="031333"/>
                  </a:solidFill>
                  <a:latin typeface="微软雅黑" panose="020B0503020204020204" charset="-122"/>
                  <a:ea typeface="微软雅黑" panose="020B0503020204020204" charset="-122"/>
                </a:rPr>
                <a:t>财务管理的目标概述</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4" name="文本框 3"/>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1.2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财务管理目标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7" name="组合 36"/>
          <p:cNvGrpSpPr/>
          <p:nvPr userDrawn="1"/>
        </p:nvGrpSpPr>
        <p:grpSpPr>
          <a:xfrm>
            <a:off x="2844165" y="298450"/>
            <a:ext cx="3971925" cy="422910"/>
            <a:chOff x="6539309" y="296690"/>
            <a:chExt cx="1814676"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539309" y="367180"/>
              <a:ext cx="1814676"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1.2.1财务管理的目标概述</a:t>
              </a:r>
            </a:p>
          </p:txBody>
        </p:sp>
      </p:grpSp>
      <p:grpSp>
        <p:nvGrpSpPr>
          <p:cNvPr id="39" name="组合 38"/>
          <p:cNvGrpSpPr/>
          <p:nvPr userDrawn="1"/>
        </p:nvGrpSpPr>
        <p:grpSpPr>
          <a:xfrm>
            <a:off x="6918325" y="298450"/>
            <a:ext cx="397510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66" y="343363"/>
              <a:ext cx="1550546"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1.2.2</a:t>
              </a:r>
              <a:r>
                <a:rPr lang="zh-CN" altLang="en-US" sz="2000" b="1" dirty="0">
                  <a:solidFill>
                    <a:srgbClr val="031333"/>
                  </a:solidFill>
                  <a:latin typeface="微软雅黑" panose="020B0503020204020204" charset="-122"/>
                  <a:ea typeface="微软雅黑" panose="020B0503020204020204" charset="-122"/>
                </a:rPr>
                <a:t>财务管理目标与利益冲突</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4" name="文本框 3"/>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1.2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财务管理目标</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5804359" y="29669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172696" y="367180"/>
              <a:ext cx="906900"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财务经理</a:t>
              </a:r>
            </a:p>
          </p:txBody>
        </p:sp>
      </p:grpSp>
      <p:grpSp>
        <p:nvGrpSpPr>
          <p:cNvPr id="37" name="组合 36"/>
          <p:cNvGrpSpPr/>
          <p:nvPr userDrawn="1"/>
        </p:nvGrpSpPr>
        <p:grpSpPr>
          <a:xfrm>
            <a:off x="8490900" y="276370"/>
            <a:ext cx="2574590"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861644" y="367180"/>
              <a:ext cx="1170005" cy="24844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财务职业生涯</a:t>
              </a:r>
            </a:p>
          </p:txBody>
        </p:sp>
      </p:grpSp>
      <p:grpSp>
        <p:nvGrpSpPr>
          <p:cNvPr id="39" name="组合 38"/>
          <p:cNvGrpSpPr/>
          <p:nvPr userDrawn="1"/>
        </p:nvGrpSpPr>
        <p:grpSpPr>
          <a:xfrm>
            <a:off x="2936183" y="285578"/>
            <a:ext cx="2690244"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1.3.1</a:t>
              </a:r>
              <a:r>
                <a:rPr lang="zh-CN" altLang="en-US" sz="2000" b="1" dirty="0">
                  <a:solidFill>
                    <a:srgbClr val="031333"/>
                  </a:solidFill>
                  <a:latin typeface="微软雅黑" panose="020B0503020204020204" charset="-122"/>
                  <a:ea typeface="微软雅黑" panose="020B0503020204020204" charset="-122"/>
                </a:rPr>
                <a:t>企业组织形式</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4" name="文本框 3"/>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1.3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企业组织形式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868119" y="27637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033927" y="367180"/>
              <a:ext cx="1184439"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1.3.1</a:t>
              </a: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 </a:t>
              </a: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企业组织形式</a:t>
              </a:r>
            </a:p>
          </p:txBody>
        </p:sp>
      </p:grpSp>
      <p:grpSp>
        <p:nvGrpSpPr>
          <p:cNvPr id="37" name="组合 36"/>
          <p:cNvGrpSpPr/>
          <p:nvPr userDrawn="1"/>
        </p:nvGrpSpPr>
        <p:grpSpPr>
          <a:xfrm>
            <a:off x="8490900" y="276370"/>
            <a:ext cx="2574590"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861645" y="367180"/>
              <a:ext cx="1170005" cy="24844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700" noProof="0" dirty="0">
                  <a:ln>
                    <a:noFill/>
                  </a:ln>
                  <a:solidFill>
                    <a:schemeClr val="bg1">
                      <a:alpha val="70000"/>
                    </a:schemeClr>
                  </a:solidFill>
                  <a:effectLst/>
                  <a:uLnTx/>
                  <a:uFillTx/>
                  <a:latin typeface="微软雅黑" panose="020B0503020204020204" charset="-122"/>
                  <a:ea typeface="微软雅黑" panose="020B0503020204020204" charset="-122"/>
                  <a:sym typeface="+mn-ea"/>
                </a:rPr>
                <a:t>1.3.3 </a:t>
              </a:r>
              <a:r>
                <a:rPr lang="zh-CN" altLang="en-US" sz="1700" noProof="0" dirty="0">
                  <a:ln>
                    <a:noFill/>
                  </a:ln>
                  <a:solidFill>
                    <a:schemeClr val="bg1">
                      <a:alpha val="70000"/>
                    </a:schemeClr>
                  </a:solidFill>
                  <a:effectLst/>
                  <a:uLnTx/>
                  <a:uFillTx/>
                  <a:latin typeface="微软雅黑" panose="020B0503020204020204" charset="-122"/>
                  <a:ea typeface="微软雅黑" panose="020B0503020204020204" charset="-122"/>
                  <a:sym typeface="+mn-ea"/>
                </a:rPr>
                <a:t>财务职业生涯</a:t>
              </a:r>
              <a:endPar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endParaRPr>
            </a:p>
          </p:txBody>
        </p:sp>
      </p:grpSp>
      <p:grpSp>
        <p:nvGrpSpPr>
          <p:cNvPr id="39" name="组合 38"/>
          <p:cNvGrpSpPr/>
          <p:nvPr userDrawn="1"/>
        </p:nvGrpSpPr>
        <p:grpSpPr>
          <a:xfrm>
            <a:off x="5629218" y="298278"/>
            <a:ext cx="2690244"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2000" b="1" dirty="0">
                  <a:solidFill>
                    <a:srgbClr val="031333"/>
                  </a:solidFill>
                  <a:latin typeface="微软雅黑" panose="020B0503020204020204" charset="-122"/>
                  <a:ea typeface="微软雅黑" panose="020B0503020204020204" charset="-122"/>
                </a:rPr>
                <a:t>1.3.2 财务经理</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3" name="文本框 22"/>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1.3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企业组织形式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5648784" y="27637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172696" y="367180"/>
              <a:ext cx="906900"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1.3.2 财务经理</a:t>
              </a:r>
            </a:p>
          </p:txBody>
        </p:sp>
      </p:grpSp>
      <p:grpSp>
        <p:nvGrpSpPr>
          <p:cNvPr id="39" name="组合 38"/>
          <p:cNvGrpSpPr/>
          <p:nvPr userDrawn="1"/>
        </p:nvGrpSpPr>
        <p:grpSpPr>
          <a:xfrm>
            <a:off x="8428933" y="276053"/>
            <a:ext cx="2690244"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2000" b="1" dirty="0">
                  <a:solidFill>
                    <a:srgbClr val="031333"/>
                  </a:solidFill>
                  <a:latin typeface="微软雅黑" panose="020B0503020204020204" charset="-122"/>
                  <a:ea typeface="微软雅黑" panose="020B0503020204020204" charset="-122"/>
                </a:rPr>
                <a:t>1.3.3 财务职业生涯</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5" name="任意多边形: 形状 16"/>
          <p:cNvSpPr/>
          <p:nvPr userDrawn="1"/>
        </p:nvSpPr>
        <p:spPr>
          <a:xfrm>
            <a:off x="2868295" y="276225"/>
            <a:ext cx="2543175"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 name="文本框 46"/>
          <p:cNvSpPr txBox="1"/>
          <p:nvPr userDrawn="1"/>
        </p:nvSpPr>
        <p:spPr>
          <a:xfrm>
            <a:off x="3218346" y="346860"/>
            <a:ext cx="1842770"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1.3.1</a:t>
            </a: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 </a:t>
            </a: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企业组织形式</a:t>
            </a:r>
          </a:p>
        </p:txBody>
      </p:sp>
      <p:sp>
        <p:nvSpPr>
          <p:cNvPr id="4" name="文本框 3"/>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1.3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企业组织形式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5181600" y="276225"/>
            <a:ext cx="2017395"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24310" y="367175"/>
              <a:ext cx="1378198"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法律环境</a:t>
              </a:r>
            </a:p>
          </p:txBody>
        </p:sp>
      </p:grpSp>
      <p:grpSp>
        <p:nvGrpSpPr>
          <p:cNvPr id="37" name="组合 36"/>
          <p:cNvGrpSpPr/>
          <p:nvPr userDrawn="1"/>
        </p:nvGrpSpPr>
        <p:grpSpPr>
          <a:xfrm>
            <a:off x="7319010" y="255905"/>
            <a:ext cx="204279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00669" y="367415"/>
              <a:ext cx="1507152"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金融市场环境</a:t>
              </a:r>
            </a:p>
          </p:txBody>
        </p:sp>
      </p:grpSp>
      <p:grpSp>
        <p:nvGrpSpPr>
          <p:cNvPr id="39" name="组合 38"/>
          <p:cNvGrpSpPr/>
          <p:nvPr userDrawn="1"/>
        </p:nvGrpSpPr>
        <p:grpSpPr>
          <a:xfrm>
            <a:off x="2936240" y="285750"/>
            <a:ext cx="213487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1.4.1</a:t>
              </a:r>
              <a:r>
                <a:rPr lang="zh-CN" altLang="en-US" sz="2000" b="1" dirty="0">
                  <a:solidFill>
                    <a:srgbClr val="031333"/>
                  </a:solidFill>
                  <a:latin typeface="微软雅黑" panose="020B0503020204020204" charset="-122"/>
                  <a:ea typeface="微软雅黑" panose="020B0503020204020204" charset="-122"/>
                </a:rPr>
                <a:t>经济环境</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1.4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财务管理环境</a:t>
            </a:r>
          </a:p>
        </p:txBody>
      </p:sp>
      <p:grpSp>
        <p:nvGrpSpPr>
          <p:cNvPr id="3" name="组合 2"/>
          <p:cNvGrpSpPr/>
          <p:nvPr userDrawn="1"/>
        </p:nvGrpSpPr>
        <p:grpSpPr>
          <a:xfrm>
            <a:off x="9481820" y="255905"/>
            <a:ext cx="2042795" cy="422910"/>
            <a:chOff x="6629318" y="296690"/>
            <a:chExt cx="1634649" cy="402590"/>
          </a:xfrm>
        </p:grpSpPr>
        <p:sp>
          <p:nvSpPr>
            <p:cNvPr id="4"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699440" y="367415"/>
              <a:ext cx="1485259"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1.4.4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社会文化环境</a:t>
              </a: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3024505" y="255905"/>
            <a:ext cx="2017395"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24310" y="367175"/>
              <a:ext cx="1378198"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1.4.1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经济环境</a:t>
              </a:r>
            </a:p>
          </p:txBody>
        </p:sp>
      </p:grpSp>
      <p:grpSp>
        <p:nvGrpSpPr>
          <p:cNvPr id="37" name="组合 36"/>
          <p:cNvGrpSpPr/>
          <p:nvPr userDrawn="1"/>
        </p:nvGrpSpPr>
        <p:grpSpPr>
          <a:xfrm>
            <a:off x="7319010" y="255905"/>
            <a:ext cx="204279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00669" y="367415"/>
              <a:ext cx="1507152"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金融市场环境</a:t>
              </a:r>
            </a:p>
          </p:txBody>
        </p:sp>
      </p:grpSp>
      <p:grpSp>
        <p:nvGrpSpPr>
          <p:cNvPr id="39" name="组合 38"/>
          <p:cNvGrpSpPr/>
          <p:nvPr userDrawn="1"/>
        </p:nvGrpSpPr>
        <p:grpSpPr>
          <a:xfrm>
            <a:off x="5113020" y="254000"/>
            <a:ext cx="213487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1.4.2</a:t>
              </a:r>
              <a:r>
                <a:rPr lang="zh-CN" altLang="en-US" sz="2000" b="1" dirty="0">
                  <a:solidFill>
                    <a:srgbClr val="031333"/>
                  </a:solidFill>
                  <a:latin typeface="微软雅黑" panose="020B0503020204020204" charset="-122"/>
                  <a:ea typeface="微软雅黑" panose="020B0503020204020204" charset="-122"/>
                </a:rPr>
                <a:t>法律环境</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1.4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财务管理环境</a:t>
            </a:r>
          </a:p>
        </p:txBody>
      </p:sp>
      <p:grpSp>
        <p:nvGrpSpPr>
          <p:cNvPr id="3" name="组合 2"/>
          <p:cNvGrpSpPr/>
          <p:nvPr userDrawn="1"/>
        </p:nvGrpSpPr>
        <p:grpSpPr>
          <a:xfrm>
            <a:off x="9481820" y="255905"/>
            <a:ext cx="2042795" cy="422910"/>
            <a:chOff x="6629318" y="296690"/>
            <a:chExt cx="1634649" cy="402590"/>
          </a:xfrm>
        </p:grpSpPr>
        <p:sp>
          <p:nvSpPr>
            <p:cNvPr id="4"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699440" y="367415"/>
              <a:ext cx="1485259"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1.4.4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社会文化环境</a:t>
              </a: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3024505" y="255905"/>
            <a:ext cx="2017395"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24310" y="367175"/>
              <a:ext cx="1378198"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1.4.1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经济环境</a:t>
              </a:r>
            </a:p>
          </p:txBody>
        </p:sp>
      </p:grpSp>
      <p:grpSp>
        <p:nvGrpSpPr>
          <p:cNvPr id="37" name="组合 36"/>
          <p:cNvGrpSpPr/>
          <p:nvPr userDrawn="1"/>
        </p:nvGrpSpPr>
        <p:grpSpPr>
          <a:xfrm>
            <a:off x="5092700" y="235585"/>
            <a:ext cx="196151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00669" y="367415"/>
              <a:ext cx="1507152"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法律环境</a:t>
              </a:r>
            </a:p>
          </p:txBody>
        </p:sp>
      </p:grpSp>
      <p:grpSp>
        <p:nvGrpSpPr>
          <p:cNvPr id="39" name="组合 38"/>
          <p:cNvGrpSpPr/>
          <p:nvPr userDrawn="1"/>
        </p:nvGrpSpPr>
        <p:grpSpPr>
          <a:xfrm>
            <a:off x="7123430" y="254000"/>
            <a:ext cx="2317115"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83367" y="343363"/>
              <a:ext cx="162172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1.4.3</a:t>
              </a:r>
              <a:r>
                <a:rPr lang="zh-CN" altLang="en-US" sz="2000" b="1" dirty="0">
                  <a:solidFill>
                    <a:srgbClr val="031333"/>
                  </a:solidFill>
                  <a:latin typeface="微软雅黑" panose="020B0503020204020204" charset="-122"/>
                  <a:ea typeface="微软雅黑" panose="020B0503020204020204" charset="-122"/>
                </a:rPr>
                <a:t>金融市场环境</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1.4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财务管理环境</a:t>
            </a:r>
          </a:p>
        </p:txBody>
      </p:sp>
      <p:grpSp>
        <p:nvGrpSpPr>
          <p:cNvPr id="3" name="组合 2"/>
          <p:cNvGrpSpPr/>
          <p:nvPr userDrawn="1"/>
        </p:nvGrpSpPr>
        <p:grpSpPr>
          <a:xfrm>
            <a:off x="9481820" y="255905"/>
            <a:ext cx="2042795" cy="422910"/>
            <a:chOff x="6629318" y="296690"/>
            <a:chExt cx="1634649" cy="402590"/>
          </a:xfrm>
        </p:grpSpPr>
        <p:sp>
          <p:nvSpPr>
            <p:cNvPr id="4"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699440" y="367415"/>
              <a:ext cx="1485259"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1.4.4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社会文化环境</a:t>
              </a: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3024505" y="255905"/>
            <a:ext cx="2017395"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24310" y="367175"/>
              <a:ext cx="1378198"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1.4.1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经济环境</a:t>
              </a:r>
            </a:p>
          </p:txBody>
        </p:sp>
      </p:grpSp>
      <p:grpSp>
        <p:nvGrpSpPr>
          <p:cNvPr id="37" name="组合 36"/>
          <p:cNvGrpSpPr/>
          <p:nvPr userDrawn="1"/>
        </p:nvGrpSpPr>
        <p:grpSpPr>
          <a:xfrm>
            <a:off x="5092700" y="235585"/>
            <a:ext cx="196151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00669" y="367415"/>
              <a:ext cx="1507152"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法律环境</a:t>
              </a:r>
            </a:p>
          </p:txBody>
        </p:sp>
      </p:grpSp>
      <p:grpSp>
        <p:nvGrpSpPr>
          <p:cNvPr id="39" name="组合 38"/>
          <p:cNvGrpSpPr/>
          <p:nvPr userDrawn="1"/>
        </p:nvGrpSpPr>
        <p:grpSpPr>
          <a:xfrm>
            <a:off x="9224010" y="255905"/>
            <a:ext cx="2317115"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83367" y="343363"/>
              <a:ext cx="162172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1.4.4</a:t>
              </a:r>
              <a:r>
                <a:rPr lang="zh-CN" altLang="en-US" sz="2000" b="1" dirty="0">
                  <a:solidFill>
                    <a:srgbClr val="031333"/>
                  </a:solidFill>
                  <a:latin typeface="微软雅黑" panose="020B0503020204020204" charset="-122"/>
                  <a:ea typeface="微软雅黑" panose="020B0503020204020204" charset="-122"/>
                </a:rPr>
                <a:t>社会文化环境</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1.4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财务管理环境</a:t>
            </a:r>
          </a:p>
        </p:txBody>
      </p:sp>
      <p:grpSp>
        <p:nvGrpSpPr>
          <p:cNvPr id="3" name="组合 2"/>
          <p:cNvGrpSpPr/>
          <p:nvPr userDrawn="1"/>
        </p:nvGrpSpPr>
        <p:grpSpPr>
          <a:xfrm>
            <a:off x="7123430" y="255905"/>
            <a:ext cx="2042795" cy="422910"/>
            <a:chOff x="6629318" y="296690"/>
            <a:chExt cx="1634649" cy="402590"/>
          </a:xfrm>
        </p:grpSpPr>
        <p:sp>
          <p:nvSpPr>
            <p:cNvPr id="4"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699440" y="367415"/>
              <a:ext cx="1485259"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1.4.3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金融市场环境</a:t>
              </a: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4287520" y="294640"/>
            <a:ext cx="2202180"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870566" y="367175"/>
              <a:ext cx="1485229"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2.1.2现金流量时间线</a:t>
              </a:r>
            </a:p>
          </p:txBody>
        </p:sp>
      </p:grpSp>
      <p:grpSp>
        <p:nvGrpSpPr>
          <p:cNvPr id="37" name="组合 36"/>
          <p:cNvGrpSpPr/>
          <p:nvPr userDrawn="1"/>
        </p:nvGrpSpPr>
        <p:grpSpPr>
          <a:xfrm>
            <a:off x="6480175" y="296545"/>
            <a:ext cx="1895475" cy="402590"/>
            <a:chOff x="6625589" y="296690"/>
            <a:chExt cx="1642110"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25589"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2.1.3复利终值和现值</a:t>
              </a:r>
            </a:p>
          </p:txBody>
        </p:sp>
      </p:grpSp>
      <p:grpSp>
        <p:nvGrpSpPr>
          <p:cNvPr id="36" name="组合 35"/>
          <p:cNvGrpSpPr/>
          <p:nvPr userDrawn="1"/>
        </p:nvGrpSpPr>
        <p:grpSpPr>
          <a:xfrm>
            <a:off x="8420100" y="296545"/>
            <a:ext cx="1993900" cy="402590"/>
            <a:chOff x="8438172" y="296690"/>
            <a:chExt cx="1642110"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438172"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2.1.4年金终值和现值</a:t>
              </a:r>
            </a:p>
          </p:txBody>
        </p:sp>
      </p:grpSp>
      <p:grpSp>
        <p:nvGrpSpPr>
          <p:cNvPr id="39" name="组合 38"/>
          <p:cNvGrpSpPr/>
          <p:nvPr userDrawn="1"/>
        </p:nvGrpSpPr>
        <p:grpSpPr>
          <a:xfrm>
            <a:off x="2822575" y="298450"/>
            <a:ext cx="1336675" cy="424815"/>
            <a:chOff x="2917768" y="285578"/>
            <a:chExt cx="1740175"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17768" y="343363"/>
              <a:ext cx="1738630" cy="24574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031333"/>
                  </a:solidFill>
                  <a:latin typeface="微软雅黑" panose="020B0503020204020204" charset="-122"/>
                  <a:ea typeface="微软雅黑" panose="020B0503020204020204" charset="-122"/>
                </a:rPr>
                <a:t>2.1.1</a:t>
              </a:r>
              <a:r>
                <a:rPr lang="zh-CN" altLang="en-US" sz="1600" b="1" dirty="0">
                  <a:solidFill>
                    <a:srgbClr val="031333"/>
                  </a:solidFill>
                  <a:latin typeface="微软雅黑" panose="020B0503020204020204" charset="-122"/>
                  <a:ea typeface="微软雅黑" panose="020B0503020204020204" charset="-122"/>
                </a:rPr>
                <a:t>概念</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10423525" y="296545"/>
            <a:ext cx="1669415" cy="549915"/>
            <a:chOff x="10227421" y="296690"/>
            <a:chExt cx="1634649" cy="549915"/>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10384" y="354480"/>
              <a:ext cx="1268730" cy="49212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2.1.5计算问题</a:t>
              </a:r>
            </a:p>
          </p:txBody>
        </p:sp>
      </p:grpSp>
      <p:sp>
        <p:nvSpPr>
          <p:cNvPr id="2" name="文本框 1"/>
          <p:cNvSpPr txBox="1"/>
          <p:nvPr userDrawn="1"/>
        </p:nvSpPr>
        <p:spPr>
          <a:xfrm>
            <a:off x="603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货币时间价值</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240" y="296545"/>
            <a:ext cx="1303020"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018328" y="367175"/>
              <a:ext cx="1274579"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6480175" y="296545"/>
            <a:ext cx="1895475" cy="402590"/>
            <a:chOff x="6625589" y="296690"/>
            <a:chExt cx="1642110"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25589"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2.1.3复利终值和现值</a:t>
              </a:r>
            </a:p>
          </p:txBody>
        </p:sp>
      </p:grpSp>
      <p:grpSp>
        <p:nvGrpSpPr>
          <p:cNvPr id="36" name="组合 35"/>
          <p:cNvGrpSpPr/>
          <p:nvPr userDrawn="1"/>
        </p:nvGrpSpPr>
        <p:grpSpPr>
          <a:xfrm>
            <a:off x="8420100" y="296545"/>
            <a:ext cx="1993900" cy="402590"/>
            <a:chOff x="8438172" y="296690"/>
            <a:chExt cx="1642110"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438172"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2.1.4年金终值和现值</a:t>
              </a:r>
            </a:p>
          </p:txBody>
        </p:sp>
      </p:grpSp>
      <p:grpSp>
        <p:nvGrpSpPr>
          <p:cNvPr id="39" name="组合 38"/>
          <p:cNvGrpSpPr/>
          <p:nvPr userDrawn="1"/>
        </p:nvGrpSpPr>
        <p:grpSpPr>
          <a:xfrm>
            <a:off x="4307840" y="296545"/>
            <a:ext cx="2079625" cy="424815"/>
            <a:chOff x="2917768" y="285578"/>
            <a:chExt cx="1740175"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17768" y="343363"/>
              <a:ext cx="1738630" cy="24574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031333"/>
                  </a:solidFill>
                  <a:latin typeface="微软雅黑" panose="020B0503020204020204" charset="-122"/>
                  <a:ea typeface="微软雅黑" panose="020B0503020204020204" charset="-122"/>
                </a:rPr>
                <a:t>2.1.2现金流量时间线</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10423525" y="296545"/>
            <a:ext cx="1669415" cy="549915"/>
            <a:chOff x="10227421" y="296690"/>
            <a:chExt cx="1634649" cy="549915"/>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10384" y="354480"/>
              <a:ext cx="1268730" cy="49212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2.1.5计算问题</a:t>
              </a:r>
            </a:p>
          </p:txBody>
        </p:sp>
      </p:grpSp>
      <p:sp>
        <p:nvSpPr>
          <p:cNvPr id="2" name="文本框 1"/>
          <p:cNvSpPr txBox="1"/>
          <p:nvPr userDrawn="1"/>
        </p:nvSpPr>
        <p:spPr>
          <a:xfrm>
            <a:off x="603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货币时间价值</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240" y="296545"/>
            <a:ext cx="1303020"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018328" y="367175"/>
              <a:ext cx="1274579"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4324985" y="320675"/>
            <a:ext cx="1895475" cy="402590"/>
            <a:chOff x="6625589" y="296690"/>
            <a:chExt cx="1642110"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25589"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2.1.2现金流量时间线</a:t>
              </a:r>
            </a:p>
          </p:txBody>
        </p:sp>
      </p:grpSp>
      <p:grpSp>
        <p:nvGrpSpPr>
          <p:cNvPr id="36" name="组合 35"/>
          <p:cNvGrpSpPr/>
          <p:nvPr userDrawn="1"/>
        </p:nvGrpSpPr>
        <p:grpSpPr>
          <a:xfrm>
            <a:off x="8420100" y="296545"/>
            <a:ext cx="1993900" cy="402590"/>
            <a:chOff x="8438172" y="296690"/>
            <a:chExt cx="1642110"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438172"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2.1.4年金终值和现值</a:t>
              </a:r>
            </a:p>
          </p:txBody>
        </p:sp>
      </p:grpSp>
      <p:grpSp>
        <p:nvGrpSpPr>
          <p:cNvPr id="39" name="组合 38"/>
          <p:cNvGrpSpPr/>
          <p:nvPr userDrawn="1"/>
        </p:nvGrpSpPr>
        <p:grpSpPr>
          <a:xfrm>
            <a:off x="6291580" y="274320"/>
            <a:ext cx="2079625" cy="424815"/>
            <a:chOff x="2917768" y="285578"/>
            <a:chExt cx="1740175"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17768" y="343363"/>
              <a:ext cx="1738630" cy="24574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031333"/>
                  </a:solidFill>
                  <a:latin typeface="微软雅黑" panose="020B0503020204020204" charset="-122"/>
                  <a:ea typeface="微软雅黑" panose="020B0503020204020204" charset="-122"/>
                </a:rPr>
                <a:t>2.1.3复利终值和现值</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10423525" y="296545"/>
            <a:ext cx="1669415" cy="549915"/>
            <a:chOff x="10227421" y="296690"/>
            <a:chExt cx="1634649" cy="549915"/>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10384" y="354480"/>
              <a:ext cx="1268730" cy="49212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2.1.5计算问题</a:t>
              </a:r>
            </a:p>
          </p:txBody>
        </p:sp>
      </p:grpSp>
      <p:sp>
        <p:nvSpPr>
          <p:cNvPr id="2" name="文本框 1"/>
          <p:cNvSpPr txBox="1"/>
          <p:nvPr userDrawn="1"/>
        </p:nvSpPr>
        <p:spPr>
          <a:xfrm>
            <a:off x="603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货币时间价值</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240" y="296545"/>
            <a:ext cx="1303020"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018328" y="367175"/>
              <a:ext cx="1274579"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4324985" y="320675"/>
            <a:ext cx="1895475" cy="402590"/>
            <a:chOff x="6625589" y="296690"/>
            <a:chExt cx="1642110"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25589"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2.1.2现金流量时间线</a:t>
              </a:r>
            </a:p>
          </p:txBody>
        </p:sp>
      </p:grpSp>
      <p:grpSp>
        <p:nvGrpSpPr>
          <p:cNvPr id="36" name="组合 35"/>
          <p:cNvGrpSpPr/>
          <p:nvPr userDrawn="1"/>
        </p:nvGrpSpPr>
        <p:grpSpPr>
          <a:xfrm>
            <a:off x="6274435" y="320675"/>
            <a:ext cx="1993900" cy="402590"/>
            <a:chOff x="8438172" y="296690"/>
            <a:chExt cx="1642110"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438172"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2.1.3</a:t>
              </a:r>
              <a:r>
                <a:rPr kumimoji="0" lang="zh-CN" altLang="en-US"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复利</a:t>
              </a: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终值和现值</a:t>
              </a:r>
            </a:p>
          </p:txBody>
        </p:sp>
      </p:grpSp>
      <p:grpSp>
        <p:nvGrpSpPr>
          <p:cNvPr id="39" name="组合 38"/>
          <p:cNvGrpSpPr/>
          <p:nvPr userDrawn="1"/>
        </p:nvGrpSpPr>
        <p:grpSpPr>
          <a:xfrm>
            <a:off x="8306435" y="296545"/>
            <a:ext cx="2079625" cy="424815"/>
            <a:chOff x="2917768" y="285578"/>
            <a:chExt cx="1740175"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17768" y="343363"/>
              <a:ext cx="1738630" cy="24574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031333"/>
                  </a:solidFill>
                  <a:latin typeface="微软雅黑" panose="020B0503020204020204" charset="-122"/>
                  <a:ea typeface="微软雅黑" panose="020B0503020204020204" charset="-122"/>
                </a:rPr>
                <a:t>2.1.4年金终值和现值</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10423525" y="296545"/>
            <a:ext cx="1669415" cy="549915"/>
            <a:chOff x="10227421" y="296690"/>
            <a:chExt cx="1634649" cy="549915"/>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10384" y="354480"/>
              <a:ext cx="1268730" cy="49212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2.1.5计算问题</a:t>
              </a:r>
            </a:p>
          </p:txBody>
        </p:sp>
      </p:grpSp>
      <p:sp>
        <p:nvSpPr>
          <p:cNvPr id="2" name="文本框 1"/>
          <p:cNvSpPr txBox="1"/>
          <p:nvPr userDrawn="1"/>
        </p:nvSpPr>
        <p:spPr>
          <a:xfrm>
            <a:off x="603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货币时间价值</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240" y="296545"/>
            <a:ext cx="1303020"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018328" y="367175"/>
              <a:ext cx="1274579"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4324985" y="320675"/>
            <a:ext cx="1895475" cy="402590"/>
            <a:chOff x="6625589" y="296690"/>
            <a:chExt cx="1642110"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25589"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2.1.2现金流量时间线</a:t>
              </a:r>
            </a:p>
          </p:txBody>
        </p:sp>
      </p:grpSp>
      <p:grpSp>
        <p:nvGrpSpPr>
          <p:cNvPr id="36" name="组合 35"/>
          <p:cNvGrpSpPr/>
          <p:nvPr userDrawn="1"/>
        </p:nvGrpSpPr>
        <p:grpSpPr>
          <a:xfrm>
            <a:off x="6274435" y="320675"/>
            <a:ext cx="1993900" cy="402590"/>
            <a:chOff x="8438172" y="296690"/>
            <a:chExt cx="1642110"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000"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438172" y="367180"/>
              <a:ext cx="1642110"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2.1.3</a:t>
              </a:r>
              <a:r>
                <a:rPr kumimoji="0" lang="zh-CN" altLang="en-US"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复利</a:t>
              </a: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终值和现值</a:t>
              </a:r>
            </a:p>
          </p:txBody>
        </p:sp>
      </p:grpSp>
      <p:grpSp>
        <p:nvGrpSpPr>
          <p:cNvPr id="39" name="组合 38"/>
          <p:cNvGrpSpPr/>
          <p:nvPr userDrawn="1"/>
        </p:nvGrpSpPr>
        <p:grpSpPr>
          <a:xfrm>
            <a:off x="10527030" y="262890"/>
            <a:ext cx="1593850" cy="424815"/>
            <a:chOff x="2917768" y="285578"/>
            <a:chExt cx="1740175"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17768" y="343363"/>
              <a:ext cx="1738630" cy="24574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600" b="1" dirty="0">
                  <a:solidFill>
                    <a:srgbClr val="031333"/>
                  </a:solidFill>
                  <a:latin typeface="微软雅黑" panose="020B0503020204020204" charset="-122"/>
                  <a:ea typeface="微软雅黑" panose="020B0503020204020204" charset="-122"/>
                </a:rPr>
                <a:t>2.1.5</a:t>
              </a:r>
              <a:r>
                <a:rPr lang="zh-CN" altLang="en-US" sz="1600" b="1" dirty="0">
                  <a:solidFill>
                    <a:srgbClr val="031333"/>
                  </a:solidFill>
                  <a:latin typeface="微软雅黑" panose="020B0503020204020204" charset="-122"/>
                  <a:ea typeface="微软雅黑" panose="020B0503020204020204" charset="-122"/>
                </a:rPr>
                <a:t>计算问题</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8331200" y="296545"/>
            <a:ext cx="2147570" cy="402590"/>
            <a:chOff x="10227421" y="296690"/>
            <a:chExt cx="1634649" cy="402590"/>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319696" y="354476"/>
              <a:ext cx="1512112" cy="2457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2.1.4年金终值和现值</a:t>
              </a:r>
            </a:p>
          </p:txBody>
        </p:sp>
      </p:grpSp>
      <p:sp>
        <p:nvSpPr>
          <p:cNvPr id="2" name="文本框 1"/>
          <p:cNvSpPr txBox="1"/>
          <p:nvPr userDrawn="1"/>
        </p:nvSpPr>
        <p:spPr>
          <a:xfrm>
            <a:off x="60351" y="167125"/>
            <a:ext cx="263398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2.1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货币时间价值</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4248785" y="285750"/>
            <a:ext cx="2578735"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815464" y="367175"/>
              <a:ext cx="1628003" cy="26098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2.2.2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单项资产风险与报酬</a:t>
              </a:r>
            </a:p>
          </p:txBody>
        </p:sp>
      </p:grpSp>
      <p:grpSp>
        <p:nvGrpSpPr>
          <p:cNvPr id="39" name="组合 38"/>
          <p:cNvGrpSpPr/>
          <p:nvPr userDrawn="1"/>
        </p:nvGrpSpPr>
        <p:grpSpPr>
          <a:xfrm>
            <a:off x="2868295" y="255905"/>
            <a:ext cx="1276350" cy="673100"/>
            <a:chOff x="2936183" y="285578"/>
            <a:chExt cx="1721760" cy="673100"/>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61531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2.2.1概念</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3279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2.2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风险与报酬</a:t>
            </a:r>
          </a:p>
        </p:txBody>
      </p:sp>
      <p:grpSp>
        <p:nvGrpSpPr>
          <p:cNvPr id="16" name="组合 15"/>
          <p:cNvGrpSpPr/>
          <p:nvPr userDrawn="1"/>
        </p:nvGrpSpPr>
        <p:grpSpPr>
          <a:xfrm>
            <a:off x="6985000" y="285750"/>
            <a:ext cx="2646045" cy="422910"/>
            <a:chOff x="6629318" y="296690"/>
            <a:chExt cx="1671648" cy="402590"/>
          </a:xfrm>
        </p:grpSpPr>
        <p:sp>
          <p:nvSpPr>
            <p:cNvPr id="19" name="任意多边形: 形状 19"/>
            <p:cNvSpPr/>
            <p:nvPr/>
          </p:nvSpPr>
          <p:spPr>
            <a:xfrm>
              <a:off x="6629318" y="296690"/>
              <a:ext cx="1671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2" name="文本框 13"/>
            <p:cNvSpPr txBox="1"/>
            <p:nvPr/>
          </p:nvSpPr>
          <p:spPr>
            <a:xfrm>
              <a:off x="6651184" y="367415"/>
              <a:ext cx="1607924"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证券组合风险与报酬</a:t>
              </a:r>
            </a:p>
          </p:txBody>
        </p:sp>
      </p:grpSp>
      <p:grpSp>
        <p:nvGrpSpPr>
          <p:cNvPr id="23" name="组合 22"/>
          <p:cNvGrpSpPr/>
          <p:nvPr userDrawn="1"/>
        </p:nvGrpSpPr>
        <p:grpSpPr>
          <a:xfrm>
            <a:off x="9688195" y="285750"/>
            <a:ext cx="2451735" cy="422910"/>
            <a:chOff x="6664689" y="296690"/>
            <a:chExt cx="1599363" cy="402590"/>
          </a:xfrm>
        </p:grpSpPr>
        <p:sp>
          <p:nvSpPr>
            <p:cNvPr id="24" name="任意多边形: 形状 19"/>
            <p:cNvSpPr/>
            <p:nvPr/>
          </p:nvSpPr>
          <p:spPr>
            <a:xfrm>
              <a:off x="6664689" y="296690"/>
              <a:ext cx="1599363"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5" name="文本框 13"/>
            <p:cNvSpPr txBox="1"/>
            <p:nvPr/>
          </p:nvSpPr>
          <p:spPr>
            <a:xfrm>
              <a:off x="6732289" y="367415"/>
              <a:ext cx="1501112"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2.2.4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主要资产定价模型</a:t>
              </a: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825115" y="285750"/>
            <a:ext cx="960755" cy="593090"/>
            <a:chOff x="4808819" y="296690"/>
            <a:chExt cx="1634648" cy="5930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815464" y="367175"/>
              <a:ext cx="1628003" cy="52260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6985000" y="285750"/>
            <a:ext cx="254571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51184" y="367415"/>
              <a:ext cx="1607924"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2.2.3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证券组合风险与报酬</a:t>
              </a:r>
            </a:p>
          </p:txBody>
        </p:sp>
      </p:grpSp>
      <p:grpSp>
        <p:nvGrpSpPr>
          <p:cNvPr id="39" name="组合 38"/>
          <p:cNvGrpSpPr/>
          <p:nvPr userDrawn="1"/>
        </p:nvGrpSpPr>
        <p:grpSpPr>
          <a:xfrm>
            <a:off x="3845560" y="285750"/>
            <a:ext cx="3062605" cy="467360"/>
            <a:chOff x="2936183" y="285578"/>
            <a:chExt cx="1721760" cy="467360"/>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80450" y="343363"/>
              <a:ext cx="1660358" cy="409575"/>
            </a:xfrm>
            <a:prstGeom prst="rect">
              <a:avLst/>
            </a:prstGeom>
            <a:effectLst/>
          </p:spPr>
          <p:txBody>
            <a:bodyPr wrap="square" lIns="0" tIns="0" rIns="0" bIns="0">
              <a:no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2.2.2单项资产风险与报酬</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3279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2.2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风险与报酬</a:t>
            </a:r>
          </a:p>
        </p:txBody>
      </p:sp>
      <p:grpSp>
        <p:nvGrpSpPr>
          <p:cNvPr id="3" name="组合 2"/>
          <p:cNvGrpSpPr/>
          <p:nvPr userDrawn="1"/>
        </p:nvGrpSpPr>
        <p:grpSpPr>
          <a:xfrm>
            <a:off x="9585960" y="285750"/>
            <a:ext cx="2590800" cy="422910"/>
            <a:chOff x="6664689" y="296690"/>
            <a:chExt cx="1670509" cy="402590"/>
          </a:xfrm>
        </p:grpSpPr>
        <p:sp>
          <p:nvSpPr>
            <p:cNvPr id="4" name="任意多边形: 形状 19"/>
            <p:cNvSpPr/>
            <p:nvPr/>
          </p:nvSpPr>
          <p:spPr>
            <a:xfrm>
              <a:off x="6664689" y="296690"/>
              <a:ext cx="1599363"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732217" y="367415"/>
              <a:ext cx="1602981"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2.2.4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主要资产定价模型</a:t>
              </a: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825115" y="285750"/>
            <a:ext cx="960755" cy="593090"/>
            <a:chOff x="4808819" y="296690"/>
            <a:chExt cx="1634648" cy="5930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815464" y="367175"/>
              <a:ext cx="1628003" cy="52260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3872230" y="300355"/>
            <a:ext cx="254571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51184" y="367415"/>
              <a:ext cx="1607924"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2.2.2单项资产风险与报酬</a:t>
              </a:r>
            </a:p>
          </p:txBody>
        </p:sp>
      </p:grpSp>
      <p:grpSp>
        <p:nvGrpSpPr>
          <p:cNvPr id="39" name="组合 38"/>
          <p:cNvGrpSpPr/>
          <p:nvPr userDrawn="1"/>
        </p:nvGrpSpPr>
        <p:grpSpPr>
          <a:xfrm>
            <a:off x="6504305" y="255905"/>
            <a:ext cx="3062605" cy="467360"/>
            <a:chOff x="2936183" y="285578"/>
            <a:chExt cx="1721760" cy="467360"/>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80450" y="343363"/>
              <a:ext cx="1660358" cy="409575"/>
            </a:xfrm>
            <a:prstGeom prst="rect">
              <a:avLst/>
            </a:prstGeom>
            <a:effectLst/>
          </p:spPr>
          <p:txBody>
            <a:bodyPr wrap="square" lIns="0" tIns="0" rIns="0" bIns="0">
              <a:no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2.2.3</a:t>
              </a:r>
              <a:r>
                <a:rPr lang="zh-CN" altLang="en-US" sz="2000" b="1" dirty="0">
                  <a:solidFill>
                    <a:srgbClr val="031333"/>
                  </a:solidFill>
                  <a:latin typeface="微软雅黑" panose="020B0503020204020204" charset="-122"/>
                  <a:ea typeface="微软雅黑" panose="020B0503020204020204" charset="-122"/>
                </a:rPr>
                <a:t>证券组合</a:t>
              </a:r>
              <a:r>
                <a:rPr lang="en-US" altLang="zh-CN" sz="2000" b="1" dirty="0">
                  <a:solidFill>
                    <a:srgbClr val="031333"/>
                  </a:solidFill>
                  <a:latin typeface="微软雅黑" panose="020B0503020204020204" charset="-122"/>
                  <a:ea typeface="微软雅黑" panose="020B0503020204020204" charset="-122"/>
                </a:rPr>
                <a:t>风险与报酬</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3279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2.2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风险与报酬</a:t>
            </a:r>
          </a:p>
        </p:txBody>
      </p:sp>
      <p:grpSp>
        <p:nvGrpSpPr>
          <p:cNvPr id="3" name="组合 2"/>
          <p:cNvGrpSpPr/>
          <p:nvPr userDrawn="1"/>
        </p:nvGrpSpPr>
        <p:grpSpPr>
          <a:xfrm>
            <a:off x="9585960" y="285750"/>
            <a:ext cx="2590800" cy="422910"/>
            <a:chOff x="6664689" y="296690"/>
            <a:chExt cx="1670509" cy="402590"/>
          </a:xfrm>
        </p:grpSpPr>
        <p:sp>
          <p:nvSpPr>
            <p:cNvPr id="4" name="任意多边形: 形状 19"/>
            <p:cNvSpPr/>
            <p:nvPr/>
          </p:nvSpPr>
          <p:spPr>
            <a:xfrm>
              <a:off x="6664689" y="296690"/>
              <a:ext cx="1599363"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732217" y="367415"/>
              <a:ext cx="1602981"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2.2.4 </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主要资产定价模型</a:t>
              </a: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825115" y="285750"/>
            <a:ext cx="960755" cy="593090"/>
            <a:chOff x="4808819" y="296690"/>
            <a:chExt cx="1634648" cy="5930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815464" y="367175"/>
              <a:ext cx="1628003" cy="52260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2.2.1</a:t>
              </a: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概念</a:t>
              </a:r>
            </a:p>
          </p:txBody>
        </p:sp>
      </p:grpSp>
      <p:grpSp>
        <p:nvGrpSpPr>
          <p:cNvPr id="37" name="组合 36"/>
          <p:cNvGrpSpPr/>
          <p:nvPr userDrawn="1"/>
        </p:nvGrpSpPr>
        <p:grpSpPr>
          <a:xfrm>
            <a:off x="3872230" y="300355"/>
            <a:ext cx="2545715" cy="42291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651184" y="367415"/>
              <a:ext cx="1607924"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2.2.2单项资产风险与报酬</a:t>
              </a:r>
            </a:p>
          </p:txBody>
        </p:sp>
      </p:grpSp>
      <p:grpSp>
        <p:nvGrpSpPr>
          <p:cNvPr id="39" name="组合 38"/>
          <p:cNvGrpSpPr/>
          <p:nvPr userDrawn="1"/>
        </p:nvGrpSpPr>
        <p:grpSpPr>
          <a:xfrm>
            <a:off x="9135110" y="300355"/>
            <a:ext cx="2931160" cy="467360"/>
            <a:chOff x="2936183" y="285578"/>
            <a:chExt cx="1721760" cy="467360"/>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2980450" y="343363"/>
              <a:ext cx="1660358" cy="409575"/>
            </a:xfrm>
            <a:prstGeom prst="rect">
              <a:avLst/>
            </a:prstGeom>
            <a:effectLst/>
          </p:spPr>
          <p:txBody>
            <a:bodyPr wrap="square" lIns="0" tIns="0" rIns="0" bIns="0">
              <a:no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2000" b="1" dirty="0">
                  <a:solidFill>
                    <a:srgbClr val="031333"/>
                  </a:solidFill>
                  <a:latin typeface="微软雅黑" panose="020B0503020204020204" charset="-122"/>
                  <a:ea typeface="微软雅黑" panose="020B0503020204020204" charset="-122"/>
                </a:rPr>
                <a:t>2.2.4 主要资产定价模型</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32791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2.2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风险与报酬</a:t>
            </a:r>
          </a:p>
        </p:txBody>
      </p:sp>
      <p:grpSp>
        <p:nvGrpSpPr>
          <p:cNvPr id="3" name="组合 2"/>
          <p:cNvGrpSpPr/>
          <p:nvPr userDrawn="1"/>
        </p:nvGrpSpPr>
        <p:grpSpPr>
          <a:xfrm>
            <a:off x="6466840" y="300355"/>
            <a:ext cx="2597150" cy="422910"/>
            <a:chOff x="6664689" y="296690"/>
            <a:chExt cx="1642258" cy="402590"/>
          </a:xfrm>
        </p:grpSpPr>
        <p:sp>
          <p:nvSpPr>
            <p:cNvPr id="4" name="任意多边形: 形状 19"/>
            <p:cNvSpPr/>
            <p:nvPr/>
          </p:nvSpPr>
          <p:spPr>
            <a:xfrm>
              <a:off x="6664689" y="296690"/>
              <a:ext cx="1641455"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5" name="文本框 13"/>
            <p:cNvSpPr txBox="1"/>
            <p:nvPr/>
          </p:nvSpPr>
          <p:spPr>
            <a:xfrm>
              <a:off x="6706452" y="367415"/>
              <a:ext cx="1600495"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2.2.3证券组合风险与报酬</a:t>
              </a: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183" y="296690"/>
            <a:ext cx="1634648"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72118" y="367180"/>
              <a:ext cx="1308050"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教学整体设计</a:t>
              </a:r>
            </a:p>
          </p:txBody>
        </p:sp>
      </p:grpSp>
      <p:grpSp>
        <p:nvGrpSpPr>
          <p:cNvPr id="37" name="组合 36"/>
          <p:cNvGrpSpPr/>
          <p:nvPr userDrawn="1"/>
        </p:nvGrpSpPr>
        <p:grpSpPr>
          <a:xfrm>
            <a:off x="4721707" y="296690"/>
            <a:ext cx="1634649" cy="40259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92617" y="367180"/>
              <a:ext cx="1308050"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教学实施过程</a:t>
              </a:r>
            </a:p>
          </p:txBody>
        </p:sp>
      </p:grpSp>
      <p:grpSp>
        <p:nvGrpSpPr>
          <p:cNvPr id="36" name="组合 35"/>
          <p:cNvGrpSpPr/>
          <p:nvPr userDrawn="1"/>
        </p:nvGrpSpPr>
        <p:grpSpPr>
          <a:xfrm>
            <a:off x="8441899" y="296690"/>
            <a:ext cx="1634649" cy="402590"/>
            <a:chOff x="8441899" y="296690"/>
            <a:chExt cx="1634649"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714202" y="367180"/>
              <a:ext cx="1090042"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特色与创新</a:t>
              </a:r>
            </a:p>
          </p:txBody>
        </p:sp>
      </p:grpSp>
      <p:grpSp>
        <p:nvGrpSpPr>
          <p:cNvPr id="39" name="组合 38"/>
          <p:cNvGrpSpPr/>
          <p:nvPr userDrawn="1"/>
        </p:nvGrpSpPr>
        <p:grpSpPr>
          <a:xfrm>
            <a:off x="6542207" y="285578"/>
            <a:ext cx="172176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97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rgbClr val="031333"/>
                  </a:solidFill>
                  <a:latin typeface="微软雅黑" panose="020B0503020204020204" charset="-122"/>
                  <a:ea typeface="微软雅黑" panose="020B0503020204020204" charset="-122"/>
                </a:rPr>
                <a:t>学生学习效果</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10227421" y="296690"/>
            <a:ext cx="1634649" cy="402590"/>
            <a:chOff x="10227421" y="296690"/>
            <a:chExt cx="1634649" cy="402590"/>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99724" y="367180"/>
              <a:ext cx="1090042"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反思与改进</a:t>
              </a:r>
            </a:p>
          </p:txBody>
        </p:sp>
      </p:grpSp>
      <p:sp>
        <p:nvSpPr>
          <p:cNvPr id="2" name="文本框 1"/>
          <p:cNvSpPr txBox="1"/>
          <p:nvPr userDrawn="1"/>
        </p:nvSpPr>
        <p:spPr>
          <a:xfrm>
            <a:off x="291207" y="87658"/>
            <a:ext cx="1652092" cy="219151"/>
          </a:xfrm>
          <a:custGeom>
            <a:avLst/>
            <a:gdLst/>
            <a:ahLst/>
            <a:cxnLst/>
            <a:rect l="l" t="t" r="r" b="b"/>
            <a:pathLst>
              <a:path w="1652092" h="219151">
                <a:moveTo>
                  <a:pt x="1193292" y="184709"/>
                </a:moveTo>
                <a:lnTo>
                  <a:pt x="1189329" y="213665"/>
                </a:lnTo>
                <a:lnTo>
                  <a:pt x="1101852" y="218846"/>
                </a:lnTo>
                <a:lnTo>
                  <a:pt x="1105814" y="190500"/>
                </a:lnTo>
                <a:close/>
                <a:moveTo>
                  <a:pt x="1205789" y="180442"/>
                </a:moveTo>
                <a:lnTo>
                  <a:pt x="1354226" y="192329"/>
                </a:lnTo>
                <a:lnTo>
                  <a:pt x="1350569" y="218542"/>
                </a:lnTo>
                <a:lnTo>
                  <a:pt x="1202131" y="207264"/>
                </a:lnTo>
                <a:close/>
                <a:moveTo>
                  <a:pt x="1217676" y="139294"/>
                </a:moveTo>
                <a:lnTo>
                  <a:pt x="1348740" y="149657"/>
                </a:lnTo>
                <a:lnTo>
                  <a:pt x="1344473" y="178308"/>
                </a:lnTo>
                <a:lnTo>
                  <a:pt x="1213713" y="167945"/>
                </a:lnTo>
                <a:close/>
                <a:moveTo>
                  <a:pt x="567995" y="132893"/>
                </a:moveTo>
                <a:lnTo>
                  <a:pt x="608533" y="132893"/>
                </a:lnTo>
                <a:lnTo>
                  <a:pt x="583539" y="218237"/>
                </a:lnTo>
                <a:lnTo>
                  <a:pt x="542696" y="218237"/>
                </a:lnTo>
                <a:close/>
                <a:moveTo>
                  <a:pt x="930783" y="115824"/>
                </a:moveTo>
                <a:lnTo>
                  <a:pt x="1081354" y="115824"/>
                </a:lnTo>
                <a:lnTo>
                  <a:pt x="1077392" y="143256"/>
                </a:lnTo>
                <a:lnTo>
                  <a:pt x="1030148" y="143256"/>
                </a:lnTo>
                <a:lnTo>
                  <a:pt x="1024356" y="185318"/>
                </a:lnTo>
                <a:lnTo>
                  <a:pt x="1079221" y="185318"/>
                </a:lnTo>
                <a:lnTo>
                  <a:pt x="1075258" y="213665"/>
                </a:lnTo>
                <a:lnTo>
                  <a:pt x="911885" y="213665"/>
                </a:lnTo>
                <a:lnTo>
                  <a:pt x="915848" y="185318"/>
                </a:lnTo>
                <a:lnTo>
                  <a:pt x="967359" y="185318"/>
                </a:lnTo>
                <a:lnTo>
                  <a:pt x="973150" y="143256"/>
                </a:lnTo>
                <a:lnTo>
                  <a:pt x="926821" y="143256"/>
                </a:lnTo>
                <a:close/>
                <a:moveTo>
                  <a:pt x="358521" y="100889"/>
                </a:moveTo>
                <a:lnTo>
                  <a:pt x="384429" y="100889"/>
                </a:lnTo>
                <a:lnTo>
                  <a:pt x="373456" y="208178"/>
                </a:lnTo>
                <a:lnTo>
                  <a:pt x="347548" y="208178"/>
                </a:lnTo>
                <a:close/>
                <a:moveTo>
                  <a:pt x="289941" y="100889"/>
                </a:moveTo>
                <a:lnTo>
                  <a:pt x="315849" y="100889"/>
                </a:lnTo>
                <a:lnTo>
                  <a:pt x="296342" y="208178"/>
                </a:lnTo>
                <a:lnTo>
                  <a:pt x="270434" y="208178"/>
                </a:lnTo>
                <a:close/>
                <a:moveTo>
                  <a:pt x="392963" y="95707"/>
                </a:moveTo>
                <a:lnTo>
                  <a:pt x="538048" y="95707"/>
                </a:lnTo>
                <a:lnTo>
                  <a:pt x="534390" y="122225"/>
                </a:lnTo>
                <a:lnTo>
                  <a:pt x="488061" y="122225"/>
                </a:lnTo>
                <a:lnTo>
                  <a:pt x="485622" y="140818"/>
                </a:lnTo>
                <a:lnTo>
                  <a:pt x="526161" y="140818"/>
                </a:lnTo>
                <a:lnTo>
                  <a:pt x="522198" y="168554"/>
                </a:lnTo>
                <a:lnTo>
                  <a:pt x="481660" y="168554"/>
                </a:lnTo>
                <a:lnTo>
                  <a:pt x="478307" y="191414"/>
                </a:lnTo>
                <a:lnTo>
                  <a:pt x="526770" y="191414"/>
                </a:lnTo>
                <a:lnTo>
                  <a:pt x="522808" y="218237"/>
                </a:lnTo>
                <a:lnTo>
                  <a:pt x="374066" y="218237"/>
                </a:lnTo>
                <a:lnTo>
                  <a:pt x="378028" y="191414"/>
                </a:lnTo>
                <a:lnTo>
                  <a:pt x="425272" y="191414"/>
                </a:lnTo>
                <a:lnTo>
                  <a:pt x="428625" y="168554"/>
                </a:lnTo>
                <a:lnTo>
                  <a:pt x="388391" y="168554"/>
                </a:lnTo>
                <a:lnTo>
                  <a:pt x="392354" y="140818"/>
                </a:lnTo>
                <a:lnTo>
                  <a:pt x="432587" y="140818"/>
                </a:lnTo>
                <a:lnTo>
                  <a:pt x="435026" y="122225"/>
                </a:lnTo>
                <a:lnTo>
                  <a:pt x="389306" y="122225"/>
                </a:lnTo>
                <a:close/>
                <a:moveTo>
                  <a:pt x="1488414" y="75590"/>
                </a:moveTo>
                <a:lnTo>
                  <a:pt x="1647825" y="75590"/>
                </a:lnTo>
                <a:lnTo>
                  <a:pt x="1643862" y="103632"/>
                </a:lnTo>
                <a:lnTo>
                  <a:pt x="1587475" y="103632"/>
                </a:lnTo>
                <a:lnTo>
                  <a:pt x="1583817" y="113690"/>
                </a:lnTo>
                <a:lnTo>
                  <a:pt x="1642034" y="113690"/>
                </a:lnTo>
                <a:lnTo>
                  <a:pt x="1630146" y="197815"/>
                </a:lnTo>
                <a:cubicBezTo>
                  <a:pt x="1629334" y="203708"/>
                  <a:pt x="1627302" y="208686"/>
                  <a:pt x="1624050" y="212750"/>
                </a:cubicBezTo>
                <a:cubicBezTo>
                  <a:pt x="1620799" y="216814"/>
                  <a:pt x="1617142" y="218846"/>
                  <a:pt x="1613078" y="218846"/>
                </a:cubicBezTo>
                <a:lnTo>
                  <a:pt x="1581988" y="218846"/>
                </a:lnTo>
                <a:lnTo>
                  <a:pt x="1592961" y="206350"/>
                </a:lnTo>
                <a:lnTo>
                  <a:pt x="1603019" y="134722"/>
                </a:lnTo>
                <a:lnTo>
                  <a:pt x="1595095" y="134722"/>
                </a:lnTo>
                <a:lnTo>
                  <a:pt x="1584122" y="212750"/>
                </a:lnTo>
                <a:lnTo>
                  <a:pt x="1551508" y="212750"/>
                </a:lnTo>
                <a:lnTo>
                  <a:pt x="1562481" y="134722"/>
                </a:lnTo>
                <a:lnTo>
                  <a:pt x="1554556" y="134722"/>
                </a:lnTo>
                <a:lnTo>
                  <a:pt x="1543583" y="212750"/>
                </a:lnTo>
                <a:lnTo>
                  <a:pt x="1512799" y="212750"/>
                </a:lnTo>
                <a:lnTo>
                  <a:pt x="1523771" y="134722"/>
                </a:lnTo>
                <a:lnTo>
                  <a:pt x="1515846" y="134722"/>
                </a:lnTo>
                <a:lnTo>
                  <a:pt x="1503959" y="218846"/>
                </a:lnTo>
                <a:lnTo>
                  <a:pt x="1467688" y="218846"/>
                </a:lnTo>
                <a:lnTo>
                  <a:pt x="1482318" y="113690"/>
                </a:lnTo>
                <a:lnTo>
                  <a:pt x="1526819" y="113690"/>
                </a:lnTo>
                <a:lnTo>
                  <a:pt x="1530477" y="103632"/>
                </a:lnTo>
                <a:lnTo>
                  <a:pt x="1484452" y="103632"/>
                </a:lnTo>
                <a:close/>
                <a:moveTo>
                  <a:pt x="1022528" y="71628"/>
                </a:moveTo>
                <a:lnTo>
                  <a:pt x="1074953" y="71628"/>
                </a:lnTo>
                <a:lnTo>
                  <a:pt x="1089279" y="110033"/>
                </a:lnTo>
                <a:lnTo>
                  <a:pt x="1036853" y="110033"/>
                </a:lnTo>
                <a:close/>
                <a:moveTo>
                  <a:pt x="949681" y="71628"/>
                </a:moveTo>
                <a:lnTo>
                  <a:pt x="1002106" y="71628"/>
                </a:lnTo>
                <a:lnTo>
                  <a:pt x="977417" y="110033"/>
                </a:lnTo>
                <a:lnTo>
                  <a:pt x="924992" y="110033"/>
                </a:lnTo>
                <a:close/>
                <a:moveTo>
                  <a:pt x="1396975" y="69494"/>
                </a:moveTo>
                <a:lnTo>
                  <a:pt x="1432026" y="69494"/>
                </a:lnTo>
                <a:lnTo>
                  <a:pt x="1428064" y="161544"/>
                </a:lnTo>
                <a:lnTo>
                  <a:pt x="1449400" y="69494"/>
                </a:lnTo>
                <a:lnTo>
                  <a:pt x="1484452" y="69494"/>
                </a:lnTo>
                <a:lnTo>
                  <a:pt x="1460373" y="173431"/>
                </a:lnTo>
                <a:lnTo>
                  <a:pt x="1468907" y="172212"/>
                </a:lnTo>
                <a:lnTo>
                  <a:pt x="1464945" y="201168"/>
                </a:lnTo>
                <a:lnTo>
                  <a:pt x="1374419" y="213360"/>
                </a:lnTo>
                <a:lnTo>
                  <a:pt x="1378687" y="184404"/>
                </a:lnTo>
                <a:lnTo>
                  <a:pt x="1392098" y="182575"/>
                </a:lnTo>
                <a:close/>
                <a:moveTo>
                  <a:pt x="569519" y="69190"/>
                </a:moveTo>
                <a:lnTo>
                  <a:pt x="609447" y="69190"/>
                </a:lnTo>
                <a:lnTo>
                  <a:pt x="610971" y="121310"/>
                </a:lnTo>
                <a:lnTo>
                  <a:pt x="571043" y="121310"/>
                </a:lnTo>
                <a:close/>
                <a:moveTo>
                  <a:pt x="94793" y="59436"/>
                </a:moveTo>
                <a:lnTo>
                  <a:pt x="264261" y="59436"/>
                </a:lnTo>
                <a:lnTo>
                  <a:pt x="260299" y="88392"/>
                </a:lnTo>
                <a:lnTo>
                  <a:pt x="230429" y="88392"/>
                </a:lnTo>
                <a:lnTo>
                  <a:pt x="223418" y="140818"/>
                </a:lnTo>
                <a:lnTo>
                  <a:pt x="243535" y="140818"/>
                </a:lnTo>
                <a:lnTo>
                  <a:pt x="255117" y="129235"/>
                </a:lnTo>
                <a:lnTo>
                  <a:pt x="248717" y="174955"/>
                </a:lnTo>
                <a:lnTo>
                  <a:pt x="169773" y="174955"/>
                </a:lnTo>
                <a:lnTo>
                  <a:pt x="181661" y="88392"/>
                </a:lnTo>
                <a:lnTo>
                  <a:pt x="164592" y="88392"/>
                </a:lnTo>
                <a:lnTo>
                  <a:pt x="137160" y="175565"/>
                </a:lnTo>
                <a:lnTo>
                  <a:pt x="86563" y="175565"/>
                </a:lnTo>
                <a:lnTo>
                  <a:pt x="113995" y="88392"/>
                </a:lnTo>
                <a:lnTo>
                  <a:pt x="90830" y="88392"/>
                </a:lnTo>
                <a:close/>
                <a:moveTo>
                  <a:pt x="22860" y="51816"/>
                </a:moveTo>
                <a:lnTo>
                  <a:pt x="86563" y="51816"/>
                </a:lnTo>
                <a:lnTo>
                  <a:pt x="69494" y="172517"/>
                </a:lnTo>
                <a:lnTo>
                  <a:pt x="111252" y="185014"/>
                </a:lnTo>
                <a:lnTo>
                  <a:pt x="252984" y="185014"/>
                </a:lnTo>
                <a:lnTo>
                  <a:pt x="249021" y="213970"/>
                </a:lnTo>
                <a:lnTo>
                  <a:pt x="86868" y="213970"/>
                </a:lnTo>
                <a:lnTo>
                  <a:pt x="56997" y="205130"/>
                </a:lnTo>
                <a:lnTo>
                  <a:pt x="52121" y="213970"/>
                </a:lnTo>
                <a:lnTo>
                  <a:pt x="0" y="213970"/>
                </a:lnTo>
                <a:lnTo>
                  <a:pt x="15545" y="185014"/>
                </a:lnTo>
                <a:lnTo>
                  <a:pt x="30175" y="80772"/>
                </a:lnTo>
                <a:lnTo>
                  <a:pt x="18593" y="80772"/>
                </a:lnTo>
                <a:close/>
                <a:moveTo>
                  <a:pt x="668274" y="46330"/>
                </a:moveTo>
                <a:lnTo>
                  <a:pt x="697535" y="46330"/>
                </a:lnTo>
                <a:lnTo>
                  <a:pt x="684428" y="138989"/>
                </a:lnTo>
                <a:lnTo>
                  <a:pt x="720395" y="218237"/>
                </a:lnTo>
                <a:lnTo>
                  <a:pt x="678027" y="218237"/>
                </a:lnTo>
                <a:lnTo>
                  <a:pt x="665226" y="179527"/>
                </a:lnTo>
                <a:lnTo>
                  <a:pt x="644804" y="218237"/>
                </a:lnTo>
                <a:lnTo>
                  <a:pt x="601218" y="218237"/>
                </a:lnTo>
                <a:lnTo>
                  <a:pt x="654253" y="137160"/>
                </a:lnTo>
                <a:close/>
                <a:moveTo>
                  <a:pt x="1278636" y="44501"/>
                </a:moveTo>
                <a:lnTo>
                  <a:pt x="1274064" y="53035"/>
                </a:lnTo>
                <a:lnTo>
                  <a:pt x="1297533" y="73152"/>
                </a:lnTo>
                <a:lnTo>
                  <a:pt x="1326185" y="56388"/>
                </a:lnTo>
                <a:lnTo>
                  <a:pt x="1327709" y="44501"/>
                </a:lnTo>
                <a:close/>
                <a:moveTo>
                  <a:pt x="453314" y="32004"/>
                </a:moveTo>
                <a:lnTo>
                  <a:pt x="449961" y="57302"/>
                </a:lnTo>
                <a:lnTo>
                  <a:pt x="493243" y="57302"/>
                </a:lnTo>
                <a:lnTo>
                  <a:pt x="496595" y="32004"/>
                </a:lnTo>
                <a:close/>
                <a:moveTo>
                  <a:pt x="748741" y="17374"/>
                </a:moveTo>
                <a:lnTo>
                  <a:pt x="777392" y="17374"/>
                </a:lnTo>
                <a:lnTo>
                  <a:pt x="756361" y="166726"/>
                </a:lnTo>
                <a:lnTo>
                  <a:pt x="727710" y="166726"/>
                </a:lnTo>
                <a:close/>
                <a:moveTo>
                  <a:pt x="633222" y="5791"/>
                </a:moveTo>
                <a:lnTo>
                  <a:pt x="742340" y="5791"/>
                </a:lnTo>
                <a:lnTo>
                  <a:pt x="721614" y="155753"/>
                </a:lnTo>
                <a:lnTo>
                  <a:pt x="699973" y="155753"/>
                </a:lnTo>
                <a:lnTo>
                  <a:pt x="691743" y="140208"/>
                </a:lnTo>
                <a:lnTo>
                  <a:pt x="706374" y="31394"/>
                </a:lnTo>
                <a:lnTo>
                  <a:pt x="663702" y="31394"/>
                </a:lnTo>
                <a:lnTo>
                  <a:pt x="648157" y="135941"/>
                </a:lnTo>
                <a:lnTo>
                  <a:pt x="634441" y="156667"/>
                </a:lnTo>
                <a:lnTo>
                  <a:pt x="611581" y="156667"/>
                </a:lnTo>
                <a:close/>
                <a:moveTo>
                  <a:pt x="578663" y="5486"/>
                </a:moveTo>
                <a:lnTo>
                  <a:pt x="618591" y="5486"/>
                </a:lnTo>
                <a:lnTo>
                  <a:pt x="620115" y="57607"/>
                </a:lnTo>
                <a:lnTo>
                  <a:pt x="580187" y="57607"/>
                </a:lnTo>
                <a:close/>
                <a:moveTo>
                  <a:pt x="411556" y="5486"/>
                </a:moveTo>
                <a:lnTo>
                  <a:pt x="546278" y="5486"/>
                </a:lnTo>
                <a:lnTo>
                  <a:pt x="535305" y="83820"/>
                </a:lnTo>
                <a:lnTo>
                  <a:pt x="400583" y="83820"/>
                </a:lnTo>
                <a:close/>
                <a:moveTo>
                  <a:pt x="1154887" y="5182"/>
                </a:moveTo>
                <a:lnTo>
                  <a:pt x="1218590" y="5182"/>
                </a:lnTo>
                <a:lnTo>
                  <a:pt x="1174089" y="74676"/>
                </a:lnTo>
                <a:lnTo>
                  <a:pt x="1208837" y="74676"/>
                </a:lnTo>
                <a:lnTo>
                  <a:pt x="1164336" y="144170"/>
                </a:lnTo>
                <a:lnTo>
                  <a:pt x="1199083" y="144170"/>
                </a:lnTo>
                <a:lnTo>
                  <a:pt x="1195121" y="173126"/>
                </a:lnTo>
                <a:lnTo>
                  <a:pt x="1108253" y="173126"/>
                </a:lnTo>
                <a:lnTo>
                  <a:pt x="1112215" y="144170"/>
                </a:lnTo>
                <a:lnTo>
                  <a:pt x="1138123" y="103632"/>
                </a:lnTo>
                <a:lnTo>
                  <a:pt x="1117702" y="103632"/>
                </a:lnTo>
                <a:lnTo>
                  <a:pt x="1121664" y="74676"/>
                </a:lnTo>
                <a:lnTo>
                  <a:pt x="1161593" y="12802"/>
                </a:lnTo>
                <a:close/>
                <a:moveTo>
                  <a:pt x="29261" y="5182"/>
                </a:moveTo>
                <a:lnTo>
                  <a:pt x="76809" y="5182"/>
                </a:lnTo>
                <a:lnTo>
                  <a:pt x="89001" y="41148"/>
                </a:lnTo>
                <a:lnTo>
                  <a:pt x="41453" y="41148"/>
                </a:lnTo>
                <a:close/>
                <a:moveTo>
                  <a:pt x="115214" y="4877"/>
                </a:moveTo>
                <a:lnTo>
                  <a:pt x="263042" y="4877"/>
                </a:lnTo>
                <a:lnTo>
                  <a:pt x="259080" y="33833"/>
                </a:lnTo>
                <a:lnTo>
                  <a:pt x="111252" y="33833"/>
                </a:lnTo>
                <a:close/>
                <a:moveTo>
                  <a:pt x="778307" y="3962"/>
                </a:moveTo>
                <a:lnTo>
                  <a:pt x="827075" y="3962"/>
                </a:lnTo>
                <a:lnTo>
                  <a:pt x="799948" y="197815"/>
                </a:lnTo>
                <a:cubicBezTo>
                  <a:pt x="799135" y="203505"/>
                  <a:pt x="796493" y="208331"/>
                  <a:pt x="792023" y="212293"/>
                </a:cubicBezTo>
                <a:cubicBezTo>
                  <a:pt x="787552" y="216256"/>
                  <a:pt x="782472" y="218237"/>
                  <a:pt x="776783" y="218237"/>
                </a:cubicBezTo>
                <a:lnTo>
                  <a:pt x="734415" y="218237"/>
                </a:lnTo>
                <a:lnTo>
                  <a:pt x="760933" y="189586"/>
                </a:lnTo>
                <a:lnTo>
                  <a:pt x="785927" y="12497"/>
                </a:lnTo>
                <a:close/>
                <a:moveTo>
                  <a:pt x="396011" y="2438"/>
                </a:moveTo>
                <a:lnTo>
                  <a:pt x="392049" y="30480"/>
                </a:lnTo>
                <a:lnTo>
                  <a:pt x="369798" y="32614"/>
                </a:lnTo>
                <a:lnTo>
                  <a:pt x="365836" y="61265"/>
                </a:lnTo>
                <a:lnTo>
                  <a:pt x="392049" y="61265"/>
                </a:lnTo>
                <a:lnTo>
                  <a:pt x="388086" y="89306"/>
                </a:lnTo>
                <a:lnTo>
                  <a:pt x="358521" y="89306"/>
                </a:lnTo>
                <a:lnTo>
                  <a:pt x="340233" y="219151"/>
                </a:lnTo>
                <a:lnTo>
                  <a:pt x="299999" y="219151"/>
                </a:lnTo>
                <a:lnTo>
                  <a:pt x="318287" y="89306"/>
                </a:lnTo>
                <a:lnTo>
                  <a:pt x="287198" y="89306"/>
                </a:lnTo>
                <a:lnTo>
                  <a:pt x="291160" y="61265"/>
                </a:lnTo>
                <a:lnTo>
                  <a:pt x="318897" y="61265"/>
                </a:lnTo>
                <a:lnTo>
                  <a:pt x="322554" y="36881"/>
                </a:lnTo>
                <a:lnTo>
                  <a:pt x="296342" y="39319"/>
                </a:lnTo>
                <a:lnTo>
                  <a:pt x="300304" y="11278"/>
                </a:lnTo>
                <a:close/>
                <a:moveTo>
                  <a:pt x="1543888" y="610"/>
                </a:moveTo>
                <a:lnTo>
                  <a:pt x="1601191" y="610"/>
                </a:lnTo>
                <a:lnTo>
                  <a:pt x="1595399" y="42062"/>
                </a:lnTo>
                <a:lnTo>
                  <a:pt x="1607896" y="42062"/>
                </a:lnTo>
                <a:lnTo>
                  <a:pt x="1613078" y="5182"/>
                </a:lnTo>
                <a:lnTo>
                  <a:pt x="1652092" y="5182"/>
                </a:lnTo>
                <a:lnTo>
                  <a:pt x="1643558" y="65837"/>
                </a:lnTo>
                <a:lnTo>
                  <a:pt x="1489634" y="65837"/>
                </a:lnTo>
                <a:lnTo>
                  <a:pt x="1498168" y="5486"/>
                </a:lnTo>
                <a:lnTo>
                  <a:pt x="1536878" y="5486"/>
                </a:lnTo>
                <a:lnTo>
                  <a:pt x="1531696" y="42062"/>
                </a:lnTo>
                <a:lnTo>
                  <a:pt x="1546936" y="42062"/>
                </a:lnTo>
                <a:lnTo>
                  <a:pt x="1551508" y="10058"/>
                </a:lnTo>
                <a:close/>
                <a:moveTo>
                  <a:pt x="1419225" y="610"/>
                </a:moveTo>
                <a:lnTo>
                  <a:pt x="1472260" y="610"/>
                </a:lnTo>
                <a:lnTo>
                  <a:pt x="1467993" y="31699"/>
                </a:lnTo>
                <a:lnTo>
                  <a:pt x="1488719" y="31699"/>
                </a:lnTo>
                <a:lnTo>
                  <a:pt x="1485062" y="57607"/>
                </a:lnTo>
                <a:lnTo>
                  <a:pt x="1396060" y="57607"/>
                </a:lnTo>
                <a:lnTo>
                  <a:pt x="1399718" y="31699"/>
                </a:lnTo>
                <a:lnTo>
                  <a:pt x="1423797" y="31699"/>
                </a:lnTo>
                <a:lnTo>
                  <a:pt x="1426540" y="12497"/>
                </a:lnTo>
                <a:close/>
                <a:moveTo>
                  <a:pt x="1241450" y="305"/>
                </a:moveTo>
                <a:lnTo>
                  <a:pt x="1302105" y="305"/>
                </a:lnTo>
                <a:lnTo>
                  <a:pt x="1293266" y="17069"/>
                </a:lnTo>
                <a:lnTo>
                  <a:pt x="1372514" y="17069"/>
                </a:lnTo>
                <a:lnTo>
                  <a:pt x="1364894" y="70409"/>
                </a:lnTo>
                <a:lnTo>
                  <a:pt x="1322527" y="94793"/>
                </a:lnTo>
                <a:lnTo>
                  <a:pt x="1332585" y="103327"/>
                </a:lnTo>
                <a:lnTo>
                  <a:pt x="1366723" y="103327"/>
                </a:lnTo>
                <a:lnTo>
                  <a:pt x="1362456" y="132588"/>
                </a:lnTo>
                <a:lnTo>
                  <a:pt x="1313078" y="132588"/>
                </a:lnTo>
                <a:lnTo>
                  <a:pt x="1290828" y="113081"/>
                </a:lnTo>
                <a:lnTo>
                  <a:pt x="1256690" y="132588"/>
                </a:lnTo>
                <a:lnTo>
                  <a:pt x="1206398" y="132588"/>
                </a:lnTo>
                <a:lnTo>
                  <a:pt x="1210665" y="103632"/>
                </a:lnTo>
                <a:lnTo>
                  <a:pt x="1244193" y="103632"/>
                </a:lnTo>
                <a:lnTo>
                  <a:pt x="1266139" y="91135"/>
                </a:lnTo>
                <a:lnTo>
                  <a:pt x="1254557" y="80467"/>
                </a:lnTo>
                <a:lnTo>
                  <a:pt x="1213104" y="80467"/>
                </a:lnTo>
                <a:lnTo>
                  <a:pt x="1250289" y="10363"/>
                </a:lnTo>
                <a:close/>
                <a:moveTo>
                  <a:pt x="858850" y="305"/>
                </a:moveTo>
                <a:lnTo>
                  <a:pt x="918896" y="305"/>
                </a:lnTo>
                <a:lnTo>
                  <a:pt x="913409" y="39014"/>
                </a:lnTo>
                <a:lnTo>
                  <a:pt x="924077" y="39014"/>
                </a:lnTo>
                <a:lnTo>
                  <a:pt x="920115" y="66142"/>
                </a:lnTo>
                <a:lnTo>
                  <a:pt x="909447" y="66142"/>
                </a:lnTo>
                <a:lnTo>
                  <a:pt x="904875" y="99060"/>
                </a:lnTo>
                <a:lnTo>
                  <a:pt x="913105" y="96622"/>
                </a:lnTo>
                <a:lnTo>
                  <a:pt x="908533" y="128321"/>
                </a:lnTo>
                <a:lnTo>
                  <a:pt x="900608" y="130759"/>
                </a:lnTo>
                <a:lnTo>
                  <a:pt x="891159" y="198730"/>
                </a:lnTo>
                <a:cubicBezTo>
                  <a:pt x="890346" y="204622"/>
                  <a:pt x="887654" y="209448"/>
                  <a:pt x="883082" y="213208"/>
                </a:cubicBezTo>
                <a:cubicBezTo>
                  <a:pt x="878510" y="216967"/>
                  <a:pt x="873379" y="218846"/>
                  <a:pt x="867689" y="218846"/>
                </a:cubicBezTo>
                <a:lnTo>
                  <a:pt x="820445" y="218846"/>
                </a:lnTo>
                <a:lnTo>
                  <a:pt x="840867" y="191414"/>
                </a:lnTo>
                <a:lnTo>
                  <a:pt x="846963" y="147828"/>
                </a:lnTo>
                <a:lnTo>
                  <a:pt x="829894" y="153010"/>
                </a:lnTo>
                <a:lnTo>
                  <a:pt x="834466" y="121006"/>
                </a:lnTo>
                <a:lnTo>
                  <a:pt x="851535" y="115824"/>
                </a:lnTo>
                <a:lnTo>
                  <a:pt x="858545" y="66142"/>
                </a:lnTo>
                <a:lnTo>
                  <a:pt x="842391" y="66142"/>
                </a:lnTo>
                <a:lnTo>
                  <a:pt x="846353" y="39014"/>
                </a:lnTo>
                <a:lnTo>
                  <a:pt x="862203" y="39014"/>
                </a:lnTo>
                <a:lnTo>
                  <a:pt x="866470" y="9144"/>
                </a:lnTo>
                <a:close/>
                <a:moveTo>
                  <a:pt x="979246" y="0"/>
                </a:moveTo>
                <a:lnTo>
                  <a:pt x="1049960" y="0"/>
                </a:lnTo>
                <a:lnTo>
                  <a:pt x="1046912" y="21336"/>
                </a:lnTo>
                <a:lnTo>
                  <a:pt x="1101776" y="21336"/>
                </a:lnTo>
                <a:lnTo>
                  <a:pt x="1095375" y="65227"/>
                </a:lnTo>
                <a:lnTo>
                  <a:pt x="1046912" y="65227"/>
                </a:lnTo>
                <a:lnTo>
                  <a:pt x="1049960" y="43891"/>
                </a:lnTo>
                <a:lnTo>
                  <a:pt x="981989" y="43891"/>
                </a:lnTo>
                <a:lnTo>
                  <a:pt x="978941" y="65227"/>
                </a:lnTo>
                <a:lnTo>
                  <a:pt x="928954" y="65227"/>
                </a:lnTo>
                <a:lnTo>
                  <a:pt x="935355" y="21336"/>
                </a:lnTo>
                <a:lnTo>
                  <a:pt x="989305" y="21336"/>
                </a:lnTo>
                <a:lnTo>
                  <a:pt x="990829" y="11582"/>
                </a:lnTo>
                <a:close/>
              </a:path>
            </a:pathLst>
          </a:custGeom>
          <a:gradFill>
            <a:gsLst>
              <a:gs pos="0">
                <a:srgbClr val="80FFFF"/>
              </a:gs>
              <a:gs pos="100000">
                <a:srgbClr val="FFFFFF"/>
              </a:gs>
            </a:gsLst>
            <a:lin ang="1620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spcBef>
                <a:spcPts val="0"/>
              </a:spcBef>
              <a:spcAft>
                <a:spcPts val="0"/>
              </a:spcAft>
              <a:buClrTx/>
              <a:buSzTx/>
              <a:buFontTx/>
              <a:buNone/>
              <a:defRPr/>
            </a:pPr>
            <a:endParaRPr kumimoji="0" lang="zh-CN" altLang="en-US" sz="2400" b="0" i="0" u="none" strike="noStrike" kern="1200" cap="none" spc="0" normalizeH="0" baseline="0" dirty="0">
              <a:ln>
                <a:noFill/>
              </a:ln>
              <a:gradFill>
                <a:gsLst>
                  <a:gs pos="0">
                    <a:srgbClr val="80FFFF"/>
                  </a:gs>
                  <a:gs pos="100000">
                    <a:srgbClr val="FFFFFF"/>
                  </a:gs>
                </a:gsLst>
                <a:lin ang="16200000" scaled="0"/>
              </a:gradFill>
              <a:effectLst/>
              <a:latin typeface="优设标题黑" panose="00000500000000000000" charset="-122"/>
              <a:ea typeface="优设标题黑" panose="00000500000000000000" charset="-122"/>
              <a:cs typeface="优设标题黑" panose="00000500000000000000" charset="-122"/>
            </a:endParaRPr>
          </a:p>
        </p:txBody>
      </p:sp>
      <p:sp>
        <p:nvSpPr>
          <p:cNvPr id="3" name="文本框 2"/>
          <p:cNvSpPr txBox="1"/>
          <p:nvPr userDrawn="1"/>
        </p:nvSpPr>
        <p:spPr>
          <a:xfrm>
            <a:off x="965391" y="392408"/>
            <a:ext cx="1380744" cy="219456"/>
          </a:xfrm>
          <a:custGeom>
            <a:avLst/>
            <a:gdLst/>
            <a:ahLst/>
            <a:cxnLst/>
            <a:rect l="l" t="t" r="r" b="b"/>
            <a:pathLst>
              <a:path w="1380744" h="219456">
                <a:moveTo>
                  <a:pt x="248412" y="145695"/>
                </a:moveTo>
                <a:lnTo>
                  <a:pt x="244145" y="175870"/>
                </a:lnTo>
                <a:lnTo>
                  <a:pt x="219151" y="183185"/>
                </a:lnTo>
                <a:lnTo>
                  <a:pt x="249631" y="219456"/>
                </a:lnTo>
                <a:lnTo>
                  <a:pt x="188671" y="219456"/>
                </a:lnTo>
                <a:lnTo>
                  <a:pt x="129540" y="148438"/>
                </a:lnTo>
                <a:lnTo>
                  <a:pt x="190195" y="148438"/>
                </a:lnTo>
                <a:lnTo>
                  <a:pt x="199339" y="159715"/>
                </a:lnTo>
                <a:close/>
                <a:moveTo>
                  <a:pt x="435026" y="138075"/>
                </a:moveTo>
                <a:lnTo>
                  <a:pt x="431368" y="164287"/>
                </a:lnTo>
                <a:lnTo>
                  <a:pt x="446913" y="164287"/>
                </a:lnTo>
                <a:lnTo>
                  <a:pt x="450570" y="138075"/>
                </a:lnTo>
                <a:close/>
                <a:moveTo>
                  <a:pt x="559155" y="135941"/>
                </a:moveTo>
                <a:lnTo>
                  <a:pt x="715518" y="135941"/>
                </a:lnTo>
                <a:lnTo>
                  <a:pt x="711250" y="164897"/>
                </a:lnTo>
                <a:lnTo>
                  <a:pt x="554888" y="164897"/>
                </a:lnTo>
                <a:close/>
                <a:moveTo>
                  <a:pt x="406679" y="118263"/>
                </a:moveTo>
                <a:lnTo>
                  <a:pt x="484403" y="118263"/>
                </a:lnTo>
                <a:lnTo>
                  <a:pt x="475259" y="183795"/>
                </a:lnTo>
                <a:lnTo>
                  <a:pt x="397535" y="183795"/>
                </a:lnTo>
                <a:close/>
                <a:moveTo>
                  <a:pt x="114909" y="98451"/>
                </a:moveTo>
                <a:lnTo>
                  <a:pt x="174040" y="98451"/>
                </a:lnTo>
                <a:lnTo>
                  <a:pt x="172516" y="109423"/>
                </a:lnTo>
                <a:lnTo>
                  <a:pt x="258165" y="109423"/>
                </a:lnTo>
                <a:lnTo>
                  <a:pt x="254203" y="138075"/>
                </a:lnTo>
                <a:lnTo>
                  <a:pt x="117348" y="138075"/>
                </a:lnTo>
                <a:lnTo>
                  <a:pt x="93268" y="160935"/>
                </a:lnTo>
                <a:lnTo>
                  <a:pt x="105156" y="160935"/>
                </a:lnTo>
                <a:lnTo>
                  <a:pt x="100888" y="189891"/>
                </a:lnTo>
                <a:lnTo>
                  <a:pt x="148437" y="184709"/>
                </a:lnTo>
                <a:lnTo>
                  <a:pt x="144475" y="211531"/>
                </a:lnTo>
                <a:lnTo>
                  <a:pt x="43586" y="219456"/>
                </a:lnTo>
                <a:lnTo>
                  <a:pt x="46634" y="197815"/>
                </a:lnTo>
                <a:lnTo>
                  <a:pt x="0" y="197815"/>
                </a:lnTo>
                <a:lnTo>
                  <a:pt x="63093" y="138075"/>
                </a:lnTo>
                <a:lnTo>
                  <a:pt x="16154" y="138075"/>
                </a:lnTo>
                <a:lnTo>
                  <a:pt x="20116" y="109423"/>
                </a:lnTo>
                <a:lnTo>
                  <a:pt x="113385" y="109423"/>
                </a:lnTo>
                <a:close/>
                <a:moveTo>
                  <a:pt x="1275588" y="95707"/>
                </a:moveTo>
                <a:lnTo>
                  <a:pt x="1271016" y="127407"/>
                </a:lnTo>
                <a:lnTo>
                  <a:pt x="1311554" y="127407"/>
                </a:lnTo>
                <a:lnTo>
                  <a:pt x="1316126" y="95707"/>
                </a:lnTo>
                <a:close/>
                <a:moveTo>
                  <a:pt x="1178052" y="95707"/>
                </a:moveTo>
                <a:lnTo>
                  <a:pt x="1171956" y="127407"/>
                </a:lnTo>
                <a:lnTo>
                  <a:pt x="1213104" y="127407"/>
                </a:lnTo>
                <a:lnTo>
                  <a:pt x="1217676" y="95707"/>
                </a:lnTo>
                <a:close/>
                <a:moveTo>
                  <a:pt x="285064" y="59436"/>
                </a:moveTo>
                <a:lnTo>
                  <a:pt x="347548" y="59436"/>
                </a:lnTo>
                <a:lnTo>
                  <a:pt x="331393" y="173127"/>
                </a:lnTo>
                <a:lnTo>
                  <a:pt x="342366" y="168859"/>
                </a:lnTo>
                <a:lnTo>
                  <a:pt x="338099" y="200254"/>
                </a:lnTo>
                <a:lnTo>
                  <a:pt x="278358" y="218542"/>
                </a:lnTo>
                <a:lnTo>
                  <a:pt x="296646" y="89307"/>
                </a:lnTo>
                <a:lnTo>
                  <a:pt x="280797" y="89307"/>
                </a:lnTo>
                <a:close/>
                <a:moveTo>
                  <a:pt x="1045997" y="57912"/>
                </a:moveTo>
                <a:lnTo>
                  <a:pt x="1092327" y="57912"/>
                </a:lnTo>
                <a:lnTo>
                  <a:pt x="1062456" y="185319"/>
                </a:lnTo>
                <a:lnTo>
                  <a:pt x="1085926" y="185319"/>
                </a:lnTo>
                <a:lnTo>
                  <a:pt x="1081963" y="214275"/>
                </a:lnTo>
                <a:lnTo>
                  <a:pt x="890854" y="214275"/>
                </a:lnTo>
                <a:lnTo>
                  <a:pt x="894816" y="185319"/>
                </a:lnTo>
                <a:lnTo>
                  <a:pt x="1016127" y="185319"/>
                </a:lnTo>
                <a:close/>
                <a:moveTo>
                  <a:pt x="979246" y="57912"/>
                </a:moveTo>
                <a:lnTo>
                  <a:pt x="1022832" y="57912"/>
                </a:lnTo>
                <a:lnTo>
                  <a:pt x="1012469" y="173736"/>
                </a:lnTo>
                <a:lnTo>
                  <a:pt x="969188" y="173736"/>
                </a:lnTo>
                <a:close/>
                <a:moveTo>
                  <a:pt x="924382" y="57912"/>
                </a:moveTo>
                <a:lnTo>
                  <a:pt x="967968" y="57912"/>
                </a:lnTo>
                <a:lnTo>
                  <a:pt x="957605" y="173736"/>
                </a:lnTo>
                <a:lnTo>
                  <a:pt x="914019" y="173736"/>
                </a:lnTo>
                <a:close/>
                <a:moveTo>
                  <a:pt x="436550" y="38405"/>
                </a:moveTo>
                <a:lnTo>
                  <a:pt x="475564" y="38405"/>
                </a:lnTo>
                <a:lnTo>
                  <a:pt x="474040" y="49683"/>
                </a:lnTo>
                <a:lnTo>
                  <a:pt x="492328" y="49683"/>
                </a:lnTo>
                <a:lnTo>
                  <a:pt x="488975" y="72847"/>
                </a:lnTo>
                <a:lnTo>
                  <a:pt x="470687" y="72847"/>
                </a:lnTo>
                <a:lnTo>
                  <a:pt x="468858" y="85649"/>
                </a:lnTo>
                <a:lnTo>
                  <a:pt x="489890" y="85649"/>
                </a:lnTo>
                <a:lnTo>
                  <a:pt x="486537" y="108814"/>
                </a:lnTo>
                <a:lnTo>
                  <a:pt x="406069" y="108814"/>
                </a:lnTo>
                <a:lnTo>
                  <a:pt x="409422" y="85649"/>
                </a:lnTo>
                <a:lnTo>
                  <a:pt x="429844" y="85649"/>
                </a:lnTo>
                <a:lnTo>
                  <a:pt x="431673" y="72847"/>
                </a:lnTo>
                <a:lnTo>
                  <a:pt x="413690" y="72847"/>
                </a:lnTo>
                <a:lnTo>
                  <a:pt x="417042" y="49683"/>
                </a:lnTo>
                <a:lnTo>
                  <a:pt x="435026" y="49683"/>
                </a:lnTo>
                <a:close/>
                <a:moveTo>
                  <a:pt x="1284122" y="34747"/>
                </a:moveTo>
                <a:lnTo>
                  <a:pt x="1279550" y="66751"/>
                </a:lnTo>
                <a:lnTo>
                  <a:pt x="1320089" y="66751"/>
                </a:lnTo>
                <a:lnTo>
                  <a:pt x="1324661" y="34747"/>
                </a:lnTo>
                <a:close/>
                <a:moveTo>
                  <a:pt x="1189939" y="34747"/>
                </a:moveTo>
                <a:lnTo>
                  <a:pt x="1183538" y="66751"/>
                </a:lnTo>
                <a:lnTo>
                  <a:pt x="1221638" y="66751"/>
                </a:lnTo>
                <a:lnTo>
                  <a:pt x="1226210" y="34747"/>
                </a:lnTo>
                <a:close/>
                <a:moveTo>
                  <a:pt x="1131722" y="5791"/>
                </a:moveTo>
                <a:lnTo>
                  <a:pt x="1380744" y="5791"/>
                </a:lnTo>
                <a:lnTo>
                  <a:pt x="1353617" y="199339"/>
                </a:lnTo>
                <a:cubicBezTo>
                  <a:pt x="1352804" y="205232"/>
                  <a:pt x="1350162" y="210058"/>
                  <a:pt x="1345692" y="213817"/>
                </a:cubicBezTo>
                <a:cubicBezTo>
                  <a:pt x="1341221" y="217577"/>
                  <a:pt x="1336040" y="219456"/>
                  <a:pt x="1330147" y="219456"/>
                </a:cubicBezTo>
                <a:lnTo>
                  <a:pt x="1275588" y="219456"/>
                </a:lnTo>
                <a:lnTo>
                  <a:pt x="1302715" y="191110"/>
                </a:lnTo>
                <a:lnTo>
                  <a:pt x="1307592" y="156363"/>
                </a:lnTo>
                <a:lnTo>
                  <a:pt x="1267053" y="156363"/>
                </a:lnTo>
                <a:lnTo>
                  <a:pt x="1258214" y="219456"/>
                </a:lnTo>
                <a:lnTo>
                  <a:pt x="1200302" y="219456"/>
                </a:lnTo>
                <a:lnTo>
                  <a:pt x="1209141" y="156363"/>
                </a:lnTo>
                <a:lnTo>
                  <a:pt x="1166165" y="156363"/>
                </a:lnTo>
                <a:lnTo>
                  <a:pt x="1153973" y="219456"/>
                </a:lnTo>
                <a:lnTo>
                  <a:pt x="1101852" y="219456"/>
                </a:lnTo>
                <a:lnTo>
                  <a:pt x="1141171" y="16764"/>
                </a:lnTo>
                <a:close/>
                <a:moveTo>
                  <a:pt x="364617" y="5791"/>
                </a:moveTo>
                <a:lnTo>
                  <a:pt x="546887" y="5791"/>
                </a:lnTo>
                <a:lnTo>
                  <a:pt x="519760" y="199339"/>
                </a:lnTo>
                <a:cubicBezTo>
                  <a:pt x="518947" y="205232"/>
                  <a:pt x="516306" y="210058"/>
                  <a:pt x="511835" y="213817"/>
                </a:cubicBezTo>
                <a:cubicBezTo>
                  <a:pt x="507365" y="217577"/>
                  <a:pt x="502183" y="219456"/>
                  <a:pt x="496290" y="219456"/>
                </a:cubicBezTo>
                <a:lnTo>
                  <a:pt x="452399" y="219456"/>
                </a:lnTo>
                <a:lnTo>
                  <a:pt x="479222" y="191415"/>
                </a:lnTo>
                <a:lnTo>
                  <a:pt x="501167" y="34138"/>
                </a:lnTo>
                <a:lnTo>
                  <a:pt x="413994" y="34138"/>
                </a:lnTo>
                <a:lnTo>
                  <a:pt x="383514" y="219456"/>
                </a:lnTo>
                <a:lnTo>
                  <a:pt x="339318" y="219456"/>
                </a:lnTo>
                <a:lnTo>
                  <a:pt x="374065" y="16764"/>
                </a:lnTo>
                <a:close/>
                <a:moveTo>
                  <a:pt x="298170" y="5791"/>
                </a:moveTo>
                <a:lnTo>
                  <a:pt x="341452" y="5791"/>
                </a:lnTo>
                <a:lnTo>
                  <a:pt x="348158" y="47854"/>
                </a:lnTo>
                <a:lnTo>
                  <a:pt x="304876" y="47854"/>
                </a:lnTo>
                <a:close/>
                <a:moveTo>
                  <a:pt x="181051" y="305"/>
                </a:moveTo>
                <a:lnTo>
                  <a:pt x="237439" y="305"/>
                </a:lnTo>
                <a:lnTo>
                  <a:pt x="235000" y="17069"/>
                </a:lnTo>
                <a:lnTo>
                  <a:pt x="272796" y="17069"/>
                </a:lnTo>
                <a:lnTo>
                  <a:pt x="269138" y="43282"/>
                </a:lnTo>
                <a:lnTo>
                  <a:pt x="231038" y="43282"/>
                </a:lnTo>
                <a:lnTo>
                  <a:pt x="227685" y="66447"/>
                </a:lnTo>
                <a:lnTo>
                  <a:pt x="259384" y="66447"/>
                </a:lnTo>
                <a:lnTo>
                  <a:pt x="255727" y="92659"/>
                </a:lnTo>
                <a:lnTo>
                  <a:pt x="133197" y="92659"/>
                </a:lnTo>
                <a:lnTo>
                  <a:pt x="136855" y="66447"/>
                </a:lnTo>
                <a:lnTo>
                  <a:pt x="171297" y="66447"/>
                </a:lnTo>
                <a:lnTo>
                  <a:pt x="174650" y="43282"/>
                </a:lnTo>
                <a:lnTo>
                  <a:pt x="134417" y="43282"/>
                </a:lnTo>
                <a:lnTo>
                  <a:pt x="138074" y="17069"/>
                </a:lnTo>
                <a:lnTo>
                  <a:pt x="178612" y="17069"/>
                </a:lnTo>
                <a:close/>
                <a:moveTo>
                  <a:pt x="79552" y="305"/>
                </a:moveTo>
                <a:lnTo>
                  <a:pt x="130454" y="305"/>
                </a:lnTo>
                <a:lnTo>
                  <a:pt x="117348" y="91745"/>
                </a:lnTo>
                <a:lnTo>
                  <a:pt x="66446" y="91745"/>
                </a:lnTo>
                <a:lnTo>
                  <a:pt x="67665" y="82296"/>
                </a:lnTo>
                <a:lnTo>
                  <a:pt x="19507" y="94793"/>
                </a:lnTo>
                <a:lnTo>
                  <a:pt x="24079" y="63399"/>
                </a:lnTo>
                <a:lnTo>
                  <a:pt x="72237" y="50902"/>
                </a:lnTo>
                <a:lnTo>
                  <a:pt x="73456" y="43891"/>
                </a:lnTo>
                <a:lnTo>
                  <a:pt x="27432" y="40843"/>
                </a:lnTo>
                <a:lnTo>
                  <a:pt x="31699" y="9449"/>
                </a:lnTo>
                <a:lnTo>
                  <a:pt x="77724" y="12497"/>
                </a:lnTo>
                <a:close/>
                <a:moveTo>
                  <a:pt x="955776" y="0"/>
                </a:moveTo>
                <a:lnTo>
                  <a:pt x="1025271" y="0"/>
                </a:lnTo>
                <a:lnTo>
                  <a:pt x="1022832" y="17374"/>
                </a:lnTo>
                <a:lnTo>
                  <a:pt x="1103909" y="17374"/>
                </a:lnTo>
                <a:lnTo>
                  <a:pt x="1099642" y="46330"/>
                </a:lnTo>
                <a:lnTo>
                  <a:pt x="915238" y="46330"/>
                </a:lnTo>
                <a:lnTo>
                  <a:pt x="878357" y="219456"/>
                </a:lnTo>
                <a:lnTo>
                  <a:pt x="826236" y="219456"/>
                </a:lnTo>
                <a:lnTo>
                  <a:pt x="867079" y="28042"/>
                </a:lnTo>
                <a:lnTo>
                  <a:pt x="857631" y="17374"/>
                </a:lnTo>
                <a:lnTo>
                  <a:pt x="964615" y="17374"/>
                </a:lnTo>
                <a:lnTo>
                  <a:pt x="965530" y="11583"/>
                </a:lnTo>
                <a:close/>
                <a:moveTo>
                  <a:pt x="612800" y="0"/>
                </a:moveTo>
                <a:lnTo>
                  <a:pt x="682294" y="0"/>
                </a:lnTo>
                <a:lnTo>
                  <a:pt x="673760" y="28956"/>
                </a:lnTo>
                <a:lnTo>
                  <a:pt x="823112" y="28956"/>
                </a:lnTo>
                <a:lnTo>
                  <a:pt x="819150" y="57912"/>
                </a:lnTo>
                <a:lnTo>
                  <a:pt x="665226" y="57912"/>
                </a:lnTo>
                <a:lnTo>
                  <a:pt x="656996" y="86868"/>
                </a:lnTo>
                <a:lnTo>
                  <a:pt x="803300" y="86868"/>
                </a:lnTo>
                <a:lnTo>
                  <a:pt x="788365" y="193548"/>
                </a:lnTo>
                <a:cubicBezTo>
                  <a:pt x="787552" y="199441"/>
                  <a:pt x="784911" y="204369"/>
                  <a:pt x="780440" y="208331"/>
                </a:cubicBezTo>
                <a:cubicBezTo>
                  <a:pt x="775970" y="212293"/>
                  <a:pt x="770788" y="214275"/>
                  <a:pt x="764895" y="214275"/>
                </a:cubicBezTo>
                <a:lnTo>
                  <a:pt x="653034" y="214275"/>
                </a:lnTo>
                <a:lnTo>
                  <a:pt x="679551" y="186233"/>
                </a:lnTo>
                <a:lnTo>
                  <a:pt x="679551" y="185319"/>
                </a:lnTo>
                <a:lnTo>
                  <a:pt x="731672" y="185319"/>
                </a:lnTo>
                <a:lnTo>
                  <a:pt x="741426" y="115824"/>
                </a:lnTo>
                <a:lnTo>
                  <a:pt x="590855" y="115824"/>
                </a:lnTo>
                <a:lnTo>
                  <a:pt x="621639" y="10059"/>
                </a:lnTo>
                <a:close/>
              </a:path>
            </a:pathLst>
          </a:custGeom>
          <a:gradFill>
            <a:gsLst>
              <a:gs pos="0">
                <a:srgbClr val="80FFFF"/>
              </a:gs>
              <a:gs pos="100000">
                <a:srgbClr val="FFFFFF"/>
              </a:gs>
            </a:gsLst>
            <a:lin ang="1620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spcBef>
                <a:spcPts val="0"/>
              </a:spcBef>
              <a:spcAft>
                <a:spcPts val="0"/>
              </a:spcAft>
              <a:buClrTx/>
              <a:buSzTx/>
              <a:buFontTx/>
              <a:buNone/>
              <a:defRPr/>
            </a:pPr>
            <a:endParaRPr kumimoji="0" lang="zh-CN" altLang="en-US" sz="2400" b="0" i="0" u="none" strike="noStrike" kern="1200" cap="none" spc="0" normalizeH="0" baseline="0" dirty="0">
              <a:ln>
                <a:noFill/>
              </a:ln>
              <a:gradFill>
                <a:gsLst>
                  <a:gs pos="0">
                    <a:srgbClr val="80FFFF"/>
                  </a:gs>
                  <a:gs pos="100000">
                    <a:srgbClr val="FFFFFF"/>
                  </a:gs>
                </a:gsLst>
                <a:lin ang="16200000" scaled="0"/>
              </a:gradFill>
              <a:effectLst/>
              <a:latin typeface="优设标题黑" panose="00000500000000000000" charset="-122"/>
              <a:ea typeface="优设标题黑" panose="00000500000000000000" charset="-122"/>
              <a:cs typeface="优设标题黑" panose="00000500000000000000"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183" y="296690"/>
            <a:ext cx="1634648"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72118" y="367180"/>
              <a:ext cx="1308050"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教学整体设计</a:t>
              </a:r>
            </a:p>
          </p:txBody>
        </p:sp>
      </p:grpSp>
      <p:grpSp>
        <p:nvGrpSpPr>
          <p:cNvPr id="37" name="组合 36"/>
          <p:cNvGrpSpPr/>
          <p:nvPr userDrawn="1"/>
        </p:nvGrpSpPr>
        <p:grpSpPr>
          <a:xfrm>
            <a:off x="4721707" y="296690"/>
            <a:ext cx="1634649" cy="40259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92617" y="367180"/>
              <a:ext cx="1308050"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教学实施过程</a:t>
              </a:r>
            </a:p>
          </p:txBody>
        </p:sp>
      </p:grpSp>
      <p:grpSp>
        <p:nvGrpSpPr>
          <p:cNvPr id="36" name="组合 35"/>
          <p:cNvGrpSpPr/>
          <p:nvPr userDrawn="1"/>
        </p:nvGrpSpPr>
        <p:grpSpPr>
          <a:xfrm>
            <a:off x="6542207" y="296690"/>
            <a:ext cx="1634649" cy="402590"/>
            <a:chOff x="8441899" y="296690"/>
            <a:chExt cx="1634649"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605198" y="367180"/>
              <a:ext cx="1308051"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学生学习效果</a:t>
              </a:r>
            </a:p>
          </p:txBody>
        </p:sp>
      </p:grpSp>
      <p:grpSp>
        <p:nvGrpSpPr>
          <p:cNvPr id="39" name="组合 38"/>
          <p:cNvGrpSpPr/>
          <p:nvPr userDrawn="1"/>
        </p:nvGrpSpPr>
        <p:grpSpPr>
          <a:xfrm>
            <a:off x="8354788" y="285578"/>
            <a:ext cx="172176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97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rgbClr val="031333"/>
                  </a:solidFill>
                  <a:latin typeface="微软雅黑" panose="020B0503020204020204" charset="-122"/>
                  <a:ea typeface="微软雅黑" panose="020B0503020204020204" charset="-122"/>
                </a:rPr>
                <a:t>特色与创新</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10227421" y="296690"/>
            <a:ext cx="1634649" cy="402590"/>
            <a:chOff x="10227421" y="296690"/>
            <a:chExt cx="1634649" cy="402590"/>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99724" y="367180"/>
              <a:ext cx="1090042"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反思与改进</a:t>
              </a:r>
            </a:p>
          </p:txBody>
        </p:sp>
      </p:grpSp>
      <p:sp>
        <p:nvSpPr>
          <p:cNvPr id="2" name="文本框 1"/>
          <p:cNvSpPr txBox="1"/>
          <p:nvPr userDrawn="1"/>
        </p:nvSpPr>
        <p:spPr>
          <a:xfrm>
            <a:off x="291207" y="87658"/>
            <a:ext cx="1652092" cy="219151"/>
          </a:xfrm>
          <a:custGeom>
            <a:avLst/>
            <a:gdLst/>
            <a:ahLst/>
            <a:cxnLst/>
            <a:rect l="l" t="t" r="r" b="b"/>
            <a:pathLst>
              <a:path w="1652092" h="219151">
                <a:moveTo>
                  <a:pt x="1193292" y="184709"/>
                </a:moveTo>
                <a:lnTo>
                  <a:pt x="1189329" y="213665"/>
                </a:lnTo>
                <a:lnTo>
                  <a:pt x="1101852" y="218846"/>
                </a:lnTo>
                <a:lnTo>
                  <a:pt x="1105814" y="190500"/>
                </a:lnTo>
                <a:close/>
                <a:moveTo>
                  <a:pt x="1205789" y="180442"/>
                </a:moveTo>
                <a:lnTo>
                  <a:pt x="1354226" y="192329"/>
                </a:lnTo>
                <a:lnTo>
                  <a:pt x="1350569" y="218542"/>
                </a:lnTo>
                <a:lnTo>
                  <a:pt x="1202131" y="207264"/>
                </a:lnTo>
                <a:close/>
                <a:moveTo>
                  <a:pt x="1217676" y="139294"/>
                </a:moveTo>
                <a:lnTo>
                  <a:pt x="1348740" y="149657"/>
                </a:lnTo>
                <a:lnTo>
                  <a:pt x="1344473" y="178308"/>
                </a:lnTo>
                <a:lnTo>
                  <a:pt x="1213713" y="167945"/>
                </a:lnTo>
                <a:close/>
                <a:moveTo>
                  <a:pt x="567995" y="132893"/>
                </a:moveTo>
                <a:lnTo>
                  <a:pt x="608533" y="132893"/>
                </a:lnTo>
                <a:lnTo>
                  <a:pt x="583539" y="218237"/>
                </a:lnTo>
                <a:lnTo>
                  <a:pt x="542696" y="218237"/>
                </a:lnTo>
                <a:close/>
                <a:moveTo>
                  <a:pt x="930783" y="115824"/>
                </a:moveTo>
                <a:lnTo>
                  <a:pt x="1081354" y="115824"/>
                </a:lnTo>
                <a:lnTo>
                  <a:pt x="1077392" y="143256"/>
                </a:lnTo>
                <a:lnTo>
                  <a:pt x="1030148" y="143256"/>
                </a:lnTo>
                <a:lnTo>
                  <a:pt x="1024356" y="185318"/>
                </a:lnTo>
                <a:lnTo>
                  <a:pt x="1079221" y="185318"/>
                </a:lnTo>
                <a:lnTo>
                  <a:pt x="1075258" y="213665"/>
                </a:lnTo>
                <a:lnTo>
                  <a:pt x="911885" y="213665"/>
                </a:lnTo>
                <a:lnTo>
                  <a:pt x="915848" y="185318"/>
                </a:lnTo>
                <a:lnTo>
                  <a:pt x="967359" y="185318"/>
                </a:lnTo>
                <a:lnTo>
                  <a:pt x="973150" y="143256"/>
                </a:lnTo>
                <a:lnTo>
                  <a:pt x="926821" y="143256"/>
                </a:lnTo>
                <a:close/>
                <a:moveTo>
                  <a:pt x="358521" y="100889"/>
                </a:moveTo>
                <a:lnTo>
                  <a:pt x="384429" y="100889"/>
                </a:lnTo>
                <a:lnTo>
                  <a:pt x="373456" y="208178"/>
                </a:lnTo>
                <a:lnTo>
                  <a:pt x="347548" y="208178"/>
                </a:lnTo>
                <a:close/>
                <a:moveTo>
                  <a:pt x="289941" y="100889"/>
                </a:moveTo>
                <a:lnTo>
                  <a:pt x="315849" y="100889"/>
                </a:lnTo>
                <a:lnTo>
                  <a:pt x="296342" y="208178"/>
                </a:lnTo>
                <a:lnTo>
                  <a:pt x="270434" y="208178"/>
                </a:lnTo>
                <a:close/>
                <a:moveTo>
                  <a:pt x="392963" y="95707"/>
                </a:moveTo>
                <a:lnTo>
                  <a:pt x="538048" y="95707"/>
                </a:lnTo>
                <a:lnTo>
                  <a:pt x="534390" y="122225"/>
                </a:lnTo>
                <a:lnTo>
                  <a:pt x="488061" y="122225"/>
                </a:lnTo>
                <a:lnTo>
                  <a:pt x="485622" y="140818"/>
                </a:lnTo>
                <a:lnTo>
                  <a:pt x="526161" y="140818"/>
                </a:lnTo>
                <a:lnTo>
                  <a:pt x="522198" y="168554"/>
                </a:lnTo>
                <a:lnTo>
                  <a:pt x="481660" y="168554"/>
                </a:lnTo>
                <a:lnTo>
                  <a:pt x="478307" y="191414"/>
                </a:lnTo>
                <a:lnTo>
                  <a:pt x="526770" y="191414"/>
                </a:lnTo>
                <a:lnTo>
                  <a:pt x="522808" y="218237"/>
                </a:lnTo>
                <a:lnTo>
                  <a:pt x="374066" y="218237"/>
                </a:lnTo>
                <a:lnTo>
                  <a:pt x="378028" y="191414"/>
                </a:lnTo>
                <a:lnTo>
                  <a:pt x="425272" y="191414"/>
                </a:lnTo>
                <a:lnTo>
                  <a:pt x="428625" y="168554"/>
                </a:lnTo>
                <a:lnTo>
                  <a:pt x="388391" y="168554"/>
                </a:lnTo>
                <a:lnTo>
                  <a:pt x="392354" y="140818"/>
                </a:lnTo>
                <a:lnTo>
                  <a:pt x="432587" y="140818"/>
                </a:lnTo>
                <a:lnTo>
                  <a:pt x="435026" y="122225"/>
                </a:lnTo>
                <a:lnTo>
                  <a:pt x="389306" y="122225"/>
                </a:lnTo>
                <a:close/>
                <a:moveTo>
                  <a:pt x="1488414" y="75590"/>
                </a:moveTo>
                <a:lnTo>
                  <a:pt x="1647825" y="75590"/>
                </a:lnTo>
                <a:lnTo>
                  <a:pt x="1643862" y="103632"/>
                </a:lnTo>
                <a:lnTo>
                  <a:pt x="1587475" y="103632"/>
                </a:lnTo>
                <a:lnTo>
                  <a:pt x="1583817" y="113690"/>
                </a:lnTo>
                <a:lnTo>
                  <a:pt x="1642034" y="113690"/>
                </a:lnTo>
                <a:lnTo>
                  <a:pt x="1630146" y="197815"/>
                </a:lnTo>
                <a:cubicBezTo>
                  <a:pt x="1629334" y="203708"/>
                  <a:pt x="1627302" y="208686"/>
                  <a:pt x="1624050" y="212750"/>
                </a:cubicBezTo>
                <a:cubicBezTo>
                  <a:pt x="1620799" y="216814"/>
                  <a:pt x="1617142" y="218846"/>
                  <a:pt x="1613078" y="218846"/>
                </a:cubicBezTo>
                <a:lnTo>
                  <a:pt x="1581988" y="218846"/>
                </a:lnTo>
                <a:lnTo>
                  <a:pt x="1592961" y="206350"/>
                </a:lnTo>
                <a:lnTo>
                  <a:pt x="1603019" y="134722"/>
                </a:lnTo>
                <a:lnTo>
                  <a:pt x="1595095" y="134722"/>
                </a:lnTo>
                <a:lnTo>
                  <a:pt x="1584122" y="212750"/>
                </a:lnTo>
                <a:lnTo>
                  <a:pt x="1551508" y="212750"/>
                </a:lnTo>
                <a:lnTo>
                  <a:pt x="1562481" y="134722"/>
                </a:lnTo>
                <a:lnTo>
                  <a:pt x="1554556" y="134722"/>
                </a:lnTo>
                <a:lnTo>
                  <a:pt x="1543583" y="212750"/>
                </a:lnTo>
                <a:lnTo>
                  <a:pt x="1512799" y="212750"/>
                </a:lnTo>
                <a:lnTo>
                  <a:pt x="1523771" y="134722"/>
                </a:lnTo>
                <a:lnTo>
                  <a:pt x="1515846" y="134722"/>
                </a:lnTo>
                <a:lnTo>
                  <a:pt x="1503959" y="218846"/>
                </a:lnTo>
                <a:lnTo>
                  <a:pt x="1467688" y="218846"/>
                </a:lnTo>
                <a:lnTo>
                  <a:pt x="1482318" y="113690"/>
                </a:lnTo>
                <a:lnTo>
                  <a:pt x="1526819" y="113690"/>
                </a:lnTo>
                <a:lnTo>
                  <a:pt x="1530477" y="103632"/>
                </a:lnTo>
                <a:lnTo>
                  <a:pt x="1484452" y="103632"/>
                </a:lnTo>
                <a:close/>
                <a:moveTo>
                  <a:pt x="1022528" y="71628"/>
                </a:moveTo>
                <a:lnTo>
                  <a:pt x="1074953" y="71628"/>
                </a:lnTo>
                <a:lnTo>
                  <a:pt x="1089279" y="110033"/>
                </a:lnTo>
                <a:lnTo>
                  <a:pt x="1036853" y="110033"/>
                </a:lnTo>
                <a:close/>
                <a:moveTo>
                  <a:pt x="949681" y="71628"/>
                </a:moveTo>
                <a:lnTo>
                  <a:pt x="1002106" y="71628"/>
                </a:lnTo>
                <a:lnTo>
                  <a:pt x="977417" y="110033"/>
                </a:lnTo>
                <a:lnTo>
                  <a:pt x="924992" y="110033"/>
                </a:lnTo>
                <a:close/>
                <a:moveTo>
                  <a:pt x="1396975" y="69494"/>
                </a:moveTo>
                <a:lnTo>
                  <a:pt x="1432026" y="69494"/>
                </a:lnTo>
                <a:lnTo>
                  <a:pt x="1428064" y="161544"/>
                </a:lnTo>
                <a:lnTo>
                  <a:pt x="1449400" y="69494"/>
                </a:lnTo>
                <a:lnTo>
                  <a:pt x="1484452" y="69494"/>
                </a:lnTo>
                <a:lnTo>
                  <a:pt x="1460373" y="173431"/>
                </a:lnTo>
                <a:lnTo>
                  <a:pt x="1468907" y="172212"/>
                </a:lnTo>
                <a:lnTo>
                  <a:pt x="1464945" y="201168"/>
                </a:lnTo>
                <a:lnTo>
                  <a:pt x="1374419" y="213360"/>
                </a:lnTo>
                <a:lnTo>
                  <a:pt x="1378687" y="184404"/>
                </a:lnTo>
                <a:lnTo>
                  <a:pt x="1392098" y="182575"/>
                </a:lnTo>
                <a:close/>
                <a:moveTo>
                  <a:pt x="569519" y="69190"/>
                </a:moveTo>
                <a:lnTo>
                  <a:pt x="609447" y="69190"/>
                </a:lnTo>
                <a:lnTo>
                  <a:pt x="610971" y="121310"/>
                </a:lnTo>
                <a:lnTo>
                  <a:pt x="571043" y="121310"/>
                </a:lnTo>
                <a:close/>
                <a:moveTo>
                  <a:pt x="94793" y="59436"/>
                </a:moveTo>
                <a:lnTo>
                  <a:pt x="264261" y="59436"/>
                </a:lnTo>
                <a:lnTo>
                  <a:pt x="260299" y="88392"/>
                </a:lnTo>
                <a:lnTo>
                  <a:pt x="230429" y="88392"/>
                </a:lnTo>
                <a:lnTo>
                  <a:pt x="223418" y="140818"/>
                </a:lnTo>
                <a:lnTo>
                  <a:pt x="243535" y="140818"/>
                </a:lnTo>
                <a:lnTo>
                  <a:pt x="255117" y="129235"/>
                </a:lnTo>
                <a:lnTo>
                  <a:pt x="248717" y="174955"/>
                </a:lnTo>
                <a:lnTo>
                  <a:pt x="169773" y="174955"/>
                </a:lnTo>
                <a:lnTo>
                  <a:pt x="181661" y="88392"/>
                </a:lnTo>
                <a:lnTo>
                  <a:pt x="164592" y="88392"/>
                </a:lnTo>
                <a:lnTo>
                  <a:pt x="137160" y="175565"/>
                </a:lnTo>
                <a:lnTo>
                  <a:pt x="86563" y="175565"/>
                </a:lnTo>
                <a:lnTo>
                  <a:pt x="113995" y="88392"/>
                </a:lnTo>
                <a:lnTo>
                  <a:pt x="90830" y="88392"/>
                </a:lnTo>
                <a:close/>
                <a:moveTo>
                  <a:pt x="22860" y="51816"/>
                </a:moveTo>
                <a:lnTo>
                  <a:pt x="86563" y="51816"/>
                </a:lnTo>
                <a:lnTo>
                  <a:pt x="69494" y="172517"/>
                </a:lnTo>
                <a:lnTo>
                  <a:pt x="111252" y="185014"/>
                </a:lnTo>
                <a:lnTo>
                  <a:pt x="252984" y="185014"/>
                </a:lnTo>
                <a:lnTo>
                  <a:pt x="249021" y="213970"/>
                </a:lnTo>
                <a:lnTo>
                  <a:pt x="86868" y="213970"/>
                </a:lnTo>
                <a:lnTo>
                  <a:pt x="56997" y="205130"/>
                </a:lnTo>
                <a:lnTo>
                  <a:pt x="52121" y="213970"/>
                </a:lnTo>
                <a:lnTo>
                  <a:pt x="0" y="213970"/>
                </a:lnTo>
                <a:lnTo>
                  <a:pt x="15545" y="185014"/>
                </a:lnTo>
                <a:lnTo>
                  <a:pt x="30175" y="80772"/>
                </a:lnTo>
                <a:lnTo>
                  <a:pt x="18593" y="80772"/>
                </a:lnTo>
                <a:close/>
                <a:moveTo>
                  <a:pt x="668274" y="46330"/>
                </a:moveTo>
                <a:lnTo>
                  <a:pt x="697535" y="46330"/>
                </a:lnTo>
                <a:lnTo>
                  <a:pt x="684428" y="138989"/>
                </a:lnTo>
                <a:lnTo>
                  <a:pt x="720395" y="218237"/>
                </a:lnTo>
                <a:lnTo>
                  <a:pt x="678027" y="218237"/>
                </a:lnTo>
                <a:lnTo>
                  <a:pt x="665226" y="179527"/>
                </a:lnTo>
                <a:lnTo>
                  <a:pt x="644804" y="218237"/>
                </a:lnTo>
                <a:lnTo>
                  <a:pt x="601218" y="218237"/>
                </a:lnTo>
                <a:lnTo>
                  <a:pt x="654253" y="137160"/>
                </a:lnTo>
                <a:close/>
                <a:moveTo>
                  <a:pt x="1278636" y="44501"/>
                </a:moveTo>
                <a:lnTo>
                  <a:pt x="1274064" y="53035"/>
                </a:lnTo>
                <a:lnTo>
                  <a:pt x="1297533" y="73152"/>
                </a:lnTo>
                <a:lnTo>
                  <a:pt x="1326185" y="56388"/>
                </a:lnTo>
                <a:lnTo>
                  <a:pt x="1327709" y="44501"/>
                </a:lnTo>
                <a:close/>
                <a:moveTo>
                  <a:pt x="453314" y="32004"/>
                </a:moveTo>
                <a:lnTo>
                  <a:pt x="449961" y="57302"/>
                </a:lnTo>
                <a:lnTo>
                  <a:pt x="493243" y="57302"/>
                </a:lnTo>
                <a:lnTo>
                  <a:pt x="496595" y="32004"/>
                </a:lnTo>
                <a:close/>
                <a:moveTo>
                  <a:pt x="748741" y="17374"/>
                </a:moveTo>
                <a:lnTo>
                  <a:pt x="777392" y="17374"/>
                </a:lnTo>
                <a:lnTo>
                  <a:pt x="756361" y="166726"/>
                </a:lnTo>
                <a:lnTo>
                  <a:pt x="727710" y="166726"/>
                </a:lnTo>
                <a:close/>
                <a:moveTo>
                  <a:pt x="633222" y="5791"/>
                </a:moveTo>
                <a:lnTo>
                  <a:pt x="742340" y="5791"/>
                </a:lnTo>
                <a:lnTo>
                  <a:pt x="721614" y="155753"/>
                </a:lnTo>
                <a:lnTo>
                  <a:pt x="699973" y="155753"/>
                </a:lnTo>
                <a:lnTo>
                  <a:pt x="691743" y="140208"/>
                </a:lnTo>
                <a:lnTo>
                  <a:pt x="706374" y="31394"/>
                </a:lnTo>
                <a:lnTo>
                  <a:pt x="663702" y="31394"/>
                </a:lnTo>
                <a:lnTo>
                  <a:pt x="648157" y="135941"/>
                </a:lnTo>
                <a:lnTo>
                  <a:pt x="634441" y="156667"/>
                </a:lnTo>
                <a:lnTo>
                  <a:pt x="611581" y="156667"/>
                </a:lnTo>
                <a:close/>
                <a:moveTo>
                  <a:pt x="578663" y="5486"/>
                </a:moveTo>
                <a:lnTo>
                  <a:pt x="618591" y="5486"/>
                </a:lnTo>
                <a:lnTo>
                  <a:pt x="620115" y="57607"/>
                </a:lnTo>
                <a:lnTo>
                  <a:pt x="580187" y="57607"/>
                </a:lnTo>
                <a:close/>
                <a:moveTo>
                  <a:pt x="411556" y="5486"/>
                </a:moveTo>
                <a:lnTo>
                  <a:pt x="546278" y="5486"/>
                </a:lnTo>
                <a:lnTo>
                  <a:pt x="535305" y="83820"/>
                </a:lnTo>
                <a:lnTo>
                  <a:pt x="400583" y="83820"/>
                </a:lnTo>
                <a:close/>
                <a:moveTo>
                  <a:pt x="1154887" y="5182"/>
                </a:moveTo>
                <a:lnTo>
                  <a:pt x="1218590" y="5182"/>
                </a:lnTo>
                <a:lnTo>
                  <a:pt x="1174089" y="74676"/>
                </a:lnTo>
                <a:lnTo>
                  <a:pt x="1208837" y="74676"/>
                </a:lnTo>
                <a:lnTo>
                  <a:pt x="1164336" y="144170"/>
                </a:lnTo>
                <a:lnTo>
                  <a:pt x="1199083" y="144170"/>
                </a:lnTo>
                <a:lnTo>
                  <a:pt x="1195121" y="173126"/>
                </a:lnTo>
                <a:lnTo>
                  <a:pt x="1108253" y="173126"/>
                </a:lnTo>
                <a:lnTo>
                  <a:pt x="1112215" y="144170"/>
                </a:lnTo>
                <a:lnTo>
                  <a:pt x="1138123" y="103632"/>
                </a:lnTo>
                <a:lnTo>
                  <a:pt x="1117702" y="103632"/>
                </a:lnTo>
                <a:lnTo>
                  <a:pt x="1121664" y="74676"/>
                </a:lnTo>
                <a:lnTo>
                  <a:pt x="1161593" y="12802"/>
                </a:lnTo>
                <a:close/>
                <a:moveTo>
                  <a:pt x="29261" y="5182"/>
                </a:moveTo>
                <a:lnTo>
                  <a:pt x="76809" y="5182"/>
                </a:lnTo>
                <a:lnTo>
                  <a:pt x="89001" y="41148"/>
                </a:lnTo>
                <a:lnTo>
                  <a:pt x="41453" y="41148"/>
                </a:lnTo>
                <a:close/>
                <a:moveTo>
                  <a:pt x="115214" y="4877"/>
                </a:moveTo>
                <a:lnTo>
                  <a:pt x="263042" y="4877"/>
                </a:lnTo>
                <a:lnTo>
                  <a:pt x="259080" y="33833"/>
                </a:lnTo>
                <a:lnTo>
                  <a:pt x="111252" y="33833"/>
                </a:lnTo>
                <a:close/>
                <a:moveTo>
                  <a:pt x="778307" y="3962"/>
                </a:moveTo>
                <a:lnTo>
                  <a:pt x="827075" y="3962"/>
                </a:lnTo>
                <a:lnTo>
                  <a:pt x="799948" y="197815"/>
                </a:lnTo>
                <a:cubicBezTo>
                  <a:pt x="799135" y="203505"/>
                  <a:pt x="796493" y="208331"/>
                  <a:pt x="792023" y="212293"/>
                </a:cubicBezTo>
                <a:cubicBezTo>
                  <a:pt x="787552" y="216256"/>
                  <a:pt x="782472" y="218237"/>
                  <a:pt x="776783" y="218237"/>
                </a:cubicBezTo>
                <a:lnTo>
                  <a:pt x="734415" y="218237"/>
                </a:lnTo>
                <a:lnTo>
                  <a:pt x="760933" y="189586"/>
                </a:lnTo>
                <a:lnTo>
                  <a:pt x="785927" y="12497"/>
                </a:lnTo>
                <a:close/>
                <a:moveTo>
                  <a:pt x="396011" y="2438"/>
                </a:moveTo>
                <a:lnTo>
                  <a:pt x="392049" y="30480"/>
                </a:lnTo>
                <a:lnTo>
                  <a:pt x="369798" y="32614"/>
                </a:lnTo>
                <a:lnTo>
                  <a:pt x="365836" y="61265"/>
                </a:lnTo>
                <a:lnTo>
                  <a:pt x="392049" y="61265"/>
                </a:lnTo>
                <a:lnTo>
                  <a:pt x="388086" y="89306"/>
                </a:lnTo>
                <a:lnTo>
                  <a:pt x="358521" y="89306"/>
                </a:lnTo>
                <a:lnTo>
                  <a:pt x="340233" y="219151"/>
                </a:lnTo>
                <a:lnTo>
                  <a:pt x="299999" y="219151"/>
                </a:lnTo>
                <a:lnTo>
                  <a:pt x="318287" y="89306"/>
                </a:lnTo>
                <a:lnTo>
                  <a:pt x="287198" y="89306"/>
                </a:lnTo>
                <a:lnTo>
                  <a:pt x="291160" y="61265"/>
                </a:lnTo>
                <a:lnTo>
                  <a:pt x="318897" y="61265"/>
                </a:lnTo>
                <a:lnTo>
                  <a:pt x="322554" y="36881"/>
                </a:lnTo>
                <a:lnTo>
                  <a:pt x="296342" y="39319"/>
                </a:lnTo>
                <a:lnTo>
                  <a:pt x="300304" y="11278"/>
                </a:lnTo>
                <a:close/>
                <a:moveTo>
                  <a:pt x="1543888" y="610"/>
                </a:moveTo>
                <a:lnTo>
                  <a:pt x="1601191" y="610"/>
                </a:lnTo>
                <a:lnTo>
                  <a:pt x="1595399" y="42062"/>
                </a:lnTo>
                <a:lnTo>
                  <a:pt x="1607896" y="42062"/>
                </a:lnTo>
                <a:lnTo>
                  <a:pt x="1613078" y="5182"/>
                </a:lnTo>
                <a:lnTo>
                  <a:pt x="1652092" y="5182"/>
                </a:lnTo>
                <a:lnTo>
                  <a:pt x="1643558" y="65837"/>
                </a:lnTo>
                <a:lnTo>
                  <a:pt x="1489634" y="65837"/>
                </a:lnTo>
                <a:lnTo>
                  <a:pt x="1498168" y="5486"/>
                </a:lnTo>
                <a:lnTo>
                  <a:pt x="1536878" y="5486"/>
                </a:lnTo>
                <a:lnTo>
                  <a:pt x="1531696" y="42062"/>
                </a:lnTo>
                <a:lnTo>
                  <a:pt x="1546936" y="42062"/>
                </a:lnTo>
                <a:lnTo>
                  <a:pt x="1551508" y="10058"/>
                </a:lnTo>
                <a:close/>
                <a:moveTo>
                  <a:pt x="1419225" y="610"/>
                </a:moveTo>
                <a:lnTo>
                  <a:pt x="1472260" y="610"/>
                </a:lnTo>
                <a:lnTo>
                  <a:pt x="1467993" y="31699"/>
                </a:lnTo>
                <a:lnTo>
                  <a:pt x="1488719" y="31699"/>
                </a:lnTo>
                <a:lnTo>
                  <a:pt x="1485062" y="57607"/>
                </a:lnTo>
                <a:lnTo>
                  <a:pt x="1396060" y="57607"/>
                </a:lnTo>
                <a:lnTo>
                  <a:pt x="1399718" y="31699"/>
                </a:lnTo>
                <a:lnTo>
                  <a:pt x="1423797" y="31699"/>
                </a:lnTo>
                <a:lnTo>
                  <a:pt x="1426540" y="12497"/>
                </a:lnTo>
                <a:close/>
                <a:moveTo>
                  <a:pt x="1241450" y="305"/>
                </a:moveTo>
                <a:lnTo>
                  <a:pt x="1302105" y="305"/>
                </a:lnTo>
                <a:lnTo>
                  <a:pt x="1293266" y="17069"/>
                </a:lnTo>
                <a:lnTo>
                  <a:pt x="1372514" y="17069"/>
                </a:lnTo>
                <a:lnTo>
                  <a:pt x="1364894" y="70409"/>
                </a:lnTo>
                <a:lnTo>
                  <a:pt x="1322527" y="94793"/>
                </a:lnTo>
                <a:lnTo>
                  <a:pt x="1332585" y="103327"/>
                </a:lnTo>
                <a:lnTo>
                  <a:pt x="1366723" y="103327"/>
                </a:lnTo>
                <a:lnTo>
                  <a:pt x="1362456" y="132588"/>
                </a:lnTo>
                <a:lnTo>
                  <a:pt x="1313078" y="132588"/>
                </a:lnTo>
                <a:lnTo>
                  <a:pt x="1290828" y="113081"/>
                </a:lnTo>
                <a:lnTo>
                  <a:pt x="1256690" y="132588"/>
                </a:lnTo>
                <a:lnTo>
                  <a:pt x="1206398" y="132588"/>
                </a:lnTo>
                <a:lnTo>
                  <a:pt x="1210665" y="103632"/>
                </a:lnTo>
                <a:lnTo>
                  <a:pt x="1244193" y="103632"/>
                </a:lnTo>
                <a:lnTo>
                  <a:pt x="1266139" y="91135"/>
                </a:lnTo>
                <a:lnTo>
                  <a:pt x="1254557" y="80467"/>
                </a:lnTo>
                <a:lnTo>
                  <a:pt x="1213104" y="80467"/>
                </a:lnTo>
                <a:lnTo>
                  <a:pt x="1250289" y="10363"/>
                </a:lnTo>
                <a:close/>
                <a:moveTo>
                  <a:pt x="858850" y="305"/>
                </a:moveTo>
                <a:lnTo>
                  <a:pt x="918896" y="305"/>
                </a:lnTo>
                <a:lnTo>
                  <a:pt x="913409" y="39014"/>
                </a:lnTo>
                <a:lnTo>
                  <a:pt x="924077" y="39014"/>
                </a:lnTo>
                <a:lnTo>
                  <a:pt x="920115" y="66142"/>
                </a:lnTo>
                <a:lnTo>
                  <a:pt x="909447" y="66142"/>
                </a:lnTo>
                <a:lnTo>
                  <a:pt x="904875" y="99060"/>
                </a:lnTo>
                <a:lnTo>
                  <a:pt x="913105" y="96622"/>
                </a:lnTo>
                <a:lnTo>
                  <a:pt x="908533" y="128321"/>
                </a:lnTo>
                <a:lnTo>
                  <a:pt x="900608" y="130759"/>
                </a:lnTo>
                <a:lnTo>
                  <a:pt x="891159" y="198730"/>
                </a:lnTo>
                <a:cubicBezTo>
                  <a:pt x="890346" y="204622"/>
                  <a:pt x="887654" y="209448"/>
                  <a:pt x="883082" y="213208"/>
                </a:cubicBezTo>
                <a:cubicBezTo>
                  <a:pt x="878510" y="216967"/>
                  <a:pt x="873379" y="218846"/>
                  <a:pt x="867689" y="218846"/>
                </a:cubicBezTo>
                <a:lnTo>
                  <a:pt x="820445" y="218846"/>
                </a:lnTo>
                <a:lnTo>
                  <a:pt x="840867" y="191414"/>
                </a:lnTo>
                <a:lnTo>
                  <a:pt x="846963" y="147828"/>
                </a:lnTo>
                <a:lnTo>
                  <a:pt x="829894" y="153010"/>
                </a:lnTo>
                <a:lnTo>
                  <a:pt x="834466" y="121006"/>
                </a:lnTo>
                <a:lnTo>
                  <a:pt x="851535" y="115824"/>
                </a:lnTo>
                <a:lnTo>
                  <a:pt x="858545" y="66142"/>
                </a:lnTo>
                <a:lnTo>
                  <a:pt x="842391" y="66142"/>
                </a:lnTo>
                <a:lnTo>
                  <a:pt x="846353" y="39014"/>
                </a:lnTo>
                <a:lnTo>
                  <a:pt x="862203" y="39014"/>
                </a:lnTo>
                <a:lnTo>
                  <a:pt x="866470" y="9144"/>
                </a:lnTo>
                <a:close/>
                <a:moveTo>
                  <a:pt x="979246" y="0"/>
                </a:moveTo>
                <a:lnTo>
                  <a:pt x="1049960" y="0"/>
                </a:lnTo>
                <a:lnTo>
                  <a:pt x="1046912" y="21336"/>
                </a:lnTo>
                <a:lnTo>
                  <a:pt x="1101776" y="21336"/>
                </a:lnTo>
                <a:lnTo>
                  <a:pt x="1095375" y="65227"/>
                </a:lnTo>
                <a:lnTo>
                  <a:pt x="1046912" y="65227"/>
                </a:lnTo>
                <a:lnTo>
                  <a:pt x="1049960" y="43891"/>
                </a:lnTo>
                <a:lnTo>
                  <a:pt x="981989" y="43891"/>
                </a:lnTo>
                <a:lnTo>
                  <a:pt x="978941" y="65227"/>
                </a:lnTo>
                <a:lnTo>
                  <a:pt x="928954" y="65227"/>
                </a:lnTo>
                <a:lnTo>
                  <a:pt x="935355" y="21336"/>
                </a:lnTo>
                <a:lnTo>
                  <a:pt x="989305" y="21336"/>
                </a:lnTo>
                <a:lnTo>
                  <a:pt x="990829" y="11582"/>
                </a:lnTo>
                <a:close/>
              </a:path>
            </a:pathLst>
          </a:custGeom>
          <a:gradFill>
            <a:gsLst>
              <a:gs pos="0">
                <a:srgbClr val="80FFFF"/>
              </a:gs>
              <a:gs pos="100000">
                <a:srgbClr val="FFFFFF"/>
              </a:gs>
            </a:gsLst>
            <a:lin ang="1620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spcBef>
                <a:spcPts val="0"/>
              </a:spcBef>
              <a:spcAft>
                <a:spcPts val="0"/>
              </a:spcAft>
              <a:buClrTx/>
              <a:buSzTx/>
              <a:buFontTx/>
              <a:buNone/>
              <a:defRPr/>
            </a:pPr>
            <a:endParaRPr kumimoji="0" lang="zh-CN" altLang="en-US" sz="2400" b="0" i="0" u="none" strike="noStrike" kern="1200" cap="none" spc="0" normalizeH="0" baseline="0" dirty="0">
              <a:ln>
                <a:noFill/>
              </a:ln>
              <a:gradFill>
                <a:gsLst>
                  <a:gs pos="0">
                    <a:srgbClr val="80FFFF"/>
                  </a:gs>
                  <a:gs pos="100000">
                    <a:srgbClr val="FFFFFF"/>
                  </a:gs>
                </a:gsLst>
                <a:lin ang="16200000" scaled="0"/>
              </a:gradFill>
              <a:effectLst/>
              <a:latin typeface="优设标题黑" panose="00000500000000000000" charset="-122"/>
              <a:ea typeface="优设标题黑" panose="00000500000000000000" charset="-122"/>
              <a:cs typeface="优设标题黑" panose="00000500000000000000" charset="-122"/>
            </a:endParaRPr>
          </a:p>
        </p:txBody>
      </p:sp>
      <p:sp>
        <p:nvSpPr>
          <p:cNvPr id="3" name="文本框 2"/>
          <p:cNvSpPr txBox="1"/>
          <p:nvPr userDrawn="1"/>
        </p:nvSpPr>
        <p:spPr>
          <a:xfrm>
            <a:off x="965391" y="392408"/>
            <a:ext cx="1380744" cy="219456"/>
          </a:xfrm>
          <a:custGeom>
            <a:avLst/>
            <a:gdLst/>
            <a:ahLst/>
            <a:cxnLst/>
            <a:rect l="l" t="t" r="r" b="b"/>
            <a:pathLst>
              <a:path w="1380744" h="219456">
                <a:moveTo>
                  <a:pt x="248412" y="145695"/>
                </a:moveTo>
                <a:lnTo>
                  <a:pt x="244145" y="175870"/>
                </a:lnTo>
                <a:lnTo>
                  <a:pt x="219151" y="183185"/>
                </a:lnTo>
                <a:lnTo>
                  <a:pt x="249631" y="219456"/>
                </a:lnTo>
                <a:lnTo>
                  <a:pt x="188671" y="219456"/>
                </a:lnTo>
                <a:lnTo>
                  <a:pt x="129540" y="148438"/>
                </a:lnTo>
                <a:lnTo>
                  <a:pt x="190195" y="148438"/>
                </a:lnTo>
                <a:lnTo>
                  <a:pt x="199339" y="159715"/>
                </a:lnTo>
                <a:close/>
                <a:moveTo>
                  <a:pt x="435026" y="138075"/>
                </a:moveTo>
                <a:lnTo>
                  <a:pt x="431368" y="164287"/>
                </a:lnTo>
                <a:lnTo>
                  <a:pt x="446913" y="164287"/>
                </a:lnTo>
                <a:lnTo>
                  <a:pt x="450570" y="138075"/>
                </a:lnTo>
                <a:close/>
                <a:moveTo>
                  <a:pt x="559155" y="135941"/>
                </a:moveTo>
                <a:lnTo>
                  <a:pt x="715518" y="135941"/>
                </a:lnTo>
                <a:lnTo>
                  <a:pt x="711250" y="164897"/>
                </a:lnTo>
                <a:lnTo>
                  <a:pt x="554888" y="164897"/>
                </a:lnTo>
                <a:close/>
                <a:moveTo>
                  <a:pt x="406679" y="118263"/>
                </a:moveTo>
                <a:lnTo>
                  <a:pt x="484403" y="118263"/>
                </a:lnTo>
                <a:lnTo>
                  <a:pt x="475259" y="183795"/>
                </a:lnTo>
                <a:lnTo>
                  <a:pt x="397535" y="183795"/>
                </a:lnTo>
                <a:close/>
                <a:moveTo>
                  <a:pt x="114909" y="98451"/>
                </a:moveTo>
                <a:lnTo>
                  <a:pt x="174040" y="98451"/>
                </a:lnTo>
                <a:lnTo>
                  <a:pt x="172516" y="109423"/>
                </a:lnTo>
                <a:lnTo>
                  <a:pt x="258165" y="109423"/>
                </a:lnTo>
                <a:lnTo>
                  <a:pt x="254203" y="138075"/>
                </a:lnTo>
                <a:lnTo>
                  <a:pt x="117348" y="138075"/>
                </a:lnTo>
                <a:lnTo>
                  <a:pt x="93268" y="160935"/>
                </a:lnTo>
                <a:lnTo>
                  <a:pt x="105156" y="160935"/>
                </a:lnTo>
                <a:lnTo>
                  <a:pt x="100888" y="189891"/>
                </a:lnTo>
                <a:lnTo>
                  <a:pt x="148437" y="184709"/>
                </a:lnTo>
                <a:lnTo>
                  <a:pt x="144475" y="211531"/>
                </a:lnTo>
                <a:lnTo>
                  <a:pt x="43586" y="219456"/>
                </a:lnTo>
                <a:lnTo>
                  <a:pt x="46634" y="197815"/>
                </a:lnTo>
                <a:lnTo>
                  <a:pt x="0" y="197815"/>
                </a:lnTo>
                <a:lnTo>
                  <a:pt x="63093" y="138075"/>
                </a:lnTo>
                <a:lnTo>
                  <a:pt x="16154" y="138075"/>
                </a:lnTo>
                <a:lnTo>
                  <a:pt x="20116" y="109423"/>
                </a:lnTo>
                <a:lnTo>
                  <a:pt x="113385" y="109423"/>
                </a:lnTo>
                <a:close/>
                <a:moveTo>
                  <a:pt x="1275588" y="95707"/>
                </a:moveTo>
                <a:lnTo>
                  <a:pt x="1271016" y="127407"/>
                </a:lnTo>
                <a:lnTo>
                  <a:pt x="1311554" y="127407"/>
                </a:lnTo>
                <a:lnTo>
                  <a:pt x="1316126" y="95707"/>
                </a:lnTo>
                <a:close/>
                <a:moveTo>
                  <a:pt x="1178052" y="95707"/>
                </a:moveTo>
                <a:lnTo>
                  <a:pt x="1171956" y="127407"/>
                </a:lnTo>
                <a:lnTo>
                  <a:pt x="1213104" y="127407"/>
                </a:lnTo>
                <a:lnTo>
                  <a:pt x="1217676" y="95707"/>
                </a:lnTo>
                <a:close/>
                <a:moveTo>
                  <a:pt x="285064" y="59436"/>
                </a:moveTo>
                <a:lnTo>
                  <a:pt x="347548" y="59436"/>
                </a:lnTo>
                <a:lnTo>
                  <a:pt x="331393" y="173127"/>
                </a:lnTo>
                <a:lnTo>
                  <a:pt x="342366" y="168859"/>
                </a:lnTo>
                <a:lnTo>
                  <a:pt x="338099" y="200254"/>
                </a:lnTo>
                <a:lnTo>
                  <a:pt x="278358" y="218542"/>
                </a:lnTo>
                <a:lnTo>
                  <a:pt x="296646" y="89307"/>
                </a:lnTo>
                <a:lnTo>
                  <a:pt x="280797" y="89307"/>
                </a:lnTo>
                <a:close/>
                <a:moveTo>
                  <a:pt x="1045997" y="57912"/>
                </a:moveTo>
                <a:lnTo>
                  <a:pt x="1092327" y="57912"/>
                </a:lnTo>
                <a:lnTo>
                  <a:pt x="1062456" y="185319"/>
                </a:lnTo>
                <a:lnTo>
                  <a:pt x="1085926" y="185319"/>
                </a:lnTo>
                <a:lnTo>
                  <a:pt x="1081963" y="214275"/>
                </a:lnTo>
                <a:lnTo>
                  <a:pt x="890854" y="214275"/>
                </a:lnTo>
                <a:lnTo>
                  <a:pt x="894816" y="185319"/>
                </a:lnTo>
                <a:lnTo>
                  <a:pt x="1016127" y="185319"/>
                </a:lnTo>
                <a:close/>
                <a:moveTo>
                  <a:pt x="979246" y="57912"/>
                </a:moveTo>
                <a:lnTo>
                  <a:pt x="1022832" y="57912"/>
                </a:lnTo>
                <a:lnTo>
                  <a:pt x="1012469" y="173736"/>
                </a:lnTo>
                <a:lnTo>
                  <a:pt x="969188" y="173736"/>
                </a:lnTo>
                <a:close/>
                <a:moveTo>
                  <a:pt x="924382" y="57912"/>
                </a:moveTo>
                <a:lnTo>
                  <a:pt x="967968" y="57912"/>
                </a:lnTo>
                <a:lnTo>
                  <a:pt x="957605" y="173736"/>
                </a:lnTo>
                <a:lnTo>
                  <a:pt x="914019" y="173736"/>
                </a:lnTo>
                <a:close/>
                <a:moveTo>
                  <a:pt x="436550" y="38405"/>
                </a:moveTo>
                <a:lnTo>
                  <a:pt x="475564" y="38405"/>
                </a:lnTo>
                <a:lnTo>
                  <a:pt x="474040" y="49683"/>
                </a:lnTo>
                <a:lnTo>
                  <a:pt x="492328" y="49683"/>
                </a:lnTo>
                <a:lnTo>
                  <a:pt x="488975" y="72847"/>
                </a:lnTo>
                <a:lnTo>
                  <a:pt x="470687" y="72847"/>
                </a:lnTo>
                <a:lnTo>
                  <a:pt x="468858" y="85649"/>
                </a:lnTo>
                <a:lnTo>
                  <a:pt x="489890" y="85649"/>
                </a:lnTo>
                <a:lnTo>
                  <a:pt x="486537" y="108814"/>
                </a:lnTo>
                <a:lnTo>
                  <a:pt x="406069" y="108814"/>
                </a:lnTo>
                <a:lnTo>
                  <a:pt x="409422" y="85649"/>
                </a:lnTo>
                <a:lnTo>
                  <a:pt x="429844" y="85649"/>
                </a:lnTo>
                <a:lnTo>
                  <a:pt x="431673" y="72847"/>
                </a:lnTo>
                <a:lnTo>
                  <a:pt x="413690" y="72847"/>
                </a:lnTo>
                <a:lnTo>
                  <a:pt x="417042" y="49683"/>
                </a:lnTo>
                <a:lnTo>
                  <a:pt x="435026" y="49683"/>
                </a:lnTo>
                <a:close/>
                <a:moveTo>
                  <a:pt x="1284122" y="34747"/>
                </a:moveTo>
                <a:lnTo>
                  <a:pt x="1279550" y="66751"/>
                </a:lnTo>
                <a:lnTo>
                  <a:pt x="1320089" y="66751"/>
                </a:lnTo>
                <a:lnTo>
                  <a:pt x="1324661" y="34747"/>
                </a:lnTo>
                <a:close/>
                <a:moveTo>
                  <a:pt x="1189939" y="34747"/>
                </a:moveTo>
                <a:lnTo>
                  <a:pt x="1183538" y="66751"/>
                </a:lnTo>
                <a:lnTo>
                  <a:pt x="1221638" y="66751"/>
                </a:lnTo>
                <a:lnTo>
                  <a:pt x="1226210" y="34747"/>
                </a:lnTo>
                <a:close/>
                <a:moveTo>
                  <a:pt x="1131722" y="5791"/>
                </a:moveTo>
                <a:lnTo>
                  <a:pt x="1380744" y="5791"/>
                </a:lnTo>
                <a:lnTo>
                  <a:pt x="1353617" y="199339"/>
                </a:lnTo>
                <a:cubicBezTo>
                  <a:pt x="1352804" y="205232"/>
                  <a:pt x="1350162" y="210058"/>
                  <a:pt x="1345692" y="213817"/>
                </a:cubicBezTo>
                <a:cubicBezTo>
                  <a:pt x="1341221" y="217577"/>
                  <a:pt x="1336040" y="219456"/>
                  <a:pt x="1330147" y="219456"/>
                </a:cubicBezTo>
                <a:lnTo>
                  <a:pt x="1275588" y="219456"/>
                </a:lnTo>
                <a:lnTo>
                  <a:pt x="1302715" y="191110"/>
                </a:lnTo>
                <a:lnTo>
                  <a:pt x="1307592" y="156363"/>
                </a:lnTo>
                <a:lnTo>
                  <a:pt x="1267053" y="156363"/>
                </a:lnTo>
                <a:lnTo>
                  <a:pt x="1258214" y="219456"/>
                </a:lnTo>
                <a:lnTo>
                  <a:pt x="1200302" y="219456"/>
                </a:lnTo>
                <a:lnTo>
                  <a:pt x="1209141" y="156363"/>
                </a:lnTo>
                <a:lnTo>
                  <a:pt x="1166165" y="156363"/>
                </a:lnTo>
                <a:lnTo>
                  <a:pt x="1153973" y="219456"/>
                </a:lnTo>
                <a:lnTo>
                  <a:pt x="1101852" y="219456"/>
                </a:lnTo>
                <a:lnTo>
                  <a:pt x="1141171" y="16764"/>
                </a:lnTo>
                <a:close/>
                <a:moveTo>
                  <a:pt x="364617" y="5791"/>
                </a:moveTo>
                <a:lnTo>
                  <a:pt x="546887" y="5791"/>
                </a:lnTo>
                <a:lnTo>
                  <a:pt x="519760" y="199339"/>
                </a:lnTo>
                <a:cubicBezTo>
                  <a:pt x="518947" y="205232"/>
                  <a:pt x="516306" y="210058"/>
                  <a:pt x="511835" y="213817"/>
                </a:cubicBezTo>
                <a:cubicBezTo>
                  <a:pt x="507365" y="217577"/>
                  <a:pt x="502183" y="219456"/>
                  <a:pt x="496290" y="219456"/>
                </a:cubicBezTo>
                <a:lnTo>
                  <a:pt x="452399" y="219456"/>
                </a:lnTo>
                <a:lnTo>
                  <a:pt x="479222" y="191415"/>
                </a:lnTo>
                <a:lnTo>
                  <a:pt x="501167" y="34138"/>
                </a:lnTo>
                <a:lnTo>
                  <a:pt x="413994" y="34138"/>
                </a:lnTo>
                <a:lnTo>
                  <a:pt x="383514" y="219456"/>
                </a:lnTo>
                <a:lnTo>
                  <a:pt x="339318" y="219456"/>
                </a:lnTo>
                <a:lnTo>
                  <a:pt x="374065" y="16764"/>
                </a:lnTo>
                <a:close/>
                <a:moveTo>
                  <a:pt x="298170" y="5791"/>
                </a:moveTo>
                <a:lnTo>
                  <a:pt x="341452" y="5791"/>
                </a:lnTo>
                <a:lnTo>
                  <a:pt x="348158" y="47854"/>
                </a:lnTo>
                <a:lnTo>
                  <a:pt x="304876" y="47854"/>
                </a:lnTo>
                <a:close/>
                <a:moveTo>
                  <a:pt x="181051" y="305"/>
                </a:moveTo>
                <a:lnTo>
                  <a:pt x="237439" y="305"/>
                </a:lnTo>
                <a:lnTo>
                  <a:pt x="235000" y="17069"/>
                </a:lnTo>
                <a:lnTo>
                  <a:pt x="272796" y="17069"/>
                </a:lnTo>
                <a:lnTo>
                  <a:pt x="269138" y="43282"/>
                </a:lnTo>
                <a:lnTo>
                  <a:pt x="231038" y="43282"/>
                </a:lnTo>
                <a:lnTo>
                  <a:pt x="227685" y="66447"/>
                </a:lnTo>
                <a:lnTo>
                  <a:pt x="259384" y="66447"/>
                </a:lnTo>
                <a:lnTo>
                  <a:pt x="255727" y="92659"/>
                </a:lnTo>
                <a:lnTo>
                  <a:pt x="133197" y="92659"/>
                </a:lnTo>
                <a:lnTo>
                  <a:pt x="136855" y="66447"/>
                </a:lnTo>
                <a:lnTo>
                  <a:pt x="171297" y="66447"/>
                </a:lnTo>
                <a:lnTo>
                  <a:pt x="174650" y="43282"/>
                </a:lnTo>
                <a:lnTo>
                  <a:pt x="134417" y="43282"/>
                </a:lnTo>
                <a:lnTo>
                  <a:pt x="138074" y="17069"/>
                </a:lnTo>
                <a:lnTo>
                  <a:pt x="178612" y="17069"/>
                </a:lnTo>
                <a:close/>
                <a:moveTo>
                  <a:pt x="79552" y="305"/>
                </a:moveTo>
                <a:lnTo>
                  <a:pt x="130454" y="305"/>
                </a:lnTo>
                <a:lnTo>
                  <a:pt x="117348" y="91745"/>
                </a:lnTo>
                <a:lnTo>
                  <a:pt x="66446" y="91745"/>
                </a:lnTo>
                <a:lnTo>
                  <a:pt x="67665" y="82296"/>
                </a:lnTo>
                <a:lnTo>
                  <a:pt x="19507" y="94793"/>
                </a:lnTo>
                <a:lnTo>
                  <a:pt x="24079" y="63399"/>
                </a:lnTo>
                <a:lnTo>
                  <a:pt x="72237" y="50902"/>
                </a:lnTo>
                <a:lnTo>
                  <a:pt x="73456" y="43891"/>
                </a:lnTo>
                <a:lnTo>
                  <a:pt x="27432" y="40843"/>
                </a:lnTo>
                <a:lnTo>
                  <a:pt x="31699" y="9449"/>
                </a:lnTo>
                <a:lnTo>
                  <a:pt x="77724" y="12497"/>
                </a:lnTo>
                <a:close/>
                <a:moveTo>
                  <a:pt x="955776" y="0"/>
                </a:moveTo>
                <a:lnTo>
                  <a:pt x="1025271" y="0"/>
                </a:lnTo>
                <a:lnTo>
                  <a:pt x="1022832" y="17374"/>
                </a:lnTo>
                <a:lnTo>
                  <a:pt x="1103909" y="17374"/>
                </a:lnTo>
                <a:lnTo>
                  <a:pt x="1099642" y="46330"/>
                </a:lnTo>
                <a:lnTo>
                  <a:pt x="915238" y="46330"/>
                </a:lnTo>
                <a:lnTo>
                  <a:pt x="878357" y="219456"/>
                </a:lnTo>
                <a:lnTo>
                  <a:pt x="826236" y="219456"/>
                </a:lnTo>
                <a:lnTo>
                  <a:pt x="867079" y="28042"/>
                </a:lnTo>
                <a:lnTo>
                  <a:pt x="857631" y="17374"/>
                </a:lnTo>
                <a:lnTo>
                  <a:pt x="964615" y="17374"/>
                </a:lnTo>
                <a:lnTo>
                  <a:pt x="965530" y="11583"/>
                </a:lnTo>
                <a:close/>
                <a:moveTo>
                  <a:pt x="612800" y="0"/>
                </a:moveTo>
                <a:lnTo>
                  <a:pt x="682294" y="0"/>
                </a:lnTo>
                <a:lnTo>
                  <a:pt x="673760" y="28956"/>
                </a:lnTo>
                <a:lnTo>
                  <a:pt x="823112" y="28956"/>
                </a:lnTo>
                <a:lnTo>
                  <a:pt x="819150" y="57912"/>
                </a:lnTo>
                <a:lnTo>
                  <a:pt x="665226" y="57912"/>
                </a:lnTo>
                <a:lnTo>
                  <a:pt x="656996" y="86868"/>
                </a:lnTo>
                <a:lnTo>
                  <a:pt x="803300" y="86868"/>
                </a:lnTo>
                <a:lnTo>
                  <a:pt x="788365" y="193548"/>
                </a:lnTo>
                <a:cubicBezTo>
                  <a:pt x="787552" y="199441"/>
                  <a:pt x="784911" y="204369"/>
                  <a:pt x="780440" y="208331"/>
                </a:cubicBezTo>
                <a:cubicBezTo>
                  <a:pt x="775970" y="212293"/>
                  <a:pt x="770788" y="214275"/>
                  <a:pt x="764895" y="214275"/>
                </a:cubicBezTo>
                <a:lnTo>
                  <a:pt x="653034" y="214275"/>
                </a:lnTo>
                <a:lnTo>
                  <a:pt x="679551" y="186233"/>
                </a:lnTo>
                <a:lnTo>
                  <a:pt x="679551" y="185319"/>
                </a:lnTo>
                <a:lnTo>
                  <a:pt x="731672" y="185319"/>
                </a:lnTo>
                <a:lnTo>
                  <a:pt x="741426" y="115824"/>
                </a:lnTo>
                <a:lnTo>
                  <a:pt x="590855" y="115824"/>
                </a:lnTo>
                <a:lnTo>
                  <a:pt x="621639" y="10059"/>
                </a:lnTo>
                <a:close/>
              </a:path>
            </a:pathLst>
          </a:custGeom>
          <a:gradFill>
            <a:gsLst>
              <a:gs pos="0">
                <a:srgbClr val="80FFFF"/>
              </a:gs>
              <a:gs pos="100000">
                <a:srgbClr val="FFFFFF"/>
              </a:gs>
            </a:gsLst>
            <a:lin ang="1620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spcBef>
                <a:spcPts val="0"/>
              </a:spcBef>
              <a:spcAft>
                <a:spcPts val="0"/>
              </a:spcAft>
              <a:buClrTx/>
              <a:buSzTx/>
              <a:buFontTx/>
              <a:buNone/>
              <a:defRPr/>
            </a:pPr>
            <a:endParaRPr kumimoji="0" lang="zh-CN" altLang="en-US" sz="2400" b="0" i="0" u="none" strike="noStrike" kern="1200" cap="none" spc="0" normalizeH="0" baseline="0" dirty="0">
              <a:ln>
                <a:noFill/>
              </a:ln>
              <a:gradFill>
                <a:gsLst>
                  <a:gs pos="0">
                    <a:srgbClr val="80FFFF"/>
                  </a:gs>
                  <a:gs pos="100000">
                    <a:srgbClr val="FFFFFF"/>
                  </a:gs>
                </a:gsLst>
                <a:lin ang="16200000" scaled="0"/>
              </a:gradFill>
              <a:effectLst/>
              <a:latin typeface="优设标题黑" panose="00000500000000000000" charset="-122"/>
              <a:ea typeface="优设标题黑" panose="00000500000000000000" charset="-122"/>
              <a:cs typeface="优设标题黑" panose="00000500000000000000"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25400"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2936183" y="296690"/>
            <a:ext cx="1634648"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4972118" y="367180"/>
              <a:ext cx="1308050"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教学整体设计</a:t>
              </a:r>
            </a:p>
          </p:txBody>
        </p:sp>
      </p:grpSp>
      <p:grpSp>
        <p:nvGrpSpPr>
          <p:cNvPr id="37" name="组合 36"/>
          <p:cNvGrpSpPr/>
          <p:nvPr userDrawn="1"/>
        </p:nvGrpSpPr>
        <p:grpSpPr>
          <a:xfrm>
            <a:off x="4721707" y="296690"/>
            <a:ext cx="1634649" cy="402590"/>
            <a:chOff x="6629318" y="296690"/>
            <a:chExt cx="1634649"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792617" y="367180"/>
              <a:ext cx="1308050"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教学实施过程</a:t>
              </a:r>
            </a:p>
          </p:txBody>
        </p:sp>
      </p:grpSp>
      <p:grpSp>
        <p:nvGrpSpPr>
          <p:cNvPr id="36" name="组合 35"/>
          <p:cNvGrpSpPr/>
          <p:nvPr userDrawn="1"/>
        </p:nvGrpSpPr>
        <p:grpSpPr>
          <a:xfrm>
            <a:off x="6542207" y="296690"/>
            <a:ext cx="1634649" cy="402590"/>
            <a:chOff x="8441899" y="296690"/>
            <a:chExt cx="1634649" cy="402590"/>
          </a:xfrm>
        </p:grpSpPr>
        <p:sp>
          <p:nvSpPr>
            <p:cNvPr id="23" name="任意多边形: 形状 22"/>
            <p:cNvSpPr/>
            <p:nvPr/>
          </p:nvSpPr>
          <p:spPr>
            <a:xfrm>
              <a:off x="8441899"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4" name="文本框 48"/>
            <p:cNvSpPr txBox="1"/>
            <p:nvPr/>
          </p:nvSpPr>
          <p:spPr>
            <a:xfrm>
              <a:off x="8605198" y="367180"/>
              <a:ext cx="1308051"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学生学习效果</a:t>
              </a:r>
            </a:p>
          </p:txBody>
        </p:sp>
      </p:grpSp>
      <p:grpSp>
        <p:nvGrpSpPr>
          <p:cNvPr id="39" name="组合 38"/>
          <p:cNvGrpSpPr/>
          <p:nvPr userDrawn="1"/>
        </p:nvGrpSpPr>
        <p:grpSpPr>
          <a:xfrm>
            <a:off x="10140310" y="285578"/>
            <a:ext cx="172176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975"/>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rgbClr val="031333"/>
                  </a:solidFill>
                  <a:latin typeface="微软雅黑" panose="020B0503020204020204" charset="-122"/>
                  <a:ea typeface="微软雅黑" panose="020B0503020204020204" charset="-122"/>
                </a:rPr>
                <a:t>反思与改进</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grpSp>
        <p:nvGrpSpPr>
          <p:cNvPr id="35" name="组合 34"/>
          <p:cNvGrpSpPr/>
          <p:nvPr userDrawn="1"/>
        </p:nvGrpSpPr>
        <p:grpSpPr>
          <a:xfrm>
            <a:off x="8354788" y="296690"/>
            <a:ext cx="1634649" cy="402590"/>
            <a:chOff x="10227421" y="296690"/>
            <a:chExt cx="1634649" cy="402590"/>
          </a:xfrm>
        </p:grpSpPr>
        <p:sp>
          <p:nvSpPr>
            <p:cNvPr id="30" name="任意多边形: 形状 29"/>
            <p:cNvSpPr/>
            <p:nvPr/>
          </p:nvSpPr>
          <p:spPr>
            <a:xfrm>
              <a:off x="10227421"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31" name="文本框 24"/>
            <p:cNvSpPr txBox="1"/>
            <p:nvPr/>
          </p:nvSpPr>
          <p:spPr>
            <a:xfrm>
              <a:off x="10499724" y="367180"/>
              <a:ext cx="1090042" cy="261610"/>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特色与创新</a:t>
              </a:r>
            </a:p>
          </p:txBody>
        </p:sp>
      </p:grpSp>
      <p:sp>
        <p:nvSpPr>
          <p:cNvPr id="2" name="文本框 1"/>
          <p:cNvSpPr txBox="1"/>
          <p:nvPr userDrawn="1"/>
        </p:nvSpPr>
        <p:spPr>
          <a:xfrm>
            <a:off x="291207" y="87658"/>
            <a:ext cx="1652092" cy="219151"/>
          </a:xfrm>
          <a:custGeom>
            <a:avLst/>
            <a:gdLst/>
            <a:ahLst/>
            <a:cxnLst/>
            <a:rect l="l" t="t" r="r" b="b"/>
            <a:pathLst>
              <a:path w="1652092" h="219151">
                <a:moveTo>
                  <a:pt x="1193292" y="184709"/>
                </a:moveTo>
                <a:lnTo>
                  <a:pt x="1189329" y="213665"/>
                </a:lnTo>
                <a:lnTo>
                  <a:pt x="1101852" y="218846"/>
                </a:lnTo>
                <a:lnTo>
                  <a:pt x="1105814" y="190500"/>
                </a:lnTo>
                <a:close/>
                <a:moveTo>
                  <a:pt x="1205789" y="180442"/>
                </a:moveTo>
                <a:lnTo>
                  <a:pt x="1354226" y="192329"/>
                </a:lnTo>
                <a:lnTo>
                  <a:pt x="1350569" y="218542"/>
                </a:lnTo>
                <a:lnTo>
                  <a:pt x="1202131" y="207264"/>
                </a:lnTo>
                <a:close/>
                <a:moveTo>
                  <a:pt x="1217676" y="139294"/>
                </a:moveTo>
                <a:lnTo>
                  <a:pt x="1348740" y="149657"/>
                </a:lnTo>
                <a:lnTo>
                  <a:pt x="1344473" y="178308"/>
                </a:lnTo>
                <a:lnTo>
                  <a:pt x="1213713" y="167945"/>
                </a:lnTo>
                <a:close/>
                <a:moveTo>
                  <a:pt x="567995" y="132893"/>
                </a:moveTo>
                <a:lnTo>
                  <a:pt x="608533" y="132893"/>
                </a:lnTo>
                <a:lnTo>
                  <a:pt x="583539" y="218237"/>
                </a:lnTo>
                <a:lnTo>
                  <a:pt x="542696" y="218237"/>
                </a:lnTo>
                <a:close/>
                <a:moveTo>
                  <a:pt x="930783" y="115824"/>
                </a:moveTo>
                <a:lnTo>
                  <a:pt x="1081354" y="115824"/>
                </a:lnTo>
                <a:lnTo>
                  <a:pt x="1077392" y="143256"/>
                </a:lnTo>
                <a:lnTo>
                  <a:pt x="1030148" y="143256"/>
                </a:lnTo>
                <a:lnTo>
                  <a:pt x="1024356" y="185318"/>
                </a:lnTo>
                <a:lnTo>
                  <a:pt x="1079221" y="185318"/>
                </a:lnTo>
                <a:lnTo>
                  <a:pt x="1075258" y="213665"/>
                </a:lnTo>
                <a:lnTo>
                  <a:pt x="911885" y="213665"/>
                </a:lnTo>
                <a:lnTo>
                  <a:pt x="915848" y="185318"/>
                </a:lnTo>
                <a:lnTo>
                  <a:pt x="967359" y="185318"/>
                </a:lnTo>
                <a:lnTo>
                  <a:pt x="973150" y="143256"/>
                </a:lnTo>
                <a:lnTo>
                  <a:pt x="926821" y="143256"/>
                </a:lnTo>
                <a:close/>
                <a:moveTo>
                  <a:pt x="358521" y="100889"/>
                </a:moveTo>
                <a:lnTo>
                  <a:pt x="384429" y="100889"/>
                </a:lnTo>
                <a:lnTo>
                  <a:pt x="373456" y="208178"/>
                </a:lnTo>
                <a:lnTo>
                  <a:pt x="347548" y="208178"/>
                </a:lnTo>
                <a:close/>
                <a:moveTo>
                  <a:pt x="289941" y="100889"/>
                </a:moveTo>
                <a:lnTo>
                  <a:pt x="315849" y="100889"/>
                </a:lnTo>
                <a:lnTo>
                  <a:pt x="296342" y="208178"/>
                </a:lnTo>
                <a:lnTo>
                  <a:pt x="270434" y="208178"/>
                </a:lnTo>
                <a:close/>
                <a:moveTo>
                  <a:pt x="392963" y="95707"/>
                </a:moveTo>
                <a:lnTo>
                  <a:pt x="538048" y="95707"/>
                </a:lnTo>
                <a:lnTo>
                  <a:pt x="534390" y="122225"/>
                </a:lnTo>
                <a:lnTo>
                  <a:pt x="488061" y="122225"/>
                </a:lnTo>
                <a:lnTo>
                  <a:pt x="485622" y="140818"/>
                </a:lnTo>
                <a:lnTo>
                  <a:pt x="526161" y="140818"/>
                </a:lnTo>
                <a:lnTo>
                  <a:pt x="522198" y="168554"/>
                </a:lnTo>
                <a:lnTo>
                  <a:pt x="481660" y="168554"/>
                </a:lnTo>
                <a:lnTo>
                  <a:pt x="478307" y="191414"/>
                </a:lnTo>
                <a:lnTo>
                  <a:pt x="526770" y="191414"/>
                </a:lnTo>
                <a:lnTo>
                  <a:pt x="522808" y="218237"/>
                </a:lnTo>
                <a:lnTo>
                  <a:pt x="374066" y="218237"/>
                </a:lnTo>
                <a:lnTo>
                  <a:pt x="378028" y="191414"/>
                </a:lnTo>
                <a:lnTo>
                  <a:pt x="425272" y="191414"/>
                </a:lnTo>
                <a:lnTo>
                  <a:pt x="428625" y="168554"/>
                </a:lnTo>
                <a:lnTo>
                  <a:pt x="388391" y="168554"/>
                </a:lnTo>
                <a:lnTo>
                  <a:pt x="392354" y="140818"/>
                </a:lnTo>
                <a:lnTo>
                  <a:pt x="432587" y="140818"/>
                </a:lnTo>
                <a:lnTo>
                  <a:pt x="435026" y="122225"/>
                </a:lnTo>
                <a:lnTo>
                  <a:pt x="389306" y="122225"/>
                </a:lnTo>
                <a:close/>
                <a:moveTo>
                  <a:pt x="1488414" y="75590"/>
                </a:moveTo>
                <a:lnTo>
                  <a:pt x="1647825" y="75590"/>
                </a:lnTo>
                <a:lnTo>
                  <a:pt x="1643862" y="103632"/>
                </a:lnTo>
                <a:lnTo>
                  <a:pt x="1587475" y="103632"/>
                </a:lnTo>
                <a:lnTo>
                  <a:pt x="1583817" y="113690"/>
                </a:lnTo>
                <a:lnTo>
                  <a:pt x="1642034" y="113690"/>
                </a:lnTo>
                <a:lnTo>
                  <a:pt x="1630146" y="197815"/>
                </a:lnTo>
                <a:cubicBezTo>
                  <a:pt x="1629334" y="203708"/>
                  <a:pt x="1627302" y="208686"/>
                  <a:pt x="1624050" y="212750"/>
                </a:cubicBezTo>
                <a:cubicBezTo>
                  <a:pt x="1620799" y="216814"/>
                  <a:pt x="1617142" y="218846"/>
                  <a:pt x="1613078" y="218846"/>
                </a:cubicBezTo>
                <a:lnTo>
                  <a:pt x="1581988" y="218846"/>
                </a:lnTo>
                <a:lnTo>
                  <a:pt x="1592961" y="206350"/>
                </a:lnTo>
                <a:lnTo>
                  <a:pt x="1603019" y="134722"/>
                </a:lnTo>
                <a:lnTo>
                  <a:pt x="1595095" y="134722"/>
                </a:lnTo>
                <a:lnTo>
                  <a:pt x="1584122" y="212750"/>
                </a:lnTo>
                <a:lnTo>
                  <a:pt x="1551508" y="212750"/>
                </a:lnTo>
                <a:lnTo>
                  <a:pt x="1562481" y="134722"/>
                </a:lnTo>
                <a:lnTo>
                  <a:pt x="1554556" y="134722"/>
                </a:lnTo>
                <a:lnTo>
                  <a:pt x="1543583" y="212750"/>
                </a:lnTo>
                <a:lnTo>
                  <a:pt x="1512799" y="212750"/>
                </a:lnTo>
                <a:lnTo>
                  <a:pt x="1523771" y="134722"/>
                </a:lnTo>
                <a:lnTo>
                  <a:pt x="1515846" y="134722"/>
                </a:lnTo>
                <a:lnTo>
                  <a:pt x="1503959" y="218846"/>
                </a:lnTo>
                <a:lnTo>
                  <a:pt x="1467688" y="218846"/>
                </a:lnTo>
                <a:lnTo>
                  <a:pt x="1482318" y="113690"/>
                </a:lnTo>
                <a:lnTo>
                  <a:pt x="1526819" y="113690"/>
                </a:lnTo>
                <a:lnTo>
                  <a:pt x="1530477" y="103632"/>
                </a:lnTo>
                <a:lnTo>
                  <a:pt x="1484452" y="103632"/>
                </a:lnTo>
                <a:close/>
                <a:moveTo>
                  <a:pt x="1022528" y="71628"/>
                </a:moveTo>
                <a:lnTo>
                  <a:pt x="1074953" y="71628"/>
                </a:lnTo>
                <a:lnTo>
                  <a:pt x="1089279" y="110033"/>
                </a:lnTo>
                <a:lnTo>
                  <a:pt x="1036853" y="110033"/>
                </a:lnTo>
                <a:close/>
                <a:moveTo>
                  <a:pt x="949681" y="71628"/>
                </a:moveTo>
                <a:lnTo>
                  <a:pt x="1002106" y="71628"/>
                </a:lnTo>
                <a:lnTo>
                  <a:pt x="977417" y="110033"/>
                </a:lnTo>
                <a:lnTo>
                  <a:pt x="924992" y="110033"/>
                </a:lnTo>
                <a:close/>
                <a:moveTo>
                  <a:pt x="1396975" y="69494"/>
                </a:moveTo>
                <a:lnTo>
                  <a:pt x="1432026" y="69494"/>
                </a:lnTo>
                <a:lnTo>
                  <a:pt x="1428064" y="161544"/>
                </a:lnTo>
                <a:lnTo>
                  <a:pt x="1449400" y="69494"/>
                </a:lnTo>
                <a:lnTo>
                  <a:pt x="1484452" y="69494"/>
                </a:lnTo>
                <a:lnTo>
                  <a:pt x="1460373" y="173431"/>
                </a:lnTo>
                <a:lnTo>
                  <a:pt x="1468907" y="172212"/>
                </a:lnTo>
                <a:lnTo>
                  <a:pt x="1464945" y="201168"/>
                </a:lnTo>
                <a:lnTo>
                  <a:pt x="1374419" y="213360"/>
                </a:lnTo>
                <a:lnTo>
                  <a:pt x="1378687" y="184404"/>
                </a:lnTo>
                <a:lnTo>
                  <a:pt x="1392098" y="182575"/>
                </a:lnTo>
                <a:close/>
                <a:moveTo>
                  <a:pt x="569519" y="69190"/>
                </a:moveTo>
                <a:lnTo>
                  <a:pt x="609447" y="69190"/>
                </a:lnTo>
                <a:lnTo>
                  <a:pt x="610971" y="121310"/>
                </a:lnTo>
                <a:lnTo>
                  <a:pt x="571043" y="121310"/>
                </a:lnTo>
                <a:close/>
                <a:moveTo>
                  <a:pt x="94793" y="59436"/>
                </a:moveTo>
                <a:lnTo>
                  <a:pt x="264261" y="59436"/>
                </a:lnTo>
                <a:lnTo>
                  <a:pt x="260299" y="88392"/>
                </a:lnTo>
                <a:lnTo>
                  <a:pt x="230429" y="88392"/>
                </a:lnTo>
                <a:lnTo>
                  <a:pt x="223418" y="140818"/>
                </a:lnTo>
                <a:lnTo>
                  <a:pt x="243535" y="140818"/>
                </a:lnTo>
                <a:lnTo>
                  <a:pt x="255117" y="129235"/>
                </a:lnTo>
                <a:lnTo>
                  <a:pt x="248717" y="174955"/>
                </a:lnTo>
                <a:lnTo>
                  <a:pt x="169773" y="174955"/>
                </a:lnTo>
                <a:lnTo>
                  <a:pt x="181661" y="88392"/>
                </a:lnTo>
                <a:lnTo>
                  <a:pt x="164592" y="88392"/>
                </a:lnTo>
                <a:lnTo>
                  <a:pt x="137160" y="175565"/>
                </a:lnTo>
                <a:lnTo>
                  <a:pt x="86563" y="175565"/>
                </a:lnTo>
                <a:lnTo>
                  <a:pt x="113995" y="88392"/>
                </a:lnTo>
                <a:lnTo>
                  <a:pt x="90830" y="88392"/>
                </a:lnTo>
                <a:close/>
                <a:moveTo>
                  <a:pt x="22860" y="51816"/>
                </a:moveTo>
                <a:lnTo>
                  <a:pt x="86563" y="51816"/>
                </a:lnTo>
                <a:lnTo>
                  <a:pt x="69494" y="172517"/>
                </a:lnTo>
                <a:lnTo>
                  <a:pt x="111252" y="185014"/>
                </a:lnTo>
                <a:lnTo>
                  <a:pt x="252984" y="185014"/>
                </a:lnTo>
                <a:lnTo>
                  <a:pt x="249021" y="213970"/>
                </a:lnTo>
                <a:lnTo>
                  <a:pt x="86868" y="213970"/>
                </a:lnTo>
                <a:lnTo>
                  <a:pt x="56997" y="205130"/>
                </a:lnTo>
                <a:lnTo>
                  <a:pt x="52121" y="213970"/>
                </a:lnTo>
                <a:lnTo>
                  <a:pt x="0" y="213970"/>
                </a:lnTo>
                <a:lnTo>
                  <a:pt x="15545" y="185014"/>
                </a:lnTo>
                <a:lnTo>
                  <a:pt x="30175" y="80772"/>
                </a:lnTo>
                <a:lnTo>
                  <a:pt x="18593" y="80772"/>
                </a:lnTo>
                <a:close/>
                <a:moveTo>
                  <a:pt x="668274" y="46330"/>
                </a:moveTo>
                <a:lnTo>
                  <a:pt x="697535" y="46330"/>
                </a:lnTo>
                <a:lnTo>
                  <a:pt x="684428" y="138989"/>
                </a:lnTo>
                <a:lnTo>
                  <a:pt x="720395" y="218237"/>
                </a:lnTo>
                <a:lnTo>
                  <a:pt x="678027" y="218237"/>
                </a:lnTo>
                <a:lnTo>
                  <a:pt x="665226" y="179527"/>
                </a:lnTo>
                <a:lnTo>
                  <a:pt x="644804" y="218237"/>
                </a:lnTo>
                <a:lnTo>
                  <a:pt x="601218" y="218237"/>
                </a:lnTo>
                <a:lnTo>
                  <a:pt x="654253" y="137160"/>
                </a:lnTo>
                <a:close/>
                <a:moveTo>
                  <a:pt x="1278636" y="44501"/>
                </a:moveTo>
                <a:lnTo>
                  <a:pt x="1274064" y="53035"/>
                </a:lnTo>
                <a:lnTo>
                  <a:pt x="1297533" y="73152"/>
                </a:lnTo>
                <a:lnTo>
                  <a:pt x="1326185" y="56388"/>
                </a:lnTo>
                <a:lnTo>
                  <a:pt x="1327709" y="44501"/>
                </a:lnTo>
                <a:close/>
                <a:moveTo>
                  <a:pt x="453314" y="32004"/>
                </a:moveTo>
                <a:lnTo>
                  <a:pt x="449961" y="57302"/>
                </a:lnTo>
                <a:lnTo>
                  <a:pt x="493243" y="57302"/>
                </a:lnTo>
                <a:lnTo>
                  <a:pt x="496595" y="32004"/>
                </a:lnTo>
                <a:close/>
                <a:moveTo>
                  <a:pt x="748741" y="17374"/>
                </a:moveTo>
                <a:lnTo>
                  <a:pt x="777392" y="17374"/>
                </a:lnTo>
                <a:lnTo>
                  <a:pt x="756361" y="166726"/>
                </a:lnTo>
                <a:lnTo>
                  <a:pt x="727710" y="166726"/>
                </a:lnTo>
                <a:close/>
                <a:moveTo>
                  <a:pt x="633222" y="5791"/>
                </a:moveTo>
                <a:lnTo>
                  <a:pt x="742340" y="5791"/>
                </a:lnTo>
                <a:lnTo>
                  <a:pt x="721614" y="155753"/>
                </a:lnTo>
                <a:lnTo>
                  <a:pt x="699973" y="155753"/>
                </a:lnTo>
                <a:lnTo>
                  <a:pt x="691743" y="140208"/>
                </a:lnTo>
                <a:lnTo>
                  <a:pt x="706374" y="31394"/>
                </a:lnTo>
                <a:lnTo>
                  <a:pt x="663702" y="31394"/>
                </a:lnTo>
                <a:lnTo>
                  <a:pt x="648157" y="135941"/>
                </a:lnTo>
                <a:lnTo>
                  <a:pt x="634441" y="156667"/>
                </a:lnTo>
                <a:lnTo>
                  <a:pt x="611581" y="156667"/>
                </a:lnTo>
                <a:close/>
                <a:moveTo>
                  <a:pt x="578663" y="5486"/>
                </a:moveTo>
                <a:lnTo>
                  <a:pt x="618591" y="5486"/>
                </a:lnTo>
                <a:lnTo>
                  <a:pt x="620115" y="57607"/>
                </a:lnTo>
                <a:lnTo>
                  <a:pt x="580187" y="57607"/>
                </a:lnTo>
                <a:close/>
                <a:moveTo>
                  <a:pt x="411556" y="5486"/>
                </a:moveTo>
                <a:lnTo>
                  <a:pt x="546278" y="5486"/>
                </a:lnTo>
                <a:lnTo>
                  <a:pt x="535305" y="83820"/>
                </a:lnTo>
                <a:lnTo>
                  <a:pt x="400583" y="83820"/>
                </a:lnTo>
                <a:close/>
                <a:moveTo>
                  <a:pt x="1154887" y="5182"/>
                </a:moveTo>
                <a:lnTo>
                  <a:pt x="1218590" y="5182"/>
                </a:lnTo>
                <a:lnTo>
                  <a:pt x="1174089" y="74676"/>
                </a:lnTo>
                <a:lnTo>
                  <a:pt x="1208837" y="74676"/>
                </a:lnTo>
                <a:lnTo>
                  <a:pt x="1164336" y="144170"/>
                </a:lnTo>
                <a:lnTo>
                  <a:pt x="1199083" y="144170"/>
                </a:lnTo>
                <a:lnTo>
                  <a:pt x="1195121" y="173126"/>
                </a:lnTo>
                <a:lnTo>
                  <a:pt x="1108253" y="173126"/>
                </a:lnTo>
                <a:lnTo>
                  <a:pt x="1112215" y="144170"/>
                </a:lnTo>
                <a:lnTo>
                  <a:pt x="1138123" y="103632"/>
                </a:lnTo>
                <a:lnTo>
                  <a:pt x="1117702" y="103632"/>
                </a:lnTo>
                <a:lnTo>
                  <a:pt x="1121664" y="74676"/>
                </a:lnTo>
                <a:lnTo>
                  <a:pt x="1161593" y="12802"/>
                </a:lnTo>
                <a:close/>
                <a:moveTo>
                  <a:pt x="29261" y="5182"/>
                </a:moveTo>
                <a:lnTo>
                  <a:pt x="76809" y="5182"/>
                </a:lnTo>
                <a:lnTo>
                  <a:pt x="89001" y="41148"/>
                </a:lnTo>
                <a:lnTo>
                  <a:pt x="41453" y="41148"/>
                </a:lnTo>
                <a:close/>
                <a:moveTo>
                  <a:pt x="115214" y="4877"/>
                </a:moveTo>
                <a:lnTo>
                  <a:pt x="263042" y="4877"/>
                </a:lnTo>
                <a:lnTo>
                  <a:pt x="259080" y="33833"/>
                </a:lnTo>
                <a:lnTo>
                  <a:pt x="111252" y="33833"/>
                </a:lnTo>
                <a:close/>
                <a:moveTo>
                  <a:pt x="778307" y="3962"/>
                </a:moveTo>
                <a:lnTo>
                  <a:pt x="827075" y="3962"/>
                </a:lnTo>
                <a:lnTo>
                  <a:pt x="799948" y="197815"/>
                </a:lnTo>
                <a:cubicBezTo>
                  <a:pt x="799135" y="203505"/>
                  <a:pt x="796493" y="208331"/>
                  <a:pt x="792023" y="212293"/>
                </a:cubicBezTo>
                <a:cubicBezTo>
                  <a:pt x="787552" y="216256"/>
                  <a:pt x="782472" y="218237"/>
                  <a:pt x="776783" y="218237"/>
                </a:cubicBezTo>
                <a:lnTo>
                  <a:pt x="734415" y="218237"/>
                </a:lnTo>
                <a:lnTo>
                  <a:pt x="760933" y="189586"/>
                </a:lnTo>
                <a:lnTo>
                  <a:pt x="785927" y="12497"/>
                </a:lnTo>
                <a:close/>
                <a:moveTo>
                  <a:pt x="396011" y="2438"/>
                </a:moveTo>
                <a:lnTo>
                  <a:pt x="392049" y="30480"/>
                </a:lnTo>
                <a:lnTo>
                  <a:pt x="369798" y="32614"/>
                </a:lnTo>
                <a:lnTo>
                  <a:pt x="365836" y="61265"/>
                </a:lnTo>
                <a:lnTo>
                  <a:pt x="392049" y="61265"/>
                </a:lnTo>
                <a:lnTo>
                  <a:pt x="388086" y="89306"/>
                </a:lnTo>
                <a:lnTo>
                  <a:pt x="358521" y="89306"/>
                </a:lnTo>
                <a:lnTo>
                  <a:pt x="340233" y="219151"/>
                </a:lnTo>
                <a:lnTo>
                  <a:pt x="299999" y="219151"/>
                </a:lnTo>
                <a:lnTo>
                  <a:pt x="318287" y="89306"/>
                </a:lnTo>
                <a:lnTo>
                  <a:pt x="287198" y="89306"/>
                </a:lnTo>
                <a:lnTo>
                  <a:pt x="291160" y="61265"/>
                </a:lnTo>
                <a:lnTo>
                  <a:pt x="318897" y="61265"/>
                </a:lnTo>
                <a:lnTo>
                  <a:pt x="322554" y="36881"/>
                </a:lnTo>
                <a:lnTo>
                  <a:pt x="296342" y="39319"/>
                </a:lnTo>
                <a:lnTo>
                  <a:pt x="300304" y="11278"/>
                </a:lnTo>
                <a:close/>
                <a:moveTo>
                  <a:pt x="1543888" y="610"/>
                </a:moveTo>
                <a:lnTo>
                  <a:pt x="1601191" y="610"/>
                </a:lnTo>
                <a:lnTo>
                  <a:pt x="1595399" y="42062"/>
                </a:lnTo>
                <a:lnTo>
                  <a:pt x="1607896" y="42062"/>
                </a:lnTo>
                <a:lnTo>
                  <a:pt x="1613078" y="5182"/>
                </a:lnTo>
                <a:lnTo>
                  <a:pt x="1652092" y="5182"/>
                </a:lnTo>
                <a:lnTo>
                  <a:pt x="1643558" y="65837"/>
                </a:lnTo>
                <a:lnTo>
                  <a:pt x="1489634" y="65837"/>
                </a:lnTo>
                <a:lnTo>
                  <a:pt x="1498168" y="5486"/>
                </a:lnTo>
                <a:lnTo>
                  <a:pt x="1536878" y="5486"/>
                </a:lnTo>
                <a:lnTo>
                  <a:pt x="1531696" y="42062"/>
                </a:lnTo>
                <a:lnTo>
                  <a:pt x="1546936" y="42062"/>
                </a:lnTo>
                <a:lnTo>
                  <a:pt x="1551508" y="10058"/>
                </a:lnTo>
                <a:close/>
                <a:moveTo>
                  <a:pt x="1419225" y="610"/>
                </a:moveTo>
                <a:lnTo>
                  <a:pt x="1472260" y="610"/>
                </a:lnTo>
                <a:lnTo>
                  <a:pt x="1467993" y="31699"/>
                </a:lnTo>
                <a:lnTo>
                  <a:pt x="1488719" y="31699"/>
                </a:lnTo>
                <a:lnTo>
                  <a:pt x="1485062" y="57607"/>
                </a:lnTo>
                <a:lnTo>
                  <a:pt x="1396060" y="57607"/>
                </a:lnTo>
                <a:lnTo>
                  <a:pt x="1399718" y="31699"/>
                </a:lnTo>
                <a:lnTo>
                  <a:pt x="1423797" y="31699"/>
                </a:lnTo>
                <a:lnTo>
                  <a:pt x="1426540" y="12497"/>
                </a:lnTo>
                <a:close/>
                <a:moveTo>
                  <a:pt x="1241450" y="305"/>
                </a:moveTo>
                <a:lnTo>
                  <a:pt x="1302105" y="305"/>
                </a:lnTo>
                <a:lnTo>
                  <a:pt x="1293266" y="17069"/>
                </a:lnTo>
                <a:lnTo>
                  <a:pt x="1372514" y="17069"/>
                </a:lnTo>
                <a:lnTo>
                  <a:pt x="1364894" y="70409"/>
                </a:lnTo>
                <a:lnTo>
                  <a:pt x="1322527" y="94793"/>
                </a:lnTo>
                <a:lnTo>
                  <a:pt x="1332585" y="103327"/>
                </a:lnTo>
                <a:lnTo>
                  <a:pt x="1366723" y="103327"/>
                </a:lnTo>
                <a:lnTo>
                  <a:pt x="1362456" y="132588"/>
                </a:lnTo>
                <a:lnTo>
                  <a:pt x="1313078" y="132588"/>
                </a:lnTo>
                <a:lnTo>
                  <a:pt x="1290828" y="113081"/>
                </a:lnTo>
                <a:lnTo>
                  <a:pt x="1256690" y="132588"/>
                </a:lnTo>
                <a:lnTo>
                  <a:pt x="1206398" y="132588"/>
                </a:lnTo>
                <a:lnTo>
                  <a:pt x="1210665" y="103632"/>
                </a:lnTo>
                <a:lnTo>
                  <a:pt x="1244193" y="103632"/>
                </a:lnTo>
                <a:lnTo>
                  <a:pt x="1266139" y="91135"/>
                </a:lnTo>
                <a:lnTo>
                  <a:pt x="1254557" y="80467"/>
                </a:lnTo>
                <a:lnTo>
                  <a:pt x="1213104" y="80467"/>
                </a:lnTo>
                <a:lnTo>
                  <a:pt x="1250289" y="10363"/>
                </a:lnTo>
                <a:close/>
                <a:moveTo>
                  <a:pt x="858850" y="305"/>
                </a:moveTo>
                <a:lnTo>
                  <a:pt x="918896" y="305"/>
                </a:lnTo>
                <a:lnTo>
                  <a:pt x="913409" y="39014"/>
                </a:lnTo>
                <a:lnTo>
                  <a:pt x="924077" y="39014"/>
                </a:lnTo>
                <a:lnTo>
                  <a:pt x="920115" y="66142"/>
                </a:lnTo>
                <a:lnTo>
                  <a:pt x="909447" y="66142"/>
                </a:lnTo>
                <a:lnTo>
                  <a:pt x="904875" y="99060"/>
                </a:lnTo>
                <a:lnTo>
                  <a:pt x="913105" y="96622"/>
                </a:lnTo>
                <a:lnTo>
                  <a:pt x="908533" y="128321"/>
                </a:lnTo>
                <a:lnTo>
                  <a:pt x="900608" y="130759"/>
                </a:lnTo>
                <a:lnTo>
                  <a:pt x="891159" y="198730"/>
                </a:lnTo>
                <a:cubicBezTo>
                  <a:pt x="890346" y="204622"/>
                  <a:pt x="887654" y="209448"/>
                  <a:pt x="883082" y="213208"/>
                </a:cubicBezTo>
                <a:cubicBezTo>
                  <a:pt x="878510" y="216967"/>
                  <a:pt x="873379" y="218846"/>
                  <a:pt x="867689" y="218846"/>
                </a:cubicBezTo>
                <a:lnTo>
                  <a:pt x="820445" y="218846"/>
                </a:lnTo>
                <a:lnTo>
                  <a:pt x="840867" y="191414"/>
                </a:lnTo>
                <a:lnTo>
                  <a:pt x="846963" y="147828"/>
                </a:lnTo>
                <a:lnTo>
                  <a:pt x="829894" y="153010"/>
                </a:lnTo>
                <a:lnTo>
                  <a:pt x="834466" y="121006"/>
                </a:lnTo>
                <a:lnTo>
                  <a:pt x="851535" y="115824"/>
                </a:lnTo>
                <a:lnTo>
                  <a:pt x="858545" y="66142"/>
                </a:lnTo>
                <a:lnTo>
                  <a:pt x="842391" y="66142"/>
                </a:lnTo>
                <a:lnTo>
                  <a:pt x="846353" y="39014"/>
                </a:lnTo>
                <a:lnTo>
                  <a:pt x="862203" y="39014"/>
                </a:lnTo>
                <a:lnTo>
                  <a:pt x="866470" y="9144"/>
                </a:lnTo>
                <a:close/>
                <a:moveTo>
                  <a:pt x="979246" y="0"/>
                </a:moveTo>
                <a:lnTo>
                  <a:pt x="1049960" y="0"/>
                </a:lnTo>
                <a:lnTo>
                  <a:pt x="1046912" y="21336"/>
                </a:lnTo>
                <a:lnTo>
                  <a:pt x="1101776" y="21336"/>
                </a:lnTo>
                <a:lnTo>
                  <a:pt x="1095375" y="65227"/>
                </a:lnTo>
                <a:lnTo>
                  <a:pt x="1046912" y="65227"/>
                </a:lnTo>
                <a:lnTo>
                  <a:pt x="1049960" y="43891"/>
                </a:lnTo>
                <a:lnTo>
                  <a:pt x="981989" y="43891"/>
                </a:lnTo>
                <a:lnTo>
                  <a:pt x="978941" y="65227"/>
                </a:lnTo>
                <a:lnTo>
                  <a:pt x="928954" y="65227"/>
                </a:lnTo>
                <a:lnTo>
                  <a:pt x="935355" y="21336"/>
                </a:lnTo>
                <a:lnTo>
                  <a:pt x="989305" y="21336"/>
                </a:lnTo>
                <a:lnTo>
                  <a:pt x="990829" y="11582"/>
                </a:lnTo>
                <a:close/>
              </a:path>
            </a:pathLst>
          </a:custGeom>
          <a:gradFill>
            <a:gsLst>
              <a:gs pos="0">
                <a:srgbClr val="80FFFF"/>
              </a:gs>
              <a:gs pos="100000">
                <a:srgbClr val="FFFFFF"/>
              </a:gs>
            </a:gsLst>
            <a:lin ang="1620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spcBef>
                <a:spcPts val="0"/>
              </a:spcBef>
              <a:spcAft>
                <a:spcPts val="0"/>
              </a:spcAft>
              <a:buClrTx/>
              <a:buSzTx/>
              <a:buFontTx/>
              <a:buNone/>
              <a:defRPr/>
            </a:pPr>
            <a:endParaRPr kumimoji="0" lang="zh-CN" altLang="en-US" sz="2400" b="0" i="0" u="none" strike="noStrike" kern="1200" cap="none" spc="0" normalizeH="0" baseline="0" dirty="0">
              <a:ln>
                <a:noFill/>
              </a:ln>
              <a:gradFill>
                <a:gsLst>
                  <a:gs pos="0">
                    <a:srgbClr val="80FFFF"/>
                  </a:gs>
                  <a:gs pos="100000">
                    <a:srgbClr val="FFFFFF"/>
                  </a:gs>
                </a:gsLst>
                <a:lin ang="16200000" scaled="0"/>
              </a:gradFill>
              <a:effectLst/>
              <a:latin typeface="优设标题黑" panose="00000500000000000000" charset="-122"/>
              <a:ea typeface="优设标题黑" panose="00000500000000000000" charset="-122"/>
              <a:cs typeface="优设标题黑" panose="00000500000000000000" charset="-122"/>
            </a:endParaRPr>
          </a:p>
        </p:txBody>
      </p:sp>
      <p:sp>
        <p:nvSpPr>
          <p:cNvPr id="3" name="文本框 2"/>
          <p:cNvSpPr txBox="1"/>
          <p:nvPr userDrawn="1"/>
        </p:nvSpPr>
        <p:spPr>
          <a:xfrm>
            <a:off x="965391" y="392408"/>
            <a:ext cx="1380744" cy="219456"/>
          </a:xfrm>
          <a:custGeom>
            <a:avLst/>
            <a:gdLst/>
            <a:ahLst/>
            <a:cxnLst/>
            <a:rect l="l" t="t" r="r" b="b"/>
            <a:pathLst>
              <a:path w="1380744" h="219456">
                <a:moveTo>
                  <a:pt x="248412" y="145695"/>
                </a:moveTo>
                <a:lnTo>
                  <a:pt x="244145" y="175870"/>
                </a:lnTo>
                <a:lnTo>
                  <a:pt x="219151" y="183185"/>
                </a:lnTo>
                <a:lnTo>
                  <a:pt x="249631" y="219456"/>
                </a:lnTo>
                <a:lnTo>
                  <a:pt x="188671" y="219456"/>
                </a:lnTo>
                <a:lnTo>
                  <a:pt x="129540" y="148438"/>
                </a:lnTo>
                <a:lnTo>
                  <a:pt x="190195" y="148438"/>
                </a:lnTo>
                <a:lnTo>
                  <a:pt x="199339" y="159715"/>
                </a:lnTo>
                <a:close/>
                <a:moveTo>
                  <a:pt x="435026" y="138075"/>
                </a:moveTo>
                <a:lnTo>
                  <a:pt x="431368" y="164287"/>
                </a:lnTo>
                <a:lnTo>
                  <a:pt x="446913" y="164287"/>
                </a:lnTo>
                <a:lnTo>
                  <a:pt x="450570" y="138075"/>
                </a:lnTo>
                <a:close/>
                <a:moveTo>
                  <a:pt x="559155" y="135941"/>
                </a:moveTo>
                <a:lnTo>
                  <a:pt x="715518" y="135941"/>
                </a:lnTo>
                <a:lnTo>
                  <a:pt x="711250" y="164897"/>
                </a:lnTo>
                <a:lnTo>
                  <a:pt x="554888" y="164897"/>
                </a:lnTo>
                <a:close/>
                <a:moveTo>
                  <a:pt x="406679" y="118263"/>
                </a:moveTo>
                <a:lnTo>
                  <a:pt x="484403" y="118263"/>
                </a:lnTo>
                <a:lnTo>
                  <a:pt x="475259" y="183795"/>
                </a:lnTo>
                <a:lnTo>
                  <a:pt x="397535" y="183795"/>
                </a:lnTo>
                <a:close/>
                <a:moveTo>
                  <a:pt x="114909" y="98451"/>
                </a:moveTo>
                <a:lnTo>
                  <a:pt x="174040" y="98451"/>
                </a:lnTo>
                <a:lnTo>
                  <a:pt x="172516" y="109423"/>
                </a:lnTo>
                <a:lnTo>
                  <a:pt x="258165" y="109423"/>
                </a:lnTo>
                <a:lnTo>
                  <a:pt x="254203" y="138075"/>
                </a:lnTo>
                <a:lnTo>
                  <a:pt x="117348" y="138075"/>
                </a:lnTo>
                <a:lnTo>
                  <a:pt x="93268" y="160935"/>
                </a:lnTo>
                <a:lnTo>
                  <a:pt x="105156" y="160935"/>
                </a:lnTo>
                <a:lnTo>
                  <a:pt x="100888" y="189891"/>
                </a:lnTo>
                <a:lnTo>
                  <a:pt x="148437" y="184709"/>
                </a:lnTo>
                <a:lnTo>
                  <a:pt x="144475" y="211531"/>
                </a:lnTo>
                <a:lnTo>
                  <a:pt x="43586" y="219456"/>
                </a:lnTo>
                <a:lnTo>
                  <a:pt x="46634" y="197815"/>
                </a:lnTo>
                <a:lnTo>
                  <a:pt x="0" y="197815"/>
                </a:lnTo>
                <a:lnTo>
                  <a:pt x="63093" y="138075"/>
                </a:lnTo>
                <a:lnTo>
                  <a:pt x="16154" y="138075"/>
                </a:lnTo>
                <a:lnTo>
                  <a:pt x="20116" y="109423"/>
                </a:lnTo>
                <a:lnTo>
                  <a:pt x="113385" y="109423"/>
                </a:lnTo>
                <a:close/>
                <a:moveTo>
                  <a:pt x="1275588" y="95707"/>
                </a:moveTo>
                <a:lnTo>
                  <a:pt x="1271016" y="127407"/>
                </a:lnTo>
                <a:lnTo>
                  <a:pt x="1311554" y="127407"/>
                </a:lnTo>
                <a:lnTo>
                  <a:pt x="1316126" y="95707"/>
                </a:lnTo>
                <a:close/>
                <a:moveTo>
                  <a:pt x="1178052" y="95707"/>
                </a:moveTo>
                <a:lnTo>
                  <a:pt x="1171956" y="127407"/>
                </a:lnTo>
                <a:lnTo>
                  <a:pt x="1213104" y="127407"/>
                </a:lnTo>
                <a:lnTo>
                  <a:pt x="1217676" y="95707"/>
                </a:lnTo>
                <a:close/>
                <a:moveTo>
                  <a:pt x="285064" y="59436"/>
                </a:moveTo>
                <a:lnTo>
                  <a:pt x="347548" y="59436"/>
                </a:lnTo>
                <a:lnTo>
                  <a:pt x="331393" y="173127"/>
                </a:lnTo>
                <a:lnTo>
                  <a:pt x="342366" y="168859"/>
                </a:lnTo>
                <a:lnTo>
                  <a:pt x="338099" y="200254"/>
                </a:lnTo>
                <a:lnTo>
                  <a:pt x="278358" y="218542"/>
                </a:lnTo>
                <a:lnTo>
                  <a:pt x="296646" y="89307"/>
                </a:lnTo>
                <a:lnTo>
                  <a:pt x="280797" y="89307"/>
                </a:lnTo>
                <a:close/>
                <a:moveTo>
                  <a:pt x="1045997" y="57912"/>
                </a:moveTo>
                <a:lnTo>
                  <a:pt x="1092327" y="57912"/>
                </a:lnTo>
                <a:lnTo>
                  <a:pt x="1062456" y="185319"/>
                </a:lnTo>
                <a:lnTo>
                  <a:pt x="1085926" y="185319"/>
                </a:lnTo>
                <a:lnTo>
                  <a:pt x="1081963" y="214275"/>
                </a:lnTo>
                <a:lnTo>
                  <a:pt x="890854" y="214275"/>
                </a:lnTo>
                <a:lnTo>
                  <a:pt x="894816" y="185319"/>
                </a:lnTo>
                <a:lnTo>
                  <a:pt x="1016127" y="185319"/>
                </a:lnTo>
                <a:close/>
                <a:moveTo>
                  <a:pt x="979246" y="57912"/>
                </a:moveTo>
                <a:lnTo>
                  <a:pt x="1022832" y="57912"/>
                </a:lnTo>
                <a:lnTo>
                  <a:pt x="1012469" y="173736"/>
                </a:lnTo>
                <a:lnTo>
                  <a:pt x="969188" y="173736"/>
                </a:lnTo>
                <a:close/>
                <a:moveTo>
                  <a:pt x="924382" y="57912"/>
                </a:moveTo>
                <a:lnTo>
                  <a:pt x="967968" y="57912"/>
                </a:lnTo>
                <a:lnTo>
                  <a:pt x="957605" y="173736"/>
                </a:lnTo>
                <a:lnTo>
                  <a:pt x="914019" y="173736"/>
                </a:lnTo>
                <a:close/>
                <a:moveTo>
                  <a:pt x="436550" y="38405"/>
                </a:moveTo>
                <a:lnTo>
                  <a:pt x="475564" y="38405"/>
                </a:lnTo>
                <a:lnTo>
                  <a:pt x="474040" y="49683"/>
                </a:lnTo>
                <a:lnTo>
                  <a:pt x="492328" y="49683"/>
                </a:lnTo>
                <a:lnTo>
                  <a:pt x="488975" y="72847"/>
                </a:lnTo>
                <a:lnTo>
                  <a:pt x="470687" y="72847"/>
                </a:lnTo>
                <a:lnTo>
                  <a:pt x="468858" y="85649"/>
                </a:lnTo>
                <a:lnTo>
                  <a:pt x="489890" y="85649"/>
                </a:lnTo>
                <a:lnTo>
                  <a:pt x="486537" y="108814"/>
                </a:lnTo>
                <a:lnTo>
                  <a:pt x="406069" y="108814"/>
                </a:lnTo>
                <a:lnTo>
                  <a:pt x="409422" y="85649"/>
                </a:lnTo>
                <a:lnTo>
                  <a:pt x="429844" y="85649"/>
                </a:lnTo>
                <a:lnTo>
                  <a:pt x="431673" y="72847"/>
                </a:lnTo>
                <a:lnTo>
                  <a:pt x="413690" y="72847"/>
                </a:lnTo>
                <a:lnTo>
                  <a:pt x="417042" y="49683"/>
                </a:lnTo>
                <a:lnTo>
                  <a:pt x="435026" y="49683"/>
                </a:lnTo>
                <a:close/>
                <a:moveTo>
                  <a:pt x="1284122" y="34747"/>
                </a:moveTo>
                <a:lnTo>
                  <a:pt x="1279550" y="66751"/>
                </a:lnTo>
                <a:lnTo>
                  <a:pt x="1320089" y="66751"/>
                </a:lnTo>
                <a:lnTo>
                  <a:pt x="1324661" y="34747"/>
                </a:lnTo>
                <a:close/>
                <a:moveTo>
                  <a:pt x="1189939" y="34747"/>
                </a:moveTo>
                <a:lnTo>
                  <a:pt x="1183538" y="66751"/>
                </a:lnTo>
                <a:lnTo>
                  <a:pt x="1221638" y="66751"/>
                </a:lnTo>
                <a:lnTo>
                  <a:pt x="1226210" y="34747"/>
                </a:lnTo>
                <a:close/>
                <a:moveTo>
                  <a:pt x="1131722" y="5791"/>
                </a:moveTo>
                <a:lnTo>
                  <a:pt x="1380744" y="5791"/>
                </a:lnTo>
                <a:lnTo>
                  <a:pt x="1353617" y="199339"/>
                </a:lnTo>
                <a:cubicBezTo>
                  <a:pt x="1352804" y="205232"/>
                  <a:pt x="1350162" y="210058"/>
                  <a:pt x="1345692" y="213817"/>
                </a:cubicBezTo>
                <a:cubicBezTo>
                  <a:pt x="1341221" y="217577"/>
                  <a:pt x="1336040" y="219456"/>
                  <a:pt x="1330147" y="219456"/>
                </a:cubicBezTo>
                <a:lnTo>
                  <a:pt x="1275588" y="219456"/>
                </a:lnTo>
                <a:lnTo>
                  <a:pt x="1302715" y="191110"/>
                </a:lnTo>
                <a:lnTo>
                  <a:pt x="1307592" y="156363"/>
                </a:lnTo>
                <a:lnTo>
                  <a:pt x="1267053" y="156363"/>
                </a:lnTo>
                <a:lnTo>
                  <a:pt x="1258214" y="219456"/>
                </a:lnTo>
                <a:lnTo>
                  <a:pt x="1200302" y="219456"/>
                </a:lnTo>
                <a:lnTo>
                  <a:pt x="1209141" y="156363"/>
                </a:lnTo>
                <a:lnTo>
                  <a:pt x="1166165" y="156363"/>
                </a:lnTo>
                <a:lnTo>
                  <a:pt x="1153973" y="219456"/>
                </a:lnTo>
                <a:lnTo>
                  <a:pt x="1101852" y="219456"/>
                </a:lnTo>
                <a:lnTo>
                  <a:pt x="1141171" y="16764"/>
                </a:lnTo>
                <a:close/>
                <a:moveTo>
                  <a:pt x="364617" y="5791"/>
                </a:moveTo>
                <a:lnTo>
                  <a:pt x="546887" y="5791"/>
                </a:lnTo>
                <a:lnTo>
                  <a:pt x="519760" y="199339"/>
                </a:lnTo>
                <a:cubicBezTo>
                  <a:pt x="518947" y="205232"/>
                  <a:pt x="516306" y="210058"/>
                  <a:pt x="511835" y="213817"/>
                </a:cubicBezTo>
                <a:cubicBezTo>
                  <a:pt x="507365" y="217577"/>
                  <a:pt x="502183" y="219456"/>
                  <a:pt x="496290" y="219456"/>
                </a:cubicBezTo>
                <a:lnTo>
                  <a:pt x="452399" y="219456"/>
                </a:lnTo>
                <a:lnTo>
                  <a:pt x="479222" y="191415"/>
                </a:lnTo>
                <a:lnTo>
                  <a:pt x="501167" y="34138"/>
                </a:lnTo>
                <a:lnTo>
                  <a:pt x="413994" y="34138"/>
                </a:lnTo>
                <a:lnTo>
                  <a:pt x="383514" y="219456"/>
                </a:lnTo>
                <a:lnTo>
                  <a:pt x="339318" y="219456"/>
                </a:lnTo>
                <a:lnTo>
                  <a:pt x="374065" y="16764"/>
                </a:lnTo>
                <a:close/>
                <a:moveTo>
                  <a:pt x="298170" y="5791"/>
                </a:moveTo>
                <a:lnTo>
                  <a:pt x="341452" y="5791"/>
                </a:lnTo>
                <a:lnTo>
                  <a:pt x="348158" y="47854"/>
                </a:lnTo>
                <a:lnTo>
                  <a:pt x="304876" y="47854"/>
                </a:lnTo>
                <a:close/>
                <a:moveTo>
                  <a:pt x="181051" y="305"/>
                </a:moveTo>
                <a:lnTo>
                  <a:pt x="237439" y="305"/>
                </a:lnTo>
                <a:lnTo>
                  <a:pt x="235000" y="17069"/>
                </a:lnTo>
                <a:lnTo>
                  <a:pt x="272796" y="17069"/>
                </a:lnTo>
                <a:lnTo>
                  <a:pt x="269138" y="43282"/>
                </a:lnTo>
                <a:lnTo>
                  <a:pt x="231038" y="43282"/>
                </a:lnTo>
                <a:lnTo>
                  <a:pt x="227685" y="66447"/>
                </a:lnTo>
                <a:lnTo>
                  <a:pt x="259384" y="66447"/>
                </a:lnTo>
                <a:lnTo>
                  <a:pt x="255727" y="92659"/>
                </a:lnTo>
                <a:lnTo>
                  <a:pt x="133197" y="92659"/>
                </a:lnTo>
                <a:lnTo>
                  <a:pt x="136855" y="66447"/>
                </a:lnTo>
                <a:lnTo>
                  <a:pt x="171297" y="66447"/>
                </a:lnTo>
                <a:lnTo>
                  <a:pt x="174650" y="43282"/>
                </a:lnTo>
                <a:lnTo>
                  <a:pt x="134417" y="43282"/>
                </a:lnTo>
                <a:lnTo>
                  <a:pt x="138074" y="17069"/>
                </a:lnTo>
                <a:lnTo>
                  <a:pt x="178612" y="17069"/>
                </a:lnTo>
                <a:close/>
                <a:moveTo>
                  <a:pt x="79552" y="305"/>
                </a:moveTo>
                <a:lnTo>
                  <a:pt x="130454" y="305"/>
                </a:lnTo>
                <a:lnTo>
                  <a:pt x="117348" y="91745"/>
                </a:lnTo>
                <a:lnTo>
                  <a:pt x="66446" y="91745"/>
                </a:lnTo>
                <a:lnTo>
                  <a:pt x="67665" y="82296"/>
                </a:lnTo>
                <a:lnTo>
                  <a:pt x="19507" y="94793"/>
                </a:lnTo>
                <a:lnTo>
                  <a:pt x="24079" y="63399"/>
                </a:lnTo>
                <a:lnTo>
                  <a:pt x="72237" y="50902"/>
                </a:lnTo>
                <a:lnTo>
                  <a:pt x="73456" y="43891"/>
                </a:lnTo>
                <a:lnTo>
                  <a:pt x="27432" y="40843"/>
                </a:lnTo>
                <a:lnTo>
                  <a:pt x="31699" y="9449"/>
                </a:lnTo>
                <a:lnTo>
                  <a:pt x="77724" y="12497"/>
                </a:lnTo>
                <a:close/>
                <a:moveTo>
                  <a:pt x="955776" y="0"/>
                </a:moveTo>
                <a:lnTo>
                  <a:pt x="1025271" y="0"/>
                </a:lnTo>
                <a:lnTo>
                  <a:pt x="1022832" y="17374"/>
                </a:lnTo>
                <a:lnTo>
                  <a:pt x="1103909" y="17374"/>
                </a:lnTo>
                <a:lnTo>
                  <a:pt x="1099642" y="46330"/>
                </a:lnTo>
                <a:lnTo>
                  <a:pt x="915238" y="46330"/>
                </a:lnTo>
                <a:lnTo>
                  <a:pt x="878357" y="219456"/>
                </a:lnTo>
                <a:lnTo>
                  <a:pt x="826236" y="219456"/>
                </a:lnTo>
                <a:lnTo>
                  <a:pt x="867079" y="28042"/>
                </a:lnTo>
                <a:lnTo>
                  <a:pt x="857631" y="17374"/>
                </a:lnTo>
                <a:lnTo>
                  <a:pt x="964615" y="17374"/>
                </a:lnTo>
                <a:lnTo>
                  <a:pt x="965530" y="11583"/>
                </a:lnTo>
                <a:close/>
                <a:moveTo>
                  <a:pt x="612800" y="0"/>
                </a:moveTo>
                <a:lnTo>
                  <a:pt x="682294" y="0"/>
                </a:lnTo>
                <a:lnTo>
                  <a:pt x="673760" y="28956"/>
                </a:lnTo>
                <a:lnTo>
                  <a:pt x="823112" y="28956"/>
                </a:lnTo>
                <a:lnTo>
                  <a:pt x="819150" y="57912"/>
                </a:lnTo>
                <a:lnTo>
                  <a:pt x="665226" y="57912"/>
                </a:lnTo>
                <a:lnTo>
                  <a:pt x="656996" y="86868"/>
                </a:lnTo>
                <a:lnTo>
                  <a:pt x="803300" y="86868"/>
                </a:lnTo>
                <a:lnTo>
                  <a:pt x="788365" y="193548"/>
                </a:lnTo>
                <a:cubicBezTo>
                  <a:pt x="787552" y="199441"/>
                  <a:pt x="784911" y="204369"/>
                  <a:pt x="780440" y="208331"/>
                </a:cubicBezTo>
                <a:cubicBezTo>
                  <a:pt x="775970" y="212293"/>
                  <a:pt x="770788" y="214275"/>
                  <a:pt x="764895" y="214275"/>
                </a:cubicBezTo>
                <a:lnTo>
                  <a:pt x="653034" y="214275"/>
                </a:lnTo>
                <a:lnTo>
                  <a:pt x="679551" y="186233"/>
                </a:lnTo>
                <a:lnTo>
                  <a:pt x="679551" y="185319"/>
                </a:lnTo>
                <a:lnTo>
                  <a:pt x="731672" y="185319"/>
                </a:lnTo>
                <a:lnTo>
                  <a:pt x="741426" y="115824"/>
                </a:lnTo>
                <a:lnTo>
                  <a:pt x="590855" y="115824"/>
                </a:lnTo>
                <a:lnTo>
                  <a:pt x="621639" y="10059"/>
                </a:lnTo>
                <a:close/>
              </a:path>
            </a:pathLst>
          </a:custGeom>
          <a:gradFill>
            <a:gsLst>
              <a:gs pos="0">
                <a:srgbClr val="80FFFF"/>
              </a:gs>
              <a:gs pos="100000">
                <a:srgbClr val="FFFFFF"/>
              </a:gs>
            </a:gsLst>
            <a:lin ang="1620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spcBef>
                <a:spcPts val="0"/>
              </a:spcBef>
              <a:spcAft>
                <a:spcPts val="0"/>
              </a:spcAft>
              <a:buClrTx/>
              <a:buSzTx/>
              <a:buFontTx/>
              <a:buNone/>
              <a:defRPr/>
            </a:pPr>
            <a:endParaRPr kumimoji="0" lang="zh-CN" altLang="en-US" sz="2400" b="0" i="0" u="none" strike="noStrike" kern="1200" cap="none" spc="0" normalizeH="0" baseline="0" dirty="0">
              <a:ln>
                <a:noFill/>
              </a:ln>
              <a:gradFill>
                <a:gsLst>
                  <a:gs pos="0">
                    <a:srgbClr val="80FFFF"/>
                  </a:gs>
                  <a:gs pos="100000">
                    <a:srgbClr val="FFFFFF"/>
                  </a:gs>
                </a:gsLst>
                <a:lin ang="16200000" scaled="0"/>
              </a:gradFill>
              <a:effectLst/>
              <a:latin typeface="优设标题黑" panose="00000500000000000000" charset="-122"/>
              <a:ea typeface="优设标题黑" panose="00000500000000000000" charset="-122"/>
              <a:cs typeface="优设标题黑" panose="00000500000000000000"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7" name="组合 36"/>
          <p:cNvGrpSpPr/>
          <p:nvPr userDrawn="1"/>
        </p:nvGrpSpPr>
        <p:grpSpPr>
          <a:xfrm>
            <a:off x="6630035" y="300355"/>
            <a:ext cx="4036060" cy="422910"/>
            <a:chOff x="6539309" y="296690"/>
            <a:chExt cx="1814676"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539309" y="367180"/>
              <a:ext cx="1814676"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2.3.2</a:t>
              </a: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 股票的特征及估值</a:t>
              </a:r>
            </a:p>
          </p:txBody>
        </p:sp>
      </p:grpSp>
      <p:grpSp>
        <p:nvGrpSpPr>
          <p:cNvPr id="39" name="组合 38"/>
          <p:cNvGrpSpPr/>
          <p:nvPr userDrawn="1"/>
        </p:nvGrpSpPr>
        <p:grpSpPr>
          <a:xfrm>
            <a:off x="2936240" y="285750"/>
            <a:ext cx="3693198"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362" y="343363"/>
              <a:ext cx="1537312"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rgbClr val="031333"/>
                  </a:solidFill>
                  <a:latin typeface="微软雅黑" panose="020B0503020204020204" charset="-122"/>
                  <a:ea typeface="微软雅黑" panose="020B0503020204020204" charset="-122"/>
                </a:rPr>
                <a:t>2.3.1 </a:t>
              </a:r>
              <a:r>
                <a:rPr lang="zh-CN" altLang="en-US" sz="2000" b="1" dirty="0">
                  <a:solidFill>
                    <a:srgbClr val="031333"/>
                  </a:solidFill>
                  <a:latin typeface="微软雅黑" panose="020B0503020204020204" charset="-122"/>
                  <a:ea typeface="微软雅黑" panose="020B0503020204020204" charset="-122"/>
                </a:rPr>
                <a:t>债券的特征及估值</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4" name="文本框 3"/>
          <p:cNvSpPr txBox="1"/>
          <p:nvPr userDrawn="1"/>
        </p:nvSpPr>
        <p:spPr>
          <a:xfrm>
            <a:off x="111151" y="167125"/>
            <a:ext cx="202184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2.3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证券估值</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7" name="组合 36"/>
          <p:cNvGrpSpPr/>
          <p:nvPr userDrawn="1"/>
        </p:nvGrpSpPr>
        <p:grpSpPr>
          <a:xfrm>
            <a:off x="2844165" y="298450"/>
            <a:ext cx="3971925" cy="422910"/>
            <a:chOff x="6539309" y="296690"/>
            <a:chExt cx="1814676" cy="402590"/>
          </a:xfrm>
        </p:grpSpPr>
        <p:sp>
          <p:nvSpPr>
            <p:cNvPr id="20" name="任意多边形: 形状 19"/>
            <p:cNvSpPr/>
            <p:nvPr/>
          </p:nvSpPr>
          <p:spPr>
            <a:xfrm>
              <a:off x="6629318" y="296690"/>
              <a:ext cx="1634649"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21" name="文本框 13"/>
            <p:cNvSpPr txBox="1"/>
            <p:nvPr/>
          </p:nvSpPr>
          <p:spPr>
            <a:xfrm>
              <a:off x="6539309" y="367180"/>
              <a:ext cx="1814676" cy="248445"/>
            </a:xfrm>
            <a:prstGeom prst="rect">
              <a:avLst/>
            </a:prstGeom>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2.3.1 债券的特征及估值</a:t>
              </a:r>
            </a:p>
          </p:txBody>
        </p:sp>
      </p:grpSp>
      <p:grpSp>
        <p:nvGrpSpPr>
          <p:cNvPr id="39" name="组合 38"/>
          <p:cNvGrpSpPr/>
          <p:nvPr userDrawn="1"/>
        </p:nvGrpSpPr>
        <p:grpSpPr>
          <a:xfrm>
            <a:off x="6918325" y="298450"/>
            <a:ext cx="3975100"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66" y="343363"/>
              <a:ext cx="1550546"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rgbClr val="031333"/>
                  </a:solidFill>
                  <a:latin typeface="微软雅黑" panose="020B0503020204020204" charset="-122"/>
                  <a:ea typeface="微软雅黑" panose="020B0503020204020204" charset="-122"/>
                </a:rPr>
                <a:t>2.3.2 </a:t>
              </a:r>
              <a:r>
                <a:rPr sz="2000" b="1" dirty="0">
                  <a:solidFill>
                    <a:srgbClr val="031333"/>
                  </a:solidFill>
                  <a:latin typeface="微软雅黑" panose="020B0503020204020204" charset="-122"/>
                  <a:ea typeface="微软雅黑" panose="020B0503020204020204" charset="-122"/>
                </a:rPr>
                <a:t>股票的特征及估值</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2" name="文本框 1"/>
          <p:cNvSpPr txBox="1"/>
          <p:nvPr userDrawn="1"/>
        </p:nvSpPr>
        <p:spPr>
          <a:xfrm>
            <a:off x="111151" y="167125"/>
            <a:ext cx="2021840" cy="4603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2.3 </a:t>
            </a:r>
            <a:r>
              <a:rPr lang="zh-CN" altLang="en-US" sz="24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证券估值</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050" name="Line 2"/>
          <p:cNvSpPr/>
          <p:nvPr/>
        </p:nvSpPr>
        <p:spPr>
          <a:xfrm>
            <a:off x="9753600" y="1066800"/>
            <a:ext cx="0" cy="4495800"/>
          </a:xfrm>
          <a:prstGeom prst="line">
            <a:avLst/>
          </a:prstGeom>
          <a:ln w="9525" cap="flat" cmpd="sng">
            <a:solidFill>
              <a:schemeClr val="tx1"/>
            </a:solidFill>
            <a:prstDash val="solid"/>
            <a:headEnd type="none" w="med" len="med"/>
            <a:tailEnd type="none" w="med" len="med"/>
          </a:ln>
        </p:spPr>
      </p:sp>
      <p:grpSp>
        <p:nvGrpSpPr>
          <p:cNvPr id="2051" name="Group 8"/>
          <p:cNvGrpSpPr/>
          <p:nvPr/>
        </p:nvGrpSpPr>
        <p:grpSpPr>
          <a:xfrm>
            <a:off x="9990667" y="2992438"/>
            <a:ext cx="1784351" cy="2189162"/>
            <a:chOff x="4704" y="1885"/>
            <a:chExt cx="843" cy="1379"/>
          </a:xfrm>
        </p:grpSpPr>
        <p:sp>
          <p:nvSpPr>
            <p:cNvPr id="43" name="Oval 9"/>
            <p:cNvSpPr>
              <a:spLocks noChangeArrowheads="1"/>
            </p:cNvSpPr>
            <p:nvPr/>
          </p:nvSpPr>
          <p:spPr bwMode="auto">
            <a:xfrm>
              <a:off x="4704" y="1885"/>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 name="Oval 10"/>
            <p:cNvSpPr>
              <a:spLocks noChangeArrowheads="1"/>
            </p:cNvSpPr>
            <p:nvPr/>
          </p:nvSpPr>
          <p:spPr bwMode="auto">
            <a:xfrm>
              <a:off x="4883" y="1885"/>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Oval 11"/>
            <p:cNvSpPr>
              <a:spLocks noChangeArrowheads="1"/>
            </p:cNvSpPr>
            <p:nvPr/>
          </p:nvSpPr>
          <p:spPr bwMode="auto">
            <a:xfrm>
              <a:off x="5062" y="1885"/>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Oval 12"/>
            <p:cNvSpPr>
              <a:spLocks noChangeArrowheads="1"/>
            </p:cNvSpPr>
            <p:nvPr/>
          </p:nvSpPr>
          <p:spPr bwMode="auto">
            <a:xfrm>
              <a:off x="4704" y="2064"/>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Oval 13"/>
            <p:cNvSpPr>
              <a:spLocks noChangeArrowheads="1"/>
            </p:cNvSpPr>
            <p:nvPr/>
          </p:nvSpPr>
          <p:spPr bwMode="auto">
            <a:xfrm>
              <a:off x="4883" y="2064"/>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8" name="Oval 14"/>
            <p:cNvSpPr>
              <a:spLocks noChangeArrowheads="1"/>
            </p:cNvSpPr>
            <p:nvPr/>
          </p:nvSpPr>
          <p:spPr bwMode="auto">
            <a:xfrm>
              <a:off x="5062" y="2064"/>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 name="Oval 15"/>
            <p:cNvSpPr>
              <a:spLocks noChangeArrowheads="1"/>
            </p:cNvSpPr>
            <p:nvPr/>
          </p:nvSpPr>
          <p:spPr bwMode="auto">
            <a:xfrm>
              <a:off x="5241" y="2064"/>
              <a:ext cx="127" cy="127"/>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 name="Oval 16"/>
            <p:cNvSpPr>
              <a:spLocks noChangeArrowheads="1"/>
            </p:cNvSpPr>
            <p:nvPr/>
          </p:nvSpPr>
          <p:spPr bwMode="auto">
            <a:xfrm>
              <a:off x="4704" y="2243"/>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 name="Oval 17"/>
            <p:cNvSpPr>
              <a:spLocks noChangeArrowheads="1"/>
            </p:cNvSpPr>
            <p:nvPr/>
          </p:nvSpPr>
          <p:spPr bwMode="auto">
            <a:xfrm>
              <a:off x="4883" y="2243"/>
              <a:ext cx="127" cy="127"/>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 name="Oval 18"/>
            <p:cNvSpPr>
              <a:spLocks noChangeArrowheads="1"/>
            </p:cNvSpPr>
            <p:nvPr/>
          </p:nvSpPr>
          <p:spPr bwMode="auto">
            <a:xfrm>
              <a:off x="5062" y="2243"/>
              <a:ext cx="127" cy="127"/>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 name="Oval 19"/>
            <p:cNvSpPr>
              <a:spLocks noChangeArrowheads="1"/>
            </p:cNvSpPr>
            <p:nvPr/>
          </p:nvSpPr>
          <p:spPr bwMode="auto">
            <a:xfrm>
              <a:off x="5241" y="2243"/>
              <a:ext cx="127" cy="127"/>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 name="Oval 20"/>
            <p:cNvSpPr>
              <a:spLocks noChangeArrowheads="1"/>
            </p:cNvSpPr>
            <p:nvPr/>
          </p:nvSpPr>
          <p:spPr bwMode="auto">
            <a:xfrm>
              <a:off x="5420" y="2243"/>
              <a:ext cx="127" cy="127"/>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 name="Oval 21"/>
            <p:cNvSpPr>
              <a:spLocks noChangeArrowheads="1"/>
            </p:cNvSpPr>
            <p:nvPr/>
          </p:nvSpPr>
          <p:spPr bwMode="auto">
            <a:xfrm>
              <a:off x="4704" y="2421"/>
              <a:ext cx="127" cy="128"/>
            </a:xfrm>
            <a:prstGeom prst="ellipse">
              <a:avLst/>
            </a:prstGeom>
            <a:solidFill>
              <a:schemeClr val="tx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 name="Oval 22"/>
            <p:cNvSpPr>
              <a:spLocks noChangeArrowheads="1"/>
            </p:cNvSpPr>
            <p:nvPr/>
          </p:nvSpPr>
          <p:spPr bwMode="auto">
            <a:xfrm>
              <a:off x="4883" y="2421"/>
              <a:ext cx="127" cy="128"/>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7" name="Oval 23"/>
            <p:cNvSpPr>
              <a:spLocks noChangeArrowheads="1"/>
            </p:cNvSpPr>
            <p:nvPr/>
          </p:nvSpPr>
          <p:spPr bwMode="auto">
            <a:xfrm>
              <a:off x="5062" y="2421"/>
              <a:ext cx="127" cy="128"/>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 name="Oval 24"/>
            <p:cNvSpPr>
              <a:spLocks noChangeArrowheads="1"/>
            </p:cNvSpPr>
            <p:nvPr/>
          </p:nvSpPr>
          <p:spPr bwMode="auto">
            <a:xfrm>
              <a:off x="5241" y="2421"/>
              <a:ext cx="127" cy="128"/>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 name="Oval 25"/>
            <p:cNvSpPr>
              <a:spLocks noChangeArrowheads="1"/>
            </p:cNvSpPr>
            <p:nvPr/>
          </p:nvSpPr>
          <p:spPr bwMode="auto">
            <a:xfrm>
              <a:off x="4704" y="2600"/>
              <a:ext cx="127" cy="128"/>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0" name="Oval 26"/>
            <p:cNvSpPr>
              <a:spLocks noChangeArrowheads="1"/>
            </p:cNvSpPr>
            <p:nvPr/>
          </p:nvSpPr>
          <p:spPr bwMode="auto">
            <a:xfrm>
              <a:off x="4883" y="2600"/>
              <a:ext cx="127" cy="128"/>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 name="Oval 27"/>
            <p:cNvSpPr>
              <a:spLocks noChangeArrowheads="1"/>
            </p:cNvSpPr>
            <p:nvPr/>
          </p:nvSpPr>
          <p:spPr bwMode="auto">
            <a:xfrm>
              <a:off x="5062" y="2600"/>
              <a:ext cx="127" cy="128"/>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2" name="Oval 28"/>
            <p:cNvSpPr>
              <a:spLocks noChangeArrowheads="1"/>
            </p:cNvSpPr>
            <p:nvPr/>
          </p:nvSpPr>
          <p:spPr bwMode="auto">
            <a:xfrm>
              <a:off x="5241" y="2600"/>
              <a:ext cx="127" cy="128"/>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 name="Oval 29"/>
            <p:cNvSpPr>
              <a:spLocks noChangeArrowheads="1"/>
            </p:cNvSpPr>
            <p:nvPr/>
          </p:nvSpPr>
          <p:spPr bwMode="auto">
            <a:xfrm>
              <a:off x="5420" y="2600"/>
              <a:ext cx="127" cy="128"/>
            </a:xfrm>
            <a:prstGeom prst="ellipse">
              <a:avLst/>
            </a:prstGeom>
            <a:solidFill>
              <a:schemeClr val="folHlink"/>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 name="Oval 30"/>
            <p:cNvSpPr>
              <a:spLocks noChangeArrowheads="1"/>
            </p:cNvSpPr>
            <p:nvPr/>
          </p:nvSpPr>
          <p:spPr bwMode="auto">
            <a:xfrm>
              <a:off x="4704" y="2779"/>
              <a:ext cx="127" cy="127"/>
            </a:xfrm>
            <a:prstGeom prst="ellipse">
              <a:avLst/>
            </a:prstGeom>
            <a:solidFill>
              <a:schemeClr val="accent2"/>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 name="Oval 31"/>
            <p:cNvSpPr>
              <a:spLocks noChangeArrowheads="1"/>
            </p:cNvSpPr>
            <p:nvPr/>
          </p:nvSpPr>
          <p:spPr bwMode="auto">
            <a:xfrm>
              <a:off x="4883" y="2779"/>
              <a:ext cx="127" cy="127"/>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 name="Oval 32"/>
            <p:cNvSpPr>
              <a:spLocks noChangeArrowheads="1"/>
            </p:cNvSpPr>
            <p:nvPr/>
          </p:nvSpPr>
          <p:spPr bwMode="auto">
            <a:xfrm>
              <a:off x="5062" y="2779"/>
              <a:ext cx="127" cy="127"/>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 name="Oval 33"/>
            <p:cNvSpPr>
              <a:spLocks noChangeArrowheads="1"/>
            </p:cNvSpPr>
            <p:nvPr/>
          </p:nvSpPr>
          <p:spPr bwMode="auto">
            <a:xfrm>
              <a:off x="5241" y="2779"/>
              <a:ext cx="127" cy="127"/>
            </a:xfrm>
            <a:prstGeom prst="ellipse">
              <a:avLst/>
            </a:prstGeom>
            <a:solidFill>
              <a:schemeClr val="folHlink"/>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 name="Oval 34"/>
            <p:cNvSpPr>
              <a:spLocks noChangeArrowheads="1"/>
            </p:cNvSpPr>
            <p:nvPr/>
          </p:nvSpPr>
          <p:spPr bwMode="auto">
            <a:xfrm>
              <a:off x="4704" y="2958"/>
              <a:ext cx="127" cy="127"/>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 name="Oval 35"/>
            <p:cNvSpPr>
              <a:spLocks noChangeArrowheads="1"/>
            </p:cNvSpPr>
            <p:nvPr/>
          </p:nvSpPr>
          <p:spPr bwMode="auto">
            <a:xfrm>
              <a:off x="4883" y="2958"/>
              <a:ext cx="127" cy="127"/>
            </a:xfrm>
            <a:prstGeom prst="ellipse">
              <a:avLst/>
            </a:prstGeom>
            <a:solidFill>
              <a:schemeClr val="accent1"/>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 name="Oval 36"/>
            <p:cNvSpPr>
              <a:spLocks noChangeArrowheads="1"/>
            </p:cNvSpPr>
            <p:nvPr/>
          </p:nvSpPr>
          <p:spPr bwMode="auto">
            <a:xfrm>
              <a:off x="5062" y="2958"/>
              <a:ext cx="127" cy="127"/>
            </a:xfrm>
            <a:prstGeom prst="ellipse">
              <a:avLst/>
            </a:prstGeom>
            <a:solidFill>
              <a:schemeClr val="folHlink"/>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 name="Oval 37"/>
            <p:cNvSpPr>
              <a:spLocks noChangeArrowheads="1"/>
            </p:cNvSpPr>
            <p:nvPr/>
          </p:nvSpPr>
          <p:spPr bwMode="auto">
            <a:xfrm>
              <a:off x="5241" y="2958"/>
              <a:ext cx="127" cy="127"/>
            </a:xfrm>
            <a:prstGeom prst="ellipse">
              <a:avLst/>
            </a:prstGeom>
            <a:solidFill>
              <a:schemeClr val="folHlink"/>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 name="Oval 38"/>
            <p:cNvSpPr>
              <a:spLocks noChangeArrowheads="1"/>
            </p:cNvSpPr>
            <p:nvPr/>
          </p:nvSpPr>
          <p:spPr bwMode="auto">
            <a:xfrm>
              <a:off x="4883" y="3137"/>
              <a:ext cx="127" cy="127"/>
            </a:xfrm>
            <a:prstGeom prst="ellipse">
              <a:avLst/>
            </a:prstGeom>
            <a:solidFill>
              <a:schemeClr val="folHlink"/>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3" name="Oval 39"/>
            <p:cNvSpPr>
              <a:spLocks noChangeArrowheads="1"/>
            </p:cNvSpPr>
            <p:nvPr/>
          </p:nvSpPr>
          <p:spPr bwMode="auto">
            <a:xfrm>
              <a:off x="5241" y="3137"/>
              <a:ext cx="127" cy="127"/>
            </a:xfrm>
            <a:prstGeom prst="ellipse">
              <a:avLst/>
            </a:prstGeom>
            <a:solidFill>
              <a:schemeClr val="folHlink"/>
            </a:solidFill>
            <a:ln>
              <a:noFill/>
            </a:ln>
          </p:spPr>
          <p:txBody>
            <a:bodyPr wrap="none" anchor="ctr"/>
            <a:lstStyle>
              <a:lvl1pPr algn="ctr">
                <a:defRPr sz="1600" b="1">
                  <a:solidFill>
                    <a:schemeClr val="tx1"/>
                  </a:solidFill>
                  <a:latin typeface="Arial" panose="020B0604020202020204" pitchFamily="34" charset="0"/>
                  <a:ea typeface="楷体_GB2312" pitchFamily="49" charset="-122"/>
                </a:defRPr>
              </a:lvl1pPr>
              <a:lvl2pPr marL="742950" indent="-285750" algn="ctr">
                <a:defRPr sz="1600" b="1">
                  <a:solidFill>
                    <a:schemeClr val="tx1"/>
                  </a:solidFill>
                  <a:latin typeface="Arial" panose="020B0604020202020204" pitchFamily="34" charset="0"/>
                  <a:ea typeface="楷体_GB2312" pitchFamily="49" charset="-122"/>
                </a:defRPr>
              </a:lvl2pPr>
              <a:lvl3pPr marL="1143000" indent="-228600" algn="ctr">
                <a:defRPr sz="1600" b="1">
                  <a:solidFill>
                    <a:schemeClr val="tx1"/>
                  </a:solidFill>
                  <a:latin typeface="Arial" panose="020B0604020202020204" pitchFamily="34" charset="0"/>
                  <a:ea typeface="楷体_GB2312" pitchFamily="49" charset="-122"/>
                </a:defRPr>
              </a:lvl3pPr>
              <a:lvl4pPr marL="1600200" indent="-228600" algn="ctr">
                <a:defRPr sz="1600" b="1">
                  <a:solidFill>
                    <a:schemeClr val="tx1"/>
                  </a:solidFill>
                  <a:latin typeface="Arial" panose="020B0604020202020204" pitchFamily="34" charset="0"/>
                  <a:ea typeface="楷体_GB2312" pitchFamily="49" charset="-122"/>
                </a:defRPr>
              </a:lvl4pPr>
              <a:lvl5pPr marL="2057400" indent="-228600" algn="ctr">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2052" name="Line 40"/>
          <p:cNvSpPr/>
          <p:nvPr/>
        </p:nvSpPr>
        <p:spPr>
          <a:xfrm>
            <a:off x="406400" y="2819400"/>
            <a:ext cx="10972800" cy="0"/>
          </a:xfrm>
          <a:prstGeom prst="line">
            <a:avLst/>
          </a:prstGeom>
          <a:ln w="6350" cap="flat" cmpd="sng">
            <a:solidFill>
              <a:schemeClr val="tx1"/>
            </a:solidFill>
            <a:prstDash val="solid"/>
            <a:headEnd type="none" w="med" len="med"/>
            <a:tailEnd type="none" w="med" len="med"/>
          </a:ln>
        </p:spPr>
      </p:sp>
      <p:pic>
        <p:nvPicPr>
          <p:cNvPr id="75" name="图片 74" descr="未命名.bmp"/>
          <p:cNvPicPr>
            <a:picLocks noChangeAspect="1"/>
          </p:cNvPicPr>
          <p:nvPr/>
        </p:nvPicPr>
        <p:blipFill>
          <a:blip r:embed="rId2" cstate="print">
            <a:duotone>
              <a:schemeClr val="accent1">
                <a:shade val="45000"/>
                <a:satMod val="135000"/>
              </a:schemeClr>
              <a:prstClr val="white"/>
            </a:duotone>
          </a:blip>
          <a:stretch>
            <a:fillRect/>
          </a:stretch>
        </p:blipFill>
        <p:spPr>
          <a:xfrm>
            <a:off x="-33865" y="-1"/>
            <a:ext cx="9749391" cy="642918"/>
          </a:xfrm>
          <a:prstGeom prst="rect">
            <a:avLst/>
          </a:prstGeom>
          <a:effectLst>
            <a:softEdge rad="63500"/>
          </a:effectLst>
        </p:spPr>
      </p:pic>
      <p:sp>
        <p:nvSpPr>
          <p:cNvPr id="18435" name="Rectangle 3"/>
          <p:cNvSpPr>
            <a:spLocks noGrp="1" noChangeArrowheads="1"/>
          </p:cNvSpPr>
          <p:nvPr>
            <p:ph type="ctrTitle"/>
          </p:nvPr>
        </p:nvSpPr>
        <p:spPr>
          <a:xfrm>
            <a:off x="421217" y="466725"/>
            <a:ext cx="9042400" cy="2133600"/>
          </a:xfrm>
        </p:spPr>
        <p:txBody>
          <a:bodyPr/>
          <a:lstStyle>
            <a:lvl1pPr algn="r">
              <a:defRPr sz="4800"/>
            </a:lvl1pPr>
          </a:lstStyle>
          <a:p>
            <a:r>
              <a:rPr lang="zh-CN" altLang="en-US"/>
              <a:t>单击此处编辑母版标题样式</a:t>
            </a:r>
          </a:p>
        </p:txBody>
      </p:sp>
      <p:sp>
        <p:nvSpPr>
          <p:cNvPr id="18436"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sz="3200"/>
            </a:lvl1pPr>
          </a:lstStyle>
          <a:p>
            <a:r>
              <a:rPr lang="zh-CN" altLang="en-US"/>
              <a:t>单击此处编辑母版副标题样式</a:t>
            </a:r>
          </a:p>
        </p:txBody>
      </p:sp>
      <p:sp>
        <p:nvSpPr>
          <p:cNvPr id="76" name="Rectangle 5"/>
          <p:cNvSpPr>
            <a:spLocks noGrp="1" noChangeArrowheads="1"/>
          </p:cNvSpPr>
          <p:nvPr>
            <p:ph type="dt" sz="half" idx="2"/>
          </p:nvPr>
        </p:nvSpPr>
        <p:spPr bwMode="auto">
          <a:xfrm>
            <a:off x="609600" y="6248400"/>
            <a:ext cx="28448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1B4457F-9499-4FBD-B284-9F9E5BF55A80}"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2024/7/23</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7" name="Rectangle 7"/>
          <p:cNvSpPr>
            <a:spLocks noGrp="1" noChangeArrowheads="1"/>
          </p:cNvSpPr>
          <p:nvPr>
            <p:ph type="sldNum" sz="quarter" idx="4"/>
          </p:nvPr>
        </p:nvSpPr>
        <p:spPr bwMode="auto">
          <a:xfrm>
            <a:off x="8737600" y="6248400"/>
            <a:ext cx="2844800" cy="457200"/>
          </a:xfrm>
          <a:prstGeom prst="rect">
            <a:avLst/>
          </a:prstGeom>
          <a:ln>
            <a:miter lim="800000"/>
          </a:ln>
        </p:spPr>
        <p:txBody>
          <a:bodyPr vert="horz" wrap="square" lIns="91440" tIns="45720" rIns="91440" bIns="45720" numCol="1" anchor="t" anchorCtr="0" compatLnSpc="1"/>
          <a:lstStyle/>
          <a:p>
            <a:pPr algn="r" eaLnBrk="1" hangingPunct="1"/>
            <a:fld id="{9A0DB2DC-4C9A-4742-B13C-FB6460FD3503}" type="slidenum">
              <a:rPr lang="en-US" altLang="zh-CN" dirty="0">
                <a:ea typeface="宋体" panose="02010600030101010101" pitchFamily="2" charset="-122"/>
              </a:rPr>
              <a:t>‹#›</a:t>
            </a:fld>
            <a:endParaRPr lang="en-US" altLang="zh-CN" dirty="0">
              <a:ea typeface="宋体" panose="02010600030101010101" pitchFamily="2"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7E2CA68-75A6-4DB7-9A5C-818EF91F93AB}"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2024/7/23</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内容模板二">
    <p:bg>
      <p:bgPr>
        <a:solidFill>
          <a:schemeClr val="bg1"/>
        </a:solidFill>
        <a:effectLst/>
      </p:bgPr>
    </p:bg>
    <p:spTree>
      <p:nvGrpSpPr>
        <p:cNvPr id="1" name=""/>
        <p:cNvGrpSpPr/>
        <p:nvPr/>
      </p:nvGrpSpPr>
      <p:grpSpPr>
        <a:xfrm>
          <a:off x="0" y="0"/>
          <a:ext cx="0" cy="0"/>
          <a:chOff x="0" y="0"/>
          <a:chExt cx="0" cy="0"/>
        </a:xfrm>
      </p:grpSpPr>
      <p:sp>
        <p:nvSpPr>
          <p:cNvPr id="40" name="矩形 39"/>
          <p:cNvSpPr/>
          <p:nvPr/>
        </p:nvSpPr>
        <p:spPr>
          <a:xfrm>
            <a:off x="239184" y="436563"/>
            <a:ext cx="400051" cy="400050"/>
          </a:xfrm>
          <a:prstGeom prst="rect">
            <a:avLst/>
          </a:prstGeom>
          <a:solidFill>
            <a:srgbClr val="CFB3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schemeClr val="lt1"/>
              </a:solidFill>
              <a:effectLst/>
              <a:uLnTx/>
              <a:uFillTx/>
              <a:latin typeface="+mn-lt"/>
              <a:ea typeface="+mn-ea"/>
              <a:cs typeface="+mn-cs"/>
            </a:endParaRPr>
          </a:p>
        </p:txBody>
      </p:sp>
      <p:sp>
        <p:nvSpPr>
          <p:cNvPr id="42" name="矩形 41"/>
          <p:cNvSpPr/>
          <p:nvPr/>
        </p:nvSpPr>
        <p:spPr>
          <a:xfrm>
            <a:off x="594784" y="214313"/>
            <a:ext cx="220133" cy="222250"/>
          </a:xfrm>
          <a:prstGeom prst="rect">
            <a:avLst/>
          </a:prstGeom>
          <a:solidFill>
            <a:srgbClr val="CFB3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a:ln>
                <a:noFill/>
              </a:ln>
              <a:solidFill>
                <a:schemeClr val="lt1"/>
              </a:solidFill>
              <a:effectLst/>
              <a:uLnTx/>
              <a:uFillTx/>
              <a:latin typeface="+mn-lt"/>
              <a:ea typeface="+mn-ea"/>
              <a:cs typeface="+mn-cs"/>
            </a:endParaRP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7E2CA68-75A6-4DB7-9A5C-818EF91F93AB}" type="datetime1">
              <a:rPr kumimoji="0" lang="zh-CN" altLang="en-US"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2024/7/23</a:t>
            </a:fld>
            <a:endParaRPr kumimoji="0" lang="en-US"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fld id="{9A0DB2DC-4C9A-4742-B13C-FB6460FD3503}" type="slidenum">
              <a:rPr lang="en-US" altLang="zh-CN" dirty="0">
                <a:latin typeface="Arial" panose="020B0604020202020204" pitchFamily="34" charset="0"/>
              </a:rPr>
              <a:t>‹#›</a:t>
            </a:fld>
            <a:endParaRPr lang="en-US" altLang="zh-CN"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grpSp>
        <p:nvGrpSpPr>
          <p:cNvPr id="6" name="组合 5"/>
          <p:cNvGrpSpPr/>
          <p:nvPr userDrawn="1"/>
        </p:nvGrpSpPr>
        <p:grpSpPr>
          <a:xfrm>
            <a:off x="-25400" y="0"/>
            <a:ext cx="12217400" cy="6858000"/>
            <a:chOff x="-20" y="0"/>
            <a:chExt cx="19240" cy="10800"/>
          </a:xfrm>
        </p:grpSpPr>
        <p:pic>
          <p:nvPicPr>
            <p:cNvPr id="7" name="图片 6" descr="背景图案&#10;&#10;描述已自动生成"/>
            <p:cNvPicPr>
              <a:picLocks noChangeAspect="1"/>
            </p:cNvPicPr>
            <p:nvPr/>
          </p:nvPicPr>
          <p:blipFill rotWithShape="1">
            <a:blip r:embed="rId2" cstate="print">
              <a:alphaModFix amt="80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pic>
          <p:nvPicPr>
            <p:cNvPr id="8" name="图片 7" descr="背景图案&#10;&#10;描述已自动生成"/>
            <p:cNvPicPr>
              <a:picLocks noChangeAspect="1"/>
            </p:cNvPicPr>
            <p:nvPr/>
          </p:nvPicPr>
          <p:blipFill rotWithShape="1">
            <a:blip r:embed="rId2" cstate="print">
              <a:alphaModFix amt="80000"/>
              <a:lum contrast="18000"/>
              <a:extLst>
                <a:ext uri="{28A0092B-C50C-407E-A947-70E740481C1C}">
                  <a14:useLocalDpi xmlns:a14="http://schemas.microsoft.com/office/drawing/2010/main" val="0"/>
                </a:ext>
              </a:extLst>
            </a:blip>
            <a:srcRect t="7900" b="7900"/>
            <a:stretch>
              <a:fillRect/>
            </a:stretch>
          </p:blipFill>
          <p:spPr>
            <a:xfrm>
              <a:off x="-20" y="0"/>
              <a:ext cx="19240" cy="10800"/>
            </a:xfrm>
            <a:prstGeom prst="rect">
              <a:avLst/>
            </a:prstGeom>
          </p:spPr>
        </p:pic>
      </p:grpSp>
      <p:sp>
        <p:nvSpPr>
          <p:cNvPr id="9" name="矩形 8"/>
          <p:cNvSpPr/>
          <p:nvPr userDrawn="1"/>
        </p:nvSpPr>
        <p:spPr>
          <a:xfrm>
            <a:off x="11049" y="-11847"/>
            <a:ext cx="12242800" cy="811530"/>
          </a:xfrm>
          <a:prstGeom prst="rect">
            <a:avLst/>
          </a:prstGeom>
          <a:gradFill flip="none" rotWithShape="1">
            <a:gsLst>
              <a:gs pos="43000">
                <a:srgbClr val="014782">
                  <a:alpha val="27000"/>
                </a:srgbClr>
              </a:gs>
              <a:gs pos="100000">
                <a:srgbClr val="014782">
                  <a:alpha val="0"/>
                </a:srgbClr>
              </a:gs>
            </a:gsLst>
            <a:lin ang="0" scaled="1"/>
            <a:tileRect/>
          </a:gradFill>
          <a:ln w="6350" cap="flat" cmpd="sng" algn="ctr">
            <a:noFill/>
            <a:prstDash val="solid"/>
            <a:miter lim="800000"/>
          </a:ln>
          <a:effectLst/>
        </p:spPr>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nvGrpSpPr>
          <p:cNvPr id="10" name="组合 9"/>
          <p:cNvGrpSpPr/>
          <p:nvPr userDrawn="1"/>
        </p:nvGrpSpPr>
        <p:grpSpPr>
          <a:xfrm>
            <a:off x="1558792" y="425033"/>
            <a:ext cx="1183640" cy="374650"/>
            <a:chOff x="3023" y="608"/>
            <a:chExt cx="1864" cy="590"/>
          </a:xfrm>
          <a:gradFill>
            <a:gsLst>
              <a:gs pos="15000">
                <a:srgbClr val="4FE4EE"/>
              </a:gs>
              <a:gs pos="100000">
                <a:srgbClr val="4FE4EE">
                  <a:alpha val="40000"/>
                </a:srgbClr>
              </a:gs>
            </a:gsLst>
            <a:lin ang="10800000" scaled="0"/>
          </a:gradFill>
        </p:grpSpPr>
        <p:sp>
          <p:nvSpPr>
            <p:cNvPr id="11" name="任意多边形: 形状 10"/>
            <p:cNvSpPr/>
            <p:nvPr/>
          </p:nvSpPr>
          <p:spPr>
            <a:xfrm>
              <a:off x="3370" y="608"/>
              <a:ext cx="1517" cy="590"/>
            </a:xfrm>
            <a:custGeom>
              <a:avLst/>
              <a:gdLst>
                <a:gd name="connsiteX0" fmla="*/ 883479 w 962992"/>
                <a:gd name="connsiteY0" fmla="*/ 0 h 293757"/>
                <a:gd name="connsiteX1" fmla="*/ 962992 w 962992"/>
                <a:gd name="connsiteY1" fmla="*/ 0 h 293757"/>
                <a:gd name="connsiteX2" fmla="*/ 669235 w 962992"/>
                <a:gd name="connsiteY2" fmla="*/ 293757 h 293757"/>
                <a:gd name="connsiteX3" fmla="*/ 0 w 962992"/>
                <a:gd name="connsiteY3" fmla="*/ 293757 h 293757"/>
                <a:gd name="connsiteX4" fmla="*/ 59635 w 962992"/>
                <a:gd name="connsiteY4" fmla="*/ 234122 h 293757"/>
                <a:gd name="connsiteX5" fmla="*/ 649357 w 962992"/>
                <a:gd name="connsiteY5" fmla="*/ 234122 h 293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2992" h="293757">
                  <a:moveTo>
                    <a:pt x="883479" y="0"/>
                  </a:moveTo>
                  <a:lnTo>
                    <a:pt x="962992" y="0"/>
                  </a:lnTo>
                  <a:lnTo>
                    <a:pt x="669235" y="293757"/>
                  </a:lnTo>
                  <a:lnTo>
                    <a:pt x="0" y="293757"/>
                  </a:lnTo>
                  <a:lnTo>
                    <a:pt x="59635" y="234122"/>
                  </a:lnTo>
                  <a:lnTo>
                    <a:pt x="649357" y="234122"/>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2" name="任意多边形: 形状 11"/>
            <p:cNvSpPr/>
            <p:nvPr/>
          </p:nvSpPr>
          <p:spPr>
            <a:xfrm flipH="1">
              <a:off x="3023" y="1078"/>
              <a:ext cx="149" cy="120"/>
            </a:xfrm>
            <a:custGeom>
              <a:avLst/>
              <a:gdLst>
                <a:gd name="connsiteX0" fmla="*/ 34925 w 94561"/>
                <a:gd name="connsiteY0" fmla="*/ 0 h 59636"/>
                <a:gd name="connsiteX1" fmla="*/ 0 w 94561"/>
                <a:gd name="connsiteY1" fmla="*/ 0 h 59636"/>
                <a:gd name="connsiteX2" fmla="*/ 59636 w 94561"/>
                <a:gd name="connsiteY2" fmla="*/ 59636 h 59636"/>
                <a:gd name="connsiteX3" fmla="*/ 94561 w 94561"/>
                <a:gd name="connsiteY3" fmla="*/ 59636 h 59636"/>
              </a:gdLst>
              <a:ahLst/>
              <a:cxnLst>
                <a:cxn ang="0">
                  <a:pos x="connsiteX0" y="connsiteY0"/>
                </a:cxn>
                <a:cxn ang="0">
                  <a:pos x="connsiteX1" y="connsiteY1"/>
                </a:cxn>
                <a:cxn ang="0">
                  <a:pos x="connsiteX2" y="connsiteY2"/>
                </a:cxn>
                <a:cxn ang="0">
                  <a:pos x="connsiteX3" y="connsiteY3"/>
                </a:cxn>
              </a:cxnLst>
              <a:rect l="l" t="t" r="r" b="b"/>
              <a:pathLst>
                <a:path w="94561" h="59636">
                  <a:moveTo>
                    <a:pt x="34925" y="0"/>
                  </a:moveTo>
                  <a:lnTo>
                    <a:pt x="0" y="0"/>
                  </a:lnTo>
                  <a:lnTo>
                    <a:pt x="59636" y="59636"/>
                  </a:lnTo>
                  <a:lnTo>
                    <a:pt x="94561"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sp>
          <p:nvSpPr>
            <p:cNvPr id="13" name="任意多边形: 形状 12"/>
            <p:cNvSpPr/>
            <p:nvPr/>
          </p:nvSpPr>
          <p:spPr>
            <a:xfrm flipH="1">
              <a:off x="3169" y="1078"/>
              <a:ext cx="201" cy="120"/>
            </a:xfrm>
            <a:custGeom>
              <a:avLst/>
              <a:gdLst>
                <a:gd name="connsiteX0" fmla="*/ 68263 w 127899"/>
                <a:gd name="connsiteY0" fmla="*/ 0 h 59636"/>
                <a:gd name="connsiteX1" fmla="*/ 0 w 127899"/>
                <a:gd name="connsiteY1" fmla="*/ 0 h 59636"/>
                <a:gd name="connsiteX2" fmla="*/ 59636 w 127899"/>
                <a:gd name="connsiteY2" fmla="*/ 59636 h 59636"/>
                <a:gd name="connsiteX3" fmla="*/ 92974 w 127899"/>
                <a:gd name="connsiteY3" fmla="*/ 59636 h 59636"/>
                <a:gd name="connsiteX4" fmla="*/ 94561 w 127899"/>
                <a:gd name="connsiteY4" fmla="*/ 59636 h 59636"/>
                <a:gd name="connsiteX5" fmla="*/ 127899 w 127899"/>
                <a:gd name="connsiteY5" fmla="*/ 59636 h 59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899" h="59636">
                  <a:moveTo>
                    <a:pt x="68263" y="0"/>
                  </a:moveTo>
                  <a:lnTo>
                    <a:pt x="0" y="0"/>
                  </a:lnTo>
                  <a:lnTo>
                    <a:pt x="59636" y="59636"/>
                  </a:lnTo>
                  <a:lnTo>
                    <a:pt x="92974" y="59636"/>
                  </a:lnTo>
                  <a:lnTo>
                    <a:pt x="94561" y="59636"/>
                  </a:lnTo>
                  <a:lnTo>
                    <a:pt x="127899" y="59636"/>
                  </a:lnTo>
                  <a:close/>
                </a:path>
              </a:pathLst>
            </a:custGeom>
            <a:grpFill/>
            <a:ln w="6350" cap="flat" cmpd="sng" algn="ctr">
              <a:noFill/>
              <a:prstDash val="solid"/>
              <a:miter lim="800000"/>
            </a:ln>
            <a:effectLst/>
          </p:spPr>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 lastClr="FFFFFF"/>
                </a:solidFill>
                <a:effectLst/>
                <a:uLnTx/>
                <a:uFillTx/>
                <a:latin typeface="Times New Roman" panose="02020603050405020304" pitchFamily="18" charset="0"/>
                <a:ea typeface="微软雅黑" panose="020B0503020204020204" charset="-122"/>
                <a:cs typeface="+mn-cs"/>
              </a:endParaRPr>
            </a:p>
          </p:txBody>
        </p:sp>
      </p:grpSp>
      <p:sp>
        <p:nvSpPr>
          <p:cNvPr id="14" name="任意多边形: 形状 13"/>
          <p:cNvSpPr/>
          <p:nvPr userDrawn="1"/>
        </p:nvSpPr>
        <p:spPr>
          <a:xfrm>
            <a:off x="1" y="60178"/>
            <a:ext cx="9352147" cy="663305"/>
          </a:xfrm>
          <a:custGeom>
            <a:avLst/>
            <a:gdLst>
              <a:gd name="connsiteX0" fmla="*/ 0 w 9352147"/>
              <a:gd name="connsiteY0" fmla="*/ 0 h 663305"/>
              <a:gd name="connsiteX1" fmla="*/ 9352147 w 9352147"/>
              <a:gd name="connsiteY1" fmla="*/ 105743 h 663305"/>
              <a:gd name="connsiteX2" fmla="*/ 2866117 w 9352147"/>
              <a:gd name="connsiteY2" fmla="*/ 105743 h 663305"/>
              <a:gd name="connsiteX3" fmla="*/ 2428792 w 9352147"/>
              <a:gd name="connsiteY3" fmla="*/ 663305 h 663305"/>
              <a:gd name="connsiteX4" fmla="*/ 0 w 9352147"/>
              <a:gd name="connsiteY4" fmla="*/ 663305 h 663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52147" h="663305">
                <a:moveTo>
                  <a:pt x="0" y="0"/>
                </a:moveTo>
                <a:lnTo>
                  <a:pt x="9352147" y="105743"/>
                </a:lnTo>
                <a:lnTo>
                  <a:pt x="2866117" y="105743"/>
                </a:lnTo>
                <a:lnTo>
                  <a:pt x="2428792" y="663305"/>
                </a:lnTo>
                <a:lnTo>
                  <a:pt x="0" y="663305"/>
                </a:lnTo>
                <a:close/>
              </a:path>
            </a:pathLst>
          </a:custGeom>
          <a:gradFill flip="none" rotWithShape="1">
            <a:gsLst>
              <a:gs pos="0">
                <a:sysClr val="window" lastClr="FFFFFF">
                  <a:alpha val="80000"/>
                </a:sysClr>
              </a:gs>
              <a:gs pos="21000">
                <a:srgbClr val="014782">
                  <a:alpha val="40000"/>
                </a:srgbClr>
              </a:gs>
              <a:gs pos="70000">
                <a:srgbClr val="26FAF5">
                  <a:alpha val="0"/>
                </a:srgbClr>
              </a:gs>
            </a:gsLst>
            <a:lin ang="16200000" scaled="1"/>
            <a:tileRect/>
          </a:gradFill>
          <a:ln w="15875"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sp>
        <p:nvSpPr>
          <p:cNvPr id="15" name="任意多边形: 形状 14"/>
          <p:cNvSpPr/>
          <p:nvPr userDrawn="1"/>
        </p:nvSpPr>
        <p:spPr>
          <a:xfrm>
            <a:off x="-357638" y="165953"/>
            <a:ext cx="12534818" cy="557530"/>
          </a:xfrm>
          <a:custGeom>
            <a:avLst/>
            <a:gdLst>
              <a:gd name="connsiteX0" fmla="*/ 0 w 9712884"/>
              <a:gd name="connsiteY0" fmla="*/ 0 h 523461"/>
              <a:gd name="connsiteX1" fmla="*/ 9626745 w 9712884"/>
              <a:gd name="connsiteY1" fmla="*/ 0 h 523461"/>
              <a:gd name="connsiteX2" fmla="*/ 9712884 w 9712884"/>
              <a:gd name="connsiteY2" fmla="*/ 86139 h 523461"/>
              <a:gd name="connsiteX3" fmla="*/ 3226905 w 9712884"/>
              <a:gd name="connsiteY3" fmla="*/ 86139 h 523461"/>
              <a:gd name="connsiteX4" fmla="*/ 2789583 w 9712884"/>
              <a:gd name="connsiteY4" fmla="*/ 523461 h 523461"/>
              <a:gd name="connsiteX5" fmla="*/ 0 w 9712884"/>
              <a:gd name="connsiteY5" fmla="*/ 523461 h 523461"/>
              <a:gd name="connsiteX0-1" fmla="*/ 0 w 9712884"/>
              <a:gd name="connsiteY0-2" fmla="*/ 3963 h 527424"/>
              <a:gd name="connsiteX1-3" fmla="*/ 3684105 w 9712884"/>
              <a:gd name="connsiteY1-4" fmla="*/ 0 h 527424"/>
              <a:gd name="connsiteX2-5" fmla="*/ 9626745 w 9712884"/>
              <a:gd name="connsiteY2-6" fmla="*/ 3963 h 527424"/>
              <a:gd name="connsiteX3-7" fmla="*/ 9712884 w 9712884"/>
              <a:gd name="connsiteY3-8" fmla="*/ 90102 h 527424"/>
              <a:gd name="connsiteX4-9" fmla="*/ 3226905 w 9712884"/>
              <a:gd name="connsiteY4-10" fmla="*/ 90102 h 527424"/>
              <a:gd name="connsiteX5-11" fmla="*/ 2789583 w 9712884"/>
              <a:gd name="connsiteY5-12" fmla="*/ 527424 h 527424"/>
              <a:gd name="connsiteX6" fmla="*/ 0 w 9712884"/>
              <a:gd name="connsiteY6" fmla="*/ 527424 h 527424"/>
              <a:gd name="connsiteX7" fmla="*/ 0 w 9712884"/>
              <a:gd name="connsiteY7" fmla="*/ 3963 h 527424"/>
              <a:gd name="connsiteX0-13" fmla="*/ 3684105 w 9712884"/>
              <a:gd name="connsiteY0-14" fmla="*/ 0 h 527424"/>
              <a:gd name="connsiteX1-15" fmla="*/ 9626745 w 9712884"/>
              <a:gd name="connsiteY1-16" fmla="*/ 3963 h 527424"/>
              <a:gd name="connsiteX2-17" fmla="*/ 9712884 w 9712884"/>
              <a:gd name="connsiteY2-18" fmla="*/ 90102 h 527424"/>
              <a:gd name="connsiteX3-19" fmla="*/ 3226905 w 9712884"/>
              <a:gd name="connsiteY3-20" fmla="*/ 90102 h 527424"/>
              <a:gd name="connsiteX4-21" fmla="*/ 2789583 w 9712884"/>
              <a:gd name="connsiteY4-22" fmla="*/ 527424 h 527424"/>
              <a:gd name="connsiteX5-23" fmla="*/ 0 w 9712884"/>
              <a:gd name="connsiteY5-24" fmla="*/ 527424 h 527424"/>
              <a:gd name="connsiteX6-25" fmla="*/ 0 w 9712884"/>
              <a:gd name="connsiteY6-26" fmla="*/ 3963 h 527424"/>
              <a:gd name="connsiteX7-27" fmla="*/ 3775545 w 9712884"/>
              <a:gd name="connsiteY7-28" fmla="*/ 91440 h 527424"/>
              <a:gd name="connsiteX0-29" fmla="*/ 9626745 w 9712884"/>
              <a:gd name="connsiteY0-30" fmla="*/ 15 h 523476"/>
              <a:gd name="connsiteX1-31" fmla="*/ 9712884 w 9712884"/>
              <a:gd name="connsiteY1-32" fmla="*/ 86154 h 523476"/>
              <a:gd name="connsiteX2-33" fmla="*/ 3226905 w 9712884"/>
              <a:gd name="connsiteY2-34" fmla="*/ 86154 h 523476"/>
              <a:gd name="connsiteX3-35" fmla="*/ 2789583 w 9712884"/>
              <a:gd name="connsiteY3-36" fmla="*/ 523476 h 523476"/>
              <a:gd name="connsiteX4-37" fmla="*/ 0 w 9712884"/>
              <a:gd name="connsiteY4-38" fmla="*/ 523476 h 523476"/>
              <a:gd name="connsiteX5-39" fmla="*/ 0 w 9712884"/>
              <a:gd name="connsiteY5-40" fmla="*/ 15 h 523476"/>
              <a:gd name="connsiteX6-41" fmla="*/ 3775545 w 9712884"/>
              <a:gd name="connsiteY6-42" fmla="*/ 87492 h 523476"/>
              <a:gd name="connsiteX0-43" fmla="*/ 9626745 w 9712884"/>
              <a:gd name="connsiteY0-44" fmla="*/ 0 h 523461"/>
              <a:gd name="connsiteX1-45" fmla="*/ 9712884 w 9712884"/>
              <a:gd name="connsiteY1-46" fmla="*/ 86139 h 523461"/>
              <a:gd name="connsiteX2-47" fmla="*/ 3226905 w 9712884"/>
              <a:gd name="connsiteY2-48" fmla="*/ 86139 h 523461"/>
              <a:gd name="connsiteX3-49" fmla="*/ 2789583 w 9712884"/>
              <a:gd name="connsiteY3-50" fmla="*/ 523461 h 523461"/>
              <a:gd name="connsiteX4-51" fmla="*/ 0 w 9712884"/>
              <a:gd name="connsiteY4-52" fmla="*/ 523461 h 523461"/>
              <a:gd name="connsiteX5-53" fmla="*/ 0 w 9712884"/>
              <a:gd name="connsiteY5-54" fmla="*/ 0 h 523461"/>
              <a:gd name="connsiteX0-55" fmla="*/ 9712884 w 9712884"/>
              <a:gd name="connsiteY0-56" fmla="*/ 86139 h 523461"/>
              <a:gd name="connsiteX1-57" fmla="*/ 3226905 w 9712884"/>
              <a:gd name="connsiteY1-58" fmla="*/ 86139 h 523461"/>
              <a:gd name="connsiteX2-59" fmla="*/ 2789583 w 9712884"/>
              <a:gd name="connsiteY2-60" fmla="*/ 523461 h 523461"/>
              <a:gd name="connsiteX3-61" fmla="*/ 0 w 9712884"/>
              <a:gd name="connsiteY3-62" fmla="*/ 523461 h 523461"/>
              <a:gd name="connsiteX4-63" fmla="*/ 0 w 9712884"/>
              <a:gd name="connsiteY4-64" fmla="*/ 0 h 523461"/>
              <a:gd name="connsiteX0-65" fmla="*/ 9712884 w 9712884"/>
              <a:gd name="connsiteY0-66" fmla="*/ 0 h 437322"/>
              <a:gd name="connsiteX1-67" fmla="*/ 3226905 w 9712884"/>
              <a:gd name="connsiteY1-68" fmla="*/ 0 h 437322"/>
              <a:gd name="connsiteX2-69" fmla="*/ 2789583 w 9712884"/>
              <a:gd name="connsiteY2-70" fmla="*/ 437322 h 437322"/>
              <a:gd name="connsiteX3-71" fmla="*/ 0 w 9712884"/>
              <a:gd name="connsiteY3-72" fmla="*/ 437322 h 437322"/>
              <a:gd name="connsiteX0-1-1" fmla="*/ 12534720 w 12534720"/>
              <a:gd name="connsiteY0-2-2" fmla="*/ 7713 h 437322"/>
              <a:gd name="connsiteX1-3-3" fmla="*/ 3226905 w 12534720"/>
              <a:gd name="connsiteY1-4-4" fmla="*/ 0 h 437322"/>
              <a:gd name="connsiteX2-5-5" fmla="*/ 2789583 w 12534720"/>
              <a:gd name="connsiteY2-6-6" fmla="*/ 437322 h 437322"/>
              <a:gd name="connsiteX3-7-7" fmla="*/ 0 w 12534720"/>
              <a:gd name="connsiteY3-8-8" fmla="*/ 437322 h 437322"/>
            </a:gdLst>
            <a:ahLst/>
            <a:cxnLst>
              <a:cxn ang="0">
                <a:pos x="connsiteX0-1-1" y="connsiteY0-2-2"/>
              </a:cxn>
              <a:cxn ang="0">
                <a:pos x="connsiteX1-3-3" y="connsiteY1-4-4"/>
              </a:cxn>
              <a:cxn ang="0">
                <a:pos x="connsiteX2-5-5" y="connsiteY2-6-6"/>
              </a:cxn>
              <a:cxn ang="0">
                <a:pos x="connsiteX3-7-7" y="connsiteY3-8-8"/>
              </a:cxn>
            </a:cxnLst>
            <a:rect l="l" t="t" r="r" b="b"/>
            <a:pathLst>
              <a:path w="12534720" h="437322">
                <a:moveTo>
                  <a:pt x="12534720" y="7713"/>
                </a:moveTo>
                <a:lnTo>
                  <a:pt x="3226905" y="0"/>
                </a:lnTo>
                <a:lnTo>
                  <a:pt x="2789583" y="437322"/>
                </a:lnTo>
                <a:lnTo>
                  <a:pt x="0" y="437322"/>
                </a:lnTo>
              </a:path>
            </a:pathLst>
          </a:custGeom>
          <a:noFill/>
          <a:ln w="15875" cap="flat">
            <a:gradFill flip="none" rotWithShape="1">
              <a:gsLst>
                <a:gs pos="917">
                  <a:sysClr val="window" lastClr="FFFFFF"/>
                </a:gs>
                <a:gs pos="23000">
                  <a:sysClr val="window" lastClr="FFFFFF"/>
                </a:gs>
                <a:gs pos="87000">
                  <a:srgbClr val="014782">
                    <a:alpha val="0"/>
                  </a:srgbClr>
                </a:gs>
              </a:gsLst>
              <a:lin ang="17400000" scaled="0"/>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charset="-122"/>
              <a:cs typeface="+mn-cs"/>
            </a:endParaRPr>
          </a:p>
        </p:txBody>
      </p:sp>
      <p:grpSp>
        <p:nvGrpSpPr>
          <p:cNvPr id="38" name="组合 37"/>
          <p:cNvGrpSpPr/>
          <p:nvPr userDrawn="1"/>
        </p:nvGrpSpPr>
        <p:grpSpPr>
          <a:xfrm>
            <a:off x="5648784" y="276370"/>
            <a:ext cx="2543212" cy="402590"/>
            <a:chOff x="4808819" y="296690"/>
            <a:chExt cx="1634648" cy="402590"/>
          </a:xfrm>
        </p:grpSpPr>
        <p:sp>
          <p:nvSpPr>
            <p:cNvPr id="17" name="任意多边形: 形状 16"/>
            <p:cNvSpPr/>
            <p:nvPr/>
          </p:nvSpPr>
          <p:spPr>
            <a:xfrm>
              <a:off x="4808819" y="296690"/>
              <a:ext cx="1634648"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8" name="文本框 46"/>
            <p:cNvSpPr txBox="1"/>
            <p:nvPr/>
          </p:nvSpPr>
          <p:spPr>
            <a:xfrm>
              <a:off x="5172696" y="367180"/>
              <a:ext cx="906900"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1.3.2 财务经理</a:t>
              </a:r>
            </a:p>
          </p:txBody>
        </p:sp>
      </p:grpSp>
      <p:grpSp>
        <p:nvGrpSpPr>
          <p:cNvPr id="39" name="组合 38"/>
          <p:cNvGrpSpPr/>
          <p:nvPr userDrawn="1"/>
        </p:nvGrpSpPr>
        <p:grpSpPr>
          <a:xfrm>
            <a:off x="8428933" y="276053"/>
            <a:ext cx="2690244" cy="424815"/>
            <a:chOff x="2936183" y="285578"/>
            <a:chExt cx="1721760" cy="424815"/>
          </a:xfrm>
        </p:grpSpPr>
        <p:sp>
          <p:nvSpPr>
            <p:cNvPr id="26" name="任意多边形: 形状 25"/>
            <p:cNvSpPr/>
            <p:nvPr/>
          </p:nvSpPr>
          <p:spPr>
            <a:xfrm>
              <a:off x="2936183" y="285578"/>
              <a:ext cx="1721760" cy="42291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solidFill>
              <a:srgbClr val="B3FFFF">
                <a:alpha val="93725"/>
              </a:srgbClr>
            </a:solidFill>
            <a:ln w="12700" cap="flat" cmpd="sng" algn="ctr">
              <a:noFill/>
              <a:prstDash val="solid"/>
              <a:miter lim="800000"/>
            </a:ln>
            <a:effectLst>
              <a:glow rad="53340">
                <a:srgbClr val="26FAF5">
                  <a:lumMod val="20000"/>
                  <a:lumOff val="80000"/>
                  <a:alpha val="43000"/>
                </a:srgbClr>
              </a:glow>
            </a:effectLst>
          </p:spPr>
          <p:txBody>
            <a:bodyPr rot="0" spcFirstLastPara="0" vert="horz" wrap="square" lIns="96012" tIns="48006" rIns="96012" bIns="48006"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100" dirty="0">
                <a:solidFill>
                  <a:sysClr val="window" lastClr="FFFFFF"/>
                </a:solidFill>
                <a:latin typeface="Times New Roman" panose="02020603050405020304" pitchFamily="18" charset="0"/>
                <a:ea typeface="宋体" panose="02010600030101010101" pitchFamily="2" charset="-122"/>
                <a:sym typeface="+mn-ea"/>
              </a:endParaRPr>
            </a:p>
          </p:txBody>
        </p:sp>
        <p:sp>
          <p:nvSpPr>
            <p:cNvPr id="27" name="文本框 44"/>
            <p:cNvSpPr txBox="1"/>
            <p:nvPr/>
          </p:nvSpPr>
          <p:spPr>
            <a:xfrm>
              <a:off x="3027253" y="343363"/>
              <a:ext cx="1538959" cy="307340"/>
            </a:xfrm>
            <a:prstGeom prst="rect">
              <a:avLst/>
            </a:prstGeom>
            <a:effectLst/>
          </p:spPr>
          <p:txBody>
            <a:bodyPr wrap="squar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2000" b="1" dirty="0">
                  <a:solidFill>
                    <a:srgbClr val="031333"/>
                  </a:solidFill>
                  <a:latin typeface="微软雅黑" panose="020B0503020204020204" charset="-122"/>
                  <a:ea typeface="微软雅黑" panose="020B0503020204020204" charset="-122"/>
                </a:rPr>
                <a:t>1.3.3 财务职业生涯</a:t>
              </a:r>
            </a:p>
          </p:txBody>
        </p:sp>
        <p:cxnSp>
          <p:nvCxnSpPr>
            <p:cNvPr id="28" name="直接连接符 27"/>
            <p:cNvCxnSpPr/>
            <p:nvPr/>
          </p:nvCxnSpPr>
          <p:spPr>
            <a:xfrm>
              <a:off x="3446970" y="709123"/>
              <a:ext cx="699527" cy="1270"/>
            </a:xfrm>
            <a:prstGeom prst="line">
              <a:avLst/>
            </a:prstGeom>
            <a:noFill/>
            <a:ln w="26670" cap="rnd" cmpd="sng" algn="ctr">
              <a:solidFill>
                <a:srgbClr val="FDDB89"/>
              </a:solidFill>
              <a:prstDash val="solid"/>
              <a:round/>
            </a:ln>
            <a:effectLst/>
          </p:spPr>
        </p:cxnSp>
      </p:grpSp>
      <p:sp>
        <p:nvSpPr>
          <p:cNvPr id="5" name="任意多边形: 形状 16"/>
          <p:cNvSpPr/>
          <p:nvPr userDrawn="1"/>
        </p:nvSpPr>
        <p:spPr>
          <a:xfrm>
            <a:off x="2868295" y="276225"/>
            <a:ext cx="2543175" cy="402590"/>
          </a:xfrm>
          <a:custGeom>
            <a:avLst/>
            <a:gdLst>
              <a:gd name="connsiteX0" fmla="*/ 76315 w 739036"/>
              <a:gd name="connsiteY0" fmla="*/ 0 h 215900"/>
              <a:gd name="connsiteX1" fmla="*/ 662722 w 739036"/>
              <a:gd name="connsiteY1" fmla="*/ 0 h 215900"/>
              <a:gd name="connsiteX2" fmla="*/ 689663 w 739036"/>
              <a:gd name="connsiteY2" fmla="*/ 11159 h 215900"/>
              <a:gd name="connsiteX3" fmla="*/ 727876 w 739036"/>
              <a:gd name="connsiteY3" fmla="*/ 49373 h 215900"/>
              <a:gd name="connsiteX4" fmla="*/ 734104 w 739036"/>
              <a:gd name="connsiteY4" fmla="*/ 95061 h 215900"/>
              <a:gd name="connsiteX5" fmla="*/ 676742 w 739036"/>
              <a:gd name="connsiteY5" fmla="*/ 196547 h 215900"/>
              <a:gd name="connsiteX6" fmla="*/ 643574 w 739036"/>
              <a:gd name="connsiteY6" fmla="*/ 215900 h 215900"/>
              <a:gd name="connsiteX7" fmla="*/ 95464 w 739036"/>
              <a:gd name="connsiteY7" fmla="*/ 215900 h 215900"/>
              <a:gd name="connsiteX8" fmla="*/ 62295 w 739036"/>
              <a:gd name="connsiteY8" fmla="*/ 196547 h 215900"/>
              <a:gd name="connsiteX9" fmla="*/ 4933 w 739036"/>
              <a:gd name="connsiteY9" fmla="*/ 95061 h 215900"/>
              <a:gd name="connsiteX10" fmla="*/ 11161 w 739036"/>
              <a:gd name="connsiteY10" fmla="*/ 49373 h 215900"/>
              <a:gd name="connsiteX11" fmla="*/ 49374 w 739036"/>
              <a:gd name="connsiteY11" fmla="*/ 11159 h 215900"/>
              <a:gd name="connsiteX12" fmla="*/ 76315 w 739036"/>
              <a:gd name="connsiteY12" fmla="*/ 0 h 21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9036" h="215900">
                <a:moveTo>
                  <a:pt x="76315" y="0"/>
                </a:moveTo>
                <a:lnTo>
                  <a:pt x="662722" y="0"/>
                </a:lnTo>
                <a:cubicBezTo>
                  <a:pt x="672822" y="0"/>
                  <a:pt x="682521" y="4017"/>
                  <a:pt x="689663" y="11159"/>
                </a:cubicBezTo>
                <a:lnTo>
                  <a:pt x="727876" y="49373"/>
                </a:lnTo>
                <a:cubicBezTo>
                  <a:pt x="739978" y="61475"/>
                  <a:pt x="742526" y="80161"/>
                  <a:pt x="734104" y="95061"/>
                </a:cubicBezTo>
                <a:lnTo>
                  <a:pt x="676742" y="196547"/>
                </a:lnTo>
                <a:cubicBezTo>
                  <a:pt x="669982" y="208507"/>
                  <a:pt x="657312" y="215900"/>
                  <a:pt x="643574" y="215900"/>
                </a:cubicBezTo>
                <a:lnTo>
                  <a:pt x="95464" y="215900"/>
                </a:lnTo>
                <a:cubicBezTo>
                  <a:pt x="81726" y="215900"/>
                  <a:pt x="69055" y="208507"/>
                  <a:pt x="62295" y="196547"/>
                </a:cubicBezTo>
                <a:lnTo>
                  <a:pt x="4933" y="95061"/>
                </a:lnTo>
                <a:cubicBezTo>
                  <a:pt x="-3488" y="80161"/>
                  <a:pt x="-941" y="61475"/>
                  <a:pt x="11161" y="49373"/>
                </a:cubicBezTo>
                <a:lnTo>
                  <a:pt x="49374" y="11159"/>
                </a:lnTo>
                <a:cubicBezTo>
                  <a:pt x="56517" y="4017"/>
                  <a:pt x="66215" y="0"/>
                  <a:pt x="76315" y="0"/>
                </a:cubicBezTo>
              </a:path>
            </a:pathLst>
          </a:custGeom>
          <a:gradFill>
            <a:gsLst>
              <a:gs pos="2752">
                <a:srgbClr val="19B2FF">
                  <a:alpha val="40000"/>
                </a:srgbClr>
              </a:gs>
              <a:gs pos="100000">
                <a:srgbClr val="19B2FF">
                  <a:alpha val="20000"/>
                </a:srgbClr>
              </a:gs>
            </a:gsLst>
            <a:lin ang="16200000" scaled="1"/>
          </a:gradFill>
          <a:ln w="9525" cap="flat">
            <a:gradFill flip="none" rotWithShape="1">
              <a:gsLst>
                <a:gs pos="0">
                  <a:srgbClr val="19B2FF">
                    <a:alpha val="70000"/>
                  </a:srgbClr>
                </a:gs>
                <a:gs pos="100000">
                  <a:srgbClr val="19DEFF">
                    <a:alpha val="10000"/>
                  </a:srgbClr>
                </a:gs>
              </a:gsLst>
              <a:lin ang="16200000" scaled="1"/>
              <a:tileRect/>
            </a:grad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solidFill>
                <a:sysClr val="windowText" lastClr="000000"/>
              </a:solidFill>
              <a:latin typeface="微软雅黑" panose="020B0503020204020204" charset="-122"/>
              <a:sym typeface="未来荧黑 Extended" charset="0"/>
            </a:endParaRPr>
          </a:p>
        </p:txBody>
      </p:sp>
      <p:sp>
        <p:nvSpPr>
          <p:cNvPr id="19" name="文本框 18"/>
          <p:cNvSpPr txBox="1"/>
          <p:nvPr userDrawn="1"/>
        </p:nvSpPr>
        <p:spPr>
          <a:xfrm>
            <a:off x="92736" y="-11945"/>
            <a:ext cx="22275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1.3 </a:t>
            </a:r>
            <a:r>
              <a:rPr lang="zh-CN" altLang="en-US" sz="20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企业组织形式</a:t>
            </a:r>
          </a:p>
        </p:txBody>
      </p:sp>
      <p:sp>
        <p:nvSpPr>
          <p:cNvPr id="22" name="文本框 21"/>
          <p:cNvSpPr txBox="1"/>
          <p:nvPr userDrawn="1"/>
        </p:nvSpPr>
        <p:spPr>
          <a:xfrm>
            <a:off x="1170966" y="285870"/>
            <a:ext cx="145923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与财务经理</a:t>
            </a:r>
          </a:p>
        </p:txBody>
      </p:sp>
      <p:sp>
        <p:nvSpPr>
          <p:cNvPr id="3" name="文本框 46"/>
          <p:cNvSpPr txBox="1"/>
          <p:nvPr userDrawn="1"/>
        </p:nvSpPr>
        <p:spPr>
          <a:xfrm>
            <a:off x="3218346" y="346860"/>
            <a:ext cx="1842770" cy="260985"/>
          </a:xfrm>
          <a:prstGeom prst="rect">
            <a:avLst/>
          </a:prstGeom>
        </p:spPr>
        <p:txBody>
          <a:bodyPr wrap="none" lIns="0" tIns="0" rIns="0" bIns="0">
            <a:spAutoFit/>
            <a:extLst>
              <a:ext uri="{4A0BC546-FE56-4ADE-93B0-CB8AF2F6F144}">
                <wpsdc:textFrameExt xmlns:wpsdc="http://www.wps.cn/officeDocument/2022/drawingmlCustomData" xmlns="" type="text"/>
              </a:ext>
            </a:extLs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1.3.1</a:t>
            </a:r>
            <a:r>
              <a:rPr kumimoji="0" lang="en-US"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 </a:t>
            </a:r>
            <a:r>
              <a:rPr kumimoji="0" sz="1700" b="0" i="0" u="none" strike="noStrike" kern="1200" cap="none" spc="0" normalizeH="0" baseline="0" noProof="0" dirty="0">
                <a:ln>
                  <a:noFill/>
                </a:ln>
                <a:solidFill>
                  <a:schemeClr val="bg1">
                    <a:alpha val="70000"/>
                  </a:schemeClr>
                </a:solidFill>
                <a:effectLst/>
                <a:uLnTx/>
                <a:uFillTx/>
                <a:latin typeface="微软雅黑" panose="020B0503020204020204" charset="-122"/>
                <a:ea typeface="微软雅黑" panose="020B0503020204020204" charset="-122"/>
                <a:cs typeface="+mn-cs"/>
              </a:rPr>
              <a:t>企业组织形式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2024/7/23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dirty="0"/>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4"/>
            </p:custDataLst>
          </p:nvPr>
        </p:nvSpPr>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AF6E37-45B8-474D-8AFF-13053ACA14DA}" type="datetimeFigureOut">
              <a:rPr lang="zh-CN" altLang="en-US" smtClean="0"/>
              <a:t>2024/7/23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15B823-9162-4B0F-96A3-957E1036B94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8.xml"/><Relationship Id="rId7" Type="http://schemas.openxmlformats.org/officeDocument/2006/relationships/tags" Target="../tags/tag1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10" Type="http://schemas.openxmlformats.org/officeDocument/2006/relationships/image" Target="../media/image3.png"/><Relationship Id="rId4" Type="http://schemas.openxmlformats.org/officeDocument/2006/relationships/tags" Target="../tags/tag9.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3" Type="http://schemas.openxmlformats.org/officeDocument/2006/relationships/tags" Target="../tags/tag25.xml"/><Relationship Id="rId18" Type="http://schemas.openxmlformats.org/officeDocument/2006/relationships/tags" Target="../tags/tag30.xml"/><Relationship Id="rId26" Type="http://schemas.openxmlformats.org/officeDocument/2006/relationships/tags" Target="../tags/tag38.xml"/><Relationship Id="rId3" Type="http://schemas.openxmlformats.org/officeDocument/2006/relationships/tags" Target="../tags/tag15.xml"/><Relationship Id="rId21" Type="http://schemas.openxmlformats.org/officeDocument/2006/relationships/tags" Target="../tags/tag33.xml"/><Relationship Id="rId34" Type="http://schemas.openxmlformats.org/officeDocument/2006/relationships/slideLayout" Target="../slideLayouts/slideLayout2.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tags" Target="../tags/tag29.xml"/><Relationship Id="rId25" Type="http://schemas.openxmlformats.org/officeDocument/2006/relationships/tags" Target="../tags/tag37.xml"/><Relationship Id="rId33" Type="http://schemas.openxmlformats.org/officeDocument/2006/relationships/tags" Target="../tags/tag45.xml"/><Relationship Id="rId2" Type="http://schemas.openxmlformats.org/officeDocument/2006/relationships/tags" Target="../tags/tag14.xml"/><Relationship Id="rId16" Type="http://schemas.openxmlformats.org/officeDocument/2006/relationships/tags" Target="../tags/tag28.xml"/><Relationship Id="rId20" Type="http://schemas.openxmlformats.org/officeDocument/2006/relationships/tags" Target="../tags/tag32.xml"/><Relationship Id="rId29" Type="http://schemas.openxmlformats.org/officeDocument/2006/relationships/tags" Target="../tags/tag41.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tags" Target="../tags/tag36.xml"/><Relationship Id="rId32" Type="http://schemas.openxmlformats.org/officeDocument/2006/relationships/tags" Target="../tags/tag44.xml"/><Relationship Id="rId5" Type="http://schemas.openxmlformats.org/officeDocument/2006/relationships/tags" Target="../tags/tag17.xml"/><Relationship Id="rId15" Type="http://schemas.openxmlformats.org/officeDocument/2006/relationships/tags" Target="../tags/tag27.xml"/><Relationship Id="rId23" Type="http://schemas.openxmlformats.org/officeDocument/2006/relationships/tags" Target="../tags/tag35.xml"/><Relationship Id="rId28" Type="http://schemas.openxmlformats.org/officeDocument/2006/relationships/tags" Target="../tags/tag40.xml"/><Relationship Id="rId10" Type="http://schemas.openxmlformats.org/officeDocument/2006/relationships/tags" Target="../tags/tag22.xml"/><Relationship Id="rId19" Type="http://schemas.openxmlformats.org/officeDocument/2006/relationships/tags" Target="../tags/tag31.xml"/><Relationship Id="rId31" Type="http://schemas.openxmlformats.org/officeDocument/2006/relationships/tags" Target="../tags/tag43.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 Id="rId22" Type="http://schemas.openxmlformats.org/officeDocument/2006/relationships/tags" Target="../tags/tag34.xml"/><Relationship Id="rId27" Type="http://schemas.openxmlformats.org/officeDocument/2006/relationships/tags" Target="../tags/tag39.xml"/><Relationship Id="rId30" Type="http://schemas.openxmlformats.org/officeDocument/2006/relationships/tags" Target="../tags/tag42.xml"/><Relationship Id="rId35" Type="http://schemas.openxmlformats.org/officeDocument/2006/relationships/notesSlide" Target="../notesSlides/notesSlide2.xml"/><Relationship Id="rId8"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hyperlink" Target="http://eby.cc/uppic/2006116213103.jpg" TargetMode="External"/><Relationship Id="rId3" Type="http://schemas.openxmlformats.org/officeDocument/2006/relationships/image" Target="../media/image4.jpeg"/><Relationship Id="rId7" Type="http://schemas.openxmlformats.org/officeDocument/2006/relationships/image" Target="../media/image6.jpeg"/><Relationship Id="rId2" Type="http://schemas.openxmlformats.org/officeDocument/2006/relationships/hyperlink" Target="http://www.ivsky.com/Photo/548/75584.html" TargetMode="External"/><Relationship Id="rId1" Type="http://schemas.openxmlformats.org/officeDocument/2006/relationships/slideLayout" Target="../slideLayouts/slideLayout3.xml"/><Relationship Id="rId6" Type="http://schemas.openxmlformats.org/officeDocument/2006/relationships/hyperlink" Target="http://images.google.cn/imgres?imgurl=http://www.broad.com/news/images/wzl/news_wen_3.jpg&amp;imgrefurl=http://www.broad.com/news/news_2.htm&amp;h=474&amp;w=534&amp;sz=66&amp;tbnid=HLiG2YxOUPdF2M:&amp;tbnh=117&amp;tbnw=132&amp;prev=/images?q%3D%E8%BD%A6%E9%97%B4%E7%9A%84%E5%9B%BE%E7%89%87%26um%3D1&amp;start=2&amp;sa=X&amp;oi=images&amp;ct=image&amp;cd=2" TargetMode="External"/><Relationship Id="rId5" Type="http://schemas.openxmlformats.org/officeDocument/2006/relationships/image" Target="../media/image5.jpeg"/><Relationship Id="rId4" Type="http://schemas.openxmlformats.org/officeDocument/2006/relationships/hyperlink" Target="http://images.google.cn/imgres?imgurl=http://www.zscf.com.cn/upimg/2006920162211.JPG&amp;imgrefurl=http://www.zscf.com.cn/&amp;h=375&amp;w=500&amp;sz=46&amp;tbnid=gnETJHL6bEmM5M:&amp;tbnh=98&amp;tbnw=130&amp;prev=/images?q%3D%E5%8E%82%E6%88%BF%E7%9A%84%E5%9B%BE%E7%89%87%26um%3D1&amp;start=1&amp;sa=X&amp;oi=images&amp;ct=image&amp;cd=1" TargetMode="External"/><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hyperlink" Target="http://www.rapidesign.cn/" TargetMode="External"/><Relationship Id="rId2" Type="http://schemas.openxmlformats.org/officeDocument/2006/relationships/tags" Target="../tags/tag47.xml"/><Relationship Id="rId16" Type="http://schemas.openxmlformats.org/officeDocument/2006/relationships/slideLayout" Target="../slideLayouts/slideLayout5.xml"/><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10" Type="http://schemas.openxmlformats.org/officeDocument/2006/relationships/tags" Target="../tags/tag55.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tags" Target="../tags/tag63.xml"/><Relationship Id="rId7" Type="http://schemas.openxmlformats.org/officeDocument/2006/relationships/slideLayout" Target="../slideLayouts/slideLayout6.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slideLayout" Target="../slideLayouts/slideLayout6.xml"/><Relationship Id="rId5" Type="http://schemas.openxmlformats.org/officeDocument/2006/relationships/tags" Target="../tags/tag7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tags" Target="../tags/tag84.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slideLayout" Target="../slideLayouts/slideLayout7.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tags" Target="../tags/tag95.xml"/><Relationship Id="rId3" Type="http://schemas.openxmlformats.org/officeDocument/2006/relationships/tags" Target="../tags/tag90.xml"/><Relationship Id="rId7" Type="http://schemas.openxmlformats.org/officeDocument/2006/relationships/tags" Target="../tags/tag94.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slideLayout" Target="../slideLayouts/slideLayout8.xml"/><Relationship Id="rId5" Type="http://schemas.openxmlformats.org/officeDocument/2006/relationships/tags" Target="../tags/tag92.xml"/><Relationship Id="rId10" Type="http://schemas.openxmlformats.org/officeDocument/2006/relationships/tags" Target="../tags/tag97.xml"/><Relationship Id="rId4" Type="http://schemas.openxmlformats.org/officeDocument/2006/relationships/tags" Target="../tags/tag91.xml"/><Relationship Id="rId9" Type="http://schemas.openxmlformats.org/officeDocument/2006/relationships/tags" Target="../tags/tag96.xml"/></Relationships>
</file>

<file path=ppt/slides/_rels/slide2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18" Type="http://schemas.openxmlformats.org/officeDocument/2006/relationships/tags" Target="../tags/tag115.xml"/><Relationship Id="rId26" Type="http://schemas.openxmlformats.org/officeDocument/2006/relationships/tags" Target="../tags/tag123.xml"/><Relationship Id="rId3" Type="http://schemas.openxmlformats.org/officeDocument/2006/relationships/tags" Target="../tags/tag100.xml"/><Relationship Id="rId21" Type="http://schemas.openxmlformats.org/officeDocument/2006/relationships/tags" Target="../tags/tag118.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tags" Target="../tags/tag114.xml"/><Relationship Id="rId25" Type="http://schemas.openxmlformats.org/officeDocument/2006/relationships/tags" Target="../tags/tag122.xml"/><Relationship Id="rId2" Type="http://schemas.openxmlformats.org/officeDocument/2006/relationships/tags" Target="../tags/tag99.xml"/><Relationship Id="rId16" Type="http://schemas.openxmlformats.org/officeDocument/2006/relationships/tags" Target="../tags/tag113.xml"/><Relationship Id="rId20" Type="http://schemas.openxmlformats.org/officeDocument/2006/relationships/tags" Target="../tags/tag117.xml"/><Relationship Id="rId29" Type="http://schemas.openxmlformats.org/officeDocument/2006/relationships/tags" Target="../tags/tag126.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24" Type="http://schemas.openxmlformats.org/officeDocument/2006/relationships/tags" Target="../tags/tag121.xml"/><Relationship Id="rId5" Type="http://schemas.openxmlformats.org/officeDocument/2006/relationships/tags" Target="../tags/tag102.xml"/><Relationship Id="rId15" Type="http://schemas.openxmlformats.org/officeDocument/2006/relationships/tags" Target="../tags/tag112.xml"/><Relationship Id="rId23" Type="http://schemas.openxmlformats.org/officeDocument/2006/relationships/tags" Target="../tags/tag120.xml"/><Relationship Id="rId28" Type="http://schemas.openxmlformats.org/officeDocument/2006/relationships/tags" Target="../tags/tag125.xml"/><Relationship Id="rId10" Type="http://schemas.openxmlformats.org/officeDocument/2006/relationships/tags" Target="../tags/tag107.xml"/><Relationship Id="rId19" Type="http://schemas.openxmlformats.org/officeDocument/2006/relationships/tags" Target="../tags/tag116.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tags" Target="../tags/tag111.xml"/><Relationship Id="rId22" Type="http://schemas.openxmlformats.org/officeDocument/2006/relationships/tags" Target="../tags/tag119.xml"/><Relationship Id="rId27" Type="http://schemas.openxmlformats.org/officeDocument/2006/relationships/tags" Target="../tags/tag124.xml"/><Relationship Id="rId30"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5" Type="http://schemas.openxmlformats.org/officeDocument/2006/relationships/slideLayout" Target="../slideLayouts/slideLayout12.xml"/><Relationship Id="rId4" Type="http://schemas.openxmlformats.org/officeDocument/2006/relationships/tags" Target="../tags/tag130.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tags" Target="../tags/tag142.xml"/><Relationship Id="rId17" Type="http://schemas.openxmlformats.org/officeDocument/2006/relationships/slideLayout" Target="../slideLayouts/slideLayout13.xml"/><Relationship Id="rId2" Type="http://schemas.openxmlformats.org/officeDocument/2006/relationships/tags" Target="../tags/tag132.xml"/><Relationship Id="rId16" Type="http://schemas.openxmlformats.org/officeDocument/2006/relationships/tags" Target="../tags/tag146.xml"/><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5" Type="http://schemas.openxmlformats.org/officeDocument/2006/relationships/tags" Target="../tags/tag135.xml"/><Relationship Id="rId15" Type="http://schemas.openxmlformats.org/officeDocument/2006/relationships/tags" Target="../tags/tag145.xml"/><Relationship Id="rId10" Type="http://schemas.openxmlformats.org/officeDocument/2006/relationships/tags" Target="../tags/tag140.xml"/><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49.xml"/><Relationship Id="rId7" Type="http://schemas.openxmlformats.org/officeDocument/2006/relationships/tags" Target="../tags/tag153.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5" Type="http://schemas.openxmlformats.org/officeDocument/2006/relationships/tags" Target="../tags/tag151.xml"/><Relationship Id="rId10" Type="http://schemas.openxmlformats.org/officeDocument/2006/relationships/image" Target="../media/image3.png"/><Relationship Id="rId4" Type="http://schemas.openxmlformats.org/officeDocument/2006/relationships/tags" Target="../tags/tag150.xml"/><Relationship Id="rId9"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custDataLst>
              <p:tags r:id="rId1"/>
            </p:custDataLst>
          </p:nvPr>
        </p:nvSpPr>
        <p:spPr>
          <a:xfrm flipH="1">
            <a:off x="8235" y="0"/>
            <a:ext cx="12192000" cy="6858000"/>
          </a:xfrm>
          <a:prstGeom prst="rect">
            <a:avLst/>
          </a:prstGeom>
          <a:gradFill>
            <a:gsLst>
              <a:gs pos="24000">
                <a:srgbClr val="0C274B">
                  <a:alpha val="95000"/>
                </a:srgbClr>
              </a:gs>
              <a:gs pos="0">
                <a:srgbClr val="035A97">
                  <a:alpha val="53725"/>
                </a:srgbClr>
              </a:gs>
              <a:gs pos="64000">
                <a:srgbClr val="0C274B">
                  <a:alpha val="89804"/>
                </a:srgbClr>
              </a:gs>
              <a:gs pos="100000">
                <a:srgbClr val="002060">
                  <a:alpha val="77000"/>
                </a:srgb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grpSp>
        <p:nvGrpSpPr>
          <p:cNvPr id="37" name="组合 36"/>
          <p:cNvGrpSpPr/>
          <p:nvPr/>
        </p:nvGrpSpPr>
        <p:grpSpPr>
          <a:xfrm>
            <a:off x="8335644" y="12255500"/>
            <a:ext cx="5171020" cy="317500"/>
            <a:chOff x="8091488" y="-108799"/>
            <a:chExt cx="4132656" cy="479823"/>
          </a:xfrm>
          <a:gradFill>
            <a:gsLst>
              <a:gs pos="10000">
                <a:schemeClr val="accent4">
                  <a:lumMod val="20000"/>
                  <a:lumOff val="80000"/>
                  <a:alpha val="0"/>
                </a:schemeClr>
              </a:gs>
              <a:gs pos="100000">
                <a:schemeClr val="accent4">
                  <a:lumMod val="20000"/>
                  <a:lumOff val="80000"/>
                  <a:alpha val="16000"/>
                </a:schemeClr>
              </a:gs>
            </a:gsLst>
            <a:lin ang="0" scaled="0"/>
          </a:gradFill>
        </p:grpSpPr>
        <p:sp>
          <p:nvSpPr>
            <p:cNvPr id="38" name="平行四边形 37"/>
            <p:cNvSpPr/>
            <p:nvPr/>
          </p:nvSpPr>
          <p:spPr>
            <a:xfrm>
              <a:off x="8547494" y="-108799"/>
              <a:ext cx="3676650" cy="319882"/>
            </a:xfrm>
            <a:prstGeom prst="parallelogram">
              <a:avLst>
                <a:gd name="adj" fmla="val 4667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39" name="平行四边形 38"/>
            <p:cNvSpPr/>
            <p:nvPr/>
          </p:nvSpPr>
          <p:spPr>
            <a:xfrm>
              <a:off x="8091488" y="81626"/>
              <a:ext cx="3881437" cy="289398"/>
            </a:xfrm>
            <a:prstGeom prst="parallelogram">
              <a:avLst>
                <a:gd name="adj" fmla="val 376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grpSp>
      <p:grpSp>
        <p:nvGrpSpPr>
          <p:cNvPr id="22" name="组合 21"/>
          <p:cNvGrpSpPr/>
          <p:nvPr/>
        </p:nvGrpSpPr>
        <p:grpSpPr>
          <a:xfrm>
            <a:off x="5458667" y="2163036"/>
            <a:ext cx="7894320" cy="1472566"/>
            <a:chOff x="-1254" y="4610"/>
            <a:chExt cx="19118" cy="2638"/>
          </a:xfrm>
        </p:grpSpPr>
        <p:grpSp>
          <p:nvGrpSpPr>
            <p:cNvPr id="16" name="组合 15"/>
            <p:cNvGrpSpPr/>
            <p:nvPr/>
          </p:nvGrpSpPr>
          <p:grpSpPr>
            <a:xfrm>
              <a:off x="-937" y="4957"/>
              <a:ext cx="15452" cy="1926"/>
              <a:chOff x="-2199" y="4017"/>
              <a:chExt cx="14413" cy="2369"/>
            </a:xfrm>
          </p:grpSpPr>
          <p:sp>
            <p:nvSpPr>
              <p:cNvPr id="12" name="平行四边形 11"/>
              <p:cNvSpPr/>
              <p:nvPr/>
            </p:nvSpPr>
            <p:spPr>
              <a:xfrm>
                <a:off x="-1640" y="4017"/>
                <a:ext cx="13855" cy="2103"/>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5" name="平行四边形 14"/>
              <p:cNvSpPr/>
              <p:nvPr/>
            </p:nvSpPr>
            <p:spPr>
              <a:xfrm>
                <a:off x="-2199" y="6266"/>
                <a:ext cx="13774" cy="121"/>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grpSp>
        <p:sp>
          <p:nvSpPr>
            <p:cNvPr id="25" name="文本框 24"/>
            <p:cNvSpPr txBox="1"/>
            <p:nvPr/>
          </p:nvSpPr>
          <p:spPr>
            <a:xfrm flipH="1">
              <a:off x="1102" y="4895"/>
              <a:ext cx="12945" cy="1609"/>
            </a:xfrm>
            <a:prstGeom prst="rect">
              <a:avLst/>
            </a:prstGeom>
            <a:noFill/>
          </p:spPr>
          <p:txBody>
            <a:bodyPr wrap="square" lIns="91440" rIns="91440" rtlCol="0" anchor="t">
              <a:noAutofit/>
            </a:bodyPr>
            <a:lstStyle/>
            <a:p>
              <a:pPr lvl="0" indent="0" algn="ctr" fontAlgn="auto">
                <a:lnSpc>
                  <a:spcPct val="120000"/>
                </a:lnSpc>
                <a:buClrTx/>
                <a:buSzTx/>
                <a:buFontTx/>
              </a:pPr>
              <a:r>
                <a:rPr lang="zh-CN" altLang="en-US" sz="4800" b="1" dirty="0">
                  <a:solidFill>
                    <a:schemeClr val="bg1"/>
                  </a:solidFill>
                  <a:effectLst>
                    <a:outerShdw blurRad="406400" dist="38100" dir="5400000" sx="102000" sy="102000" algn="t" rotWithShape="0">
                      <a:prstClr val="black">
                        <a:alpha val="40000"/>
                      </a:prstClr>
                    </a:outerShdw>
                  </a:effectLst>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rPr>
                <a:t>总</a:t>
              </a:r>
              <a:r>
                <a:rPr lang="en-US" altLang="zh-CN" sz="4800" b="1" dirty="0">
                  <a:solidFill>
                    <a:schemeClr val="bg1"/>
                  </a:solidFill>
                  <a:effectLst>
                    <a:outerShdw blurRad="406400" dist="38100" dir="5400000" sx="102000" sy="102000" algn="t" rotWithShape="0">
                      <a:prstClr val="black">
                        <a:alpha val="40000"/>
                      </a:prstClr>
                    </a:outerShdw>
                  </a:effectLst>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rPr>
                <a:t>  </a:t>
              </a:r>
              <a:r>
                <a:rPr lang="zh-CN" altLang="en-US" sz="4800" b="1" dirty="0">
                  <a:solidFill>
                    <a:schemeClr val="bg1"/>
                  </a:solidFill>
                  <a:effectLst>
                    <a:outerShdw blurRad="406400" dist="38100" dir="5400000" sx="102000" sy="102000" algn="t" rotWithShape="0">
                      <a:prstClr val="black">
                        <a:alpha val="40000"/>
                      </a:prstClr>
                    </a:outerShdw>
                  </a:effectLst>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rPr>
                <a:t>论</a:t>
              </a:r>
            </a:p>
          </p:txBody>
        </p:sp>
        <p:pic>
          <p:nvPicPr>
            <p:cNvPr id="18" name="图片 17"/>
            <p:cNvPicPr>
              <a:picLocks noChangeAspect="1"/>
            </p:cNvPicPr>
            <p:nvPr/>
          </p:nvPicPr>
          <p:blipFill>
            <a:blip r:embed="rId10"/>
            <a:stretch>
              <a:fillRect/>
            </a:stretch>
          </p:blipFill>
          <p:spPr>
            <a:xfrm>
              <a:off x="-1254" y="4610"/>
              <a:ext cx="13428" cy="760"/>
            </a:xfrm>
            <a:prstGeom prst="rect">
              <a:avLst/>
            </a:prstGeom>
          </p:spPr>
        </p:pic>
        <p:pic>
          <p:nvPicPr>
            <p:cNvPr id="20" name="图片 19"/>
            <p:cNvPicPr>
              <a:picLocks noChangeAspect="1"/>
            </p:cNvPicPr>
            <p:nvPr/>
          </p:nvPicPr>
          <p:blipFill>
            <a:blip r:embed="rId10"/>
            <a:stretch>
              <a:fillRect/>
            </a:stretch>
          </p:blipFill>
          <p:spPr>
            <a:xfrm>
              <a:off x="4436" y="6488"/>
              <a:ext cx="13428" cy="760"/>
            </a:xfrm>
            <a:prstGeom prst="rect">
              <a:avLst/>
            </a:prstGeom>
          </p:spPr>
        </p:pic>
      </p:grpSp>
      <p:sp>
        <p:nvSpPr>
          <p:cNvPr id="562" name="PA-任意多边形 109"/>
          <p:cNvSpPr>
            <a:spLocks noEditPoints="1"/>
          </p:cNvSpPr>
          <p:nvPr>
            <p:custDataLst>
              <p:tags r:id="rId2"/>
            </p:custDataLst>
          </p:nvPr>
        </p:nvSpPr>
        <p:spPr bwMode="auto">
          <a:xfrm>
            <a:off x="415449" y="336860"/>
            <a:ext cx="5358228" cy="5358228"/>
          </a:xfrm>
          <a:custGeom>
            <a:avLst/>
            <a:gdLst>
              <a:gd name="T0" fmla="*/ 1152 w 2572"/>
              <a:gd name="T1" fmla="*/ 30 h 2572"/>
              <a:gd name="T2" fmla="*/ 1926 w 2572"/>
              <a:gd name="T3" fmla="*/ 197 h 2572"/>
              <a:gd name="T4" fmla="*/ 1883 w 2572"/>
              <a:gd name="T5" fmla="*/ 270 h 2572"/>
              <a:gd name="T6" fmla="*/ 1161 w 2572"/>
              <a:gd name="T7" fmla="*/ 114 h 2572"/>
              <a:gd name="T8" fmla="*/ 1152 w 2572"/>
              <a:gd name="T9" fmla="*/ 30 h 2572"/>
              <a:gd name="T10" fmla="*/ 2079 w 2572"/>
              <a:gd name="T11" fmla="*/ 303 h 2572"/>
              <a:gd name="T12" fmla="*/ 2509 w 2572"/>
              <a:gd name="T13" fmla="*/ 968 h 2572"/>
              <a:gd name="T14" fmla="*/ 2426 w 2572"/>
              <a:gd name="T15" fmla="*/ 990 h 2572"/>
              <a:gd name="T16" fmla="*/ 2026 w 2572"/>
              <a:gd name="T17" fmla="*/ 369 h 2572"/>
              <a:gd name="T18" fmla="*/ 2079 w 2572"/>
              <a:gd name="T19" fmla="*/ 303 h 2572"/>
              <a:gd name="T20" fmla="*/ 2542 w 2572"/>
              <a:gd name="T21" fmla="*/ 1152 h 2572"/>
              <a:gd name="T22" fmla="*/ 2375 w 2572"/>
              <a:gd name="T23" fmla="*/ 1926 h 2572"/>
              <a:gd name="T24" fmla="*/ 2301 w 2572"/>
              <a:gd name="T25" fmla="*/ 1882 h 2572"/>
              <a:gd name="T26" fmla="*/ 2457 w 2572"/>
              <a:gd name="T27" fmla="*/ 1161 h 2572"/>
              <a:gd name="T28" fmla="*/ 2542 w 2572"/>
              <a:gd name="T29" fmla="*/ 1152 h 2572"/>
              <a:gd name="T30" fmla="*/ 2269 w 2572"/>
              <a:gd name="T31" fmla="*/ 2079 h 2572"/>
              <a:gd name="T32" fmla="*/ 1604 w 2572"/>
              <a:gd name="T33" fmla="*/ 2508 h 2572"/>
              <a:gd name="T34" fmla="*/ 1582 w 2572"/>
              <a:gd name="T35" fmla="*/ 2426 h 2572"/>
              <a:gd name="T36" fmla="*/ 2203 w 2572"/>
              <a:gd name="T37" fmla="*/ 2025 h 2572"/>
              <a:gd name="T38" fmla="*/ 2269 w 2572"/>
              <a:gd name="T39" fmla="*/ 2079 h 2572"/>
              <a:gd name="T40" fmla="*/ 990 w 2572"/>
              <a:gd name="T41" fmla="*/ 146 h 2572"/>
              <a:gd name="T42" fmla="*/ 369 w 2572"/>
              <a:gd name="T43" fmla="*/ 546 h 2572"/>
              <a:gd name="T44" fmla="*/ 303 w 2572"/>
              <a:gd name="T45" fmla="*/ 493 h 2572"/>
              <a:gd name="T46" fmla="*/ 968 w 2572"/>
              <a:gd name="T47" fmla="*/ 63 h 2572"/>
              <a:gd name="T48" fmla="*/ 990 w 2572"/>
              <a:gd name="T49" fmla="*/ 146 h 2572"/>
              <a:gd name="T50" fmla="*/ 270 w 2572"/>
              <a:gd name="T51" fmla="*/ 689 h 2572"/>
              <a:gd name="T52" fmla="*/ 115 w 2572"/>
              <a:gd name="T53" fmla="*/ 1411 h 2572"/>
              <a:gd name="T54" fmla="*/ 30 w 2572"/>
              <a:gd name="T55" fmla="*/ 1420 h 2572"/>
              <a:gd name="T56" fmla="*/ 197 w 2572"/>
              <a:gd name="T57" fmla="*/ 646 h 2572"/>
              <a:gd name="T58" fmla="*/ 270 w 2572"/>
              <a:gd name="T59" fmla="*/ 689 h 2572"/>
              <a:gd name="T60" fmla="*/ 146 w 2572"/>
              <a:gd name="T61" fmla="*/ 1582 h 2572"/>
              <a:gd name="T62" fmla="*/ 546 w 2572"/>
              <a:gd name="T63" fmla="*/ 2202 h 2572"/>
              <a:gd name="T64" fmla="*/ 493 w 2572"/>
              <a:gd name="T65" fmla="*/ 2269 h 2572"/>
              <a:gd name="T66" fmla="*/ 63 w 2572"/>
              <a:gd name="T67" fmla="*/ 1603 h 2572"/>
              <a:gd name="T68" fmla="*/ 146 w 2572"/>
              <a:gd name="T69" fmla="*/ 1582 h 2572"/>
              <a:gd name="T70" fmla="*/ 689 w 2572"/>
              <a:gd name="T71" fmla="*/ 2301 h 2572"/>
              <a:gd name="T72" fmla="*/ 1411 w 2572"/>
              <a:gd name="T73" fmla="*/ 2457 h 2572"/>
              <a:gd name="T74" fmla="*/ 1420 w 2572"/>
              <a:gd name="T75" fmla="*/ 2542 h 2572"/>
              <a:gd name="T76" fmla="*/ 646 w 2572"/>
              <a:gd name="T77" fmla="*/ 2375 h 2572"/>
              <a:gd name="T78" fmla="*/ 689 w 2572"/>
              <a:gd name="T79" fmla="*/ 2301 h 2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72" h="2572">
                <a:moveTo>
                  <a:pt x="1152" y="30"/>
                </a:moveTo>
                <a:cubicBezTo>
                  <a:pt x="1430" y="0"/>
                  <a:pt x="1699" y="63"/>
                  <a:pt x="1926" y="197"/>
                </a:cubicBezTo>
                <a:cubicBezTo>
                  <a:pt x="1883" y="270"/>
                  <a:pt x="1883" y="270"/>
                  <a:pt x="1883" y="270"/>
                </a:cubicBezTo>
                <a:cubicBezTo>
                  <a:pt x="1671" y="146"/>
                  <a:pt x="1420" y="86"/>
                  <a:pt x="1161" y="114"/>
                </a:cubicBezTo>
                <a:cubicBezTo>
                  <a:pt x="1152" y="30"/>
                  <a:pt x="1152" y="30"/>
                  <a:pt x="1152" y="30"/>
                </a:cubicBezTo>
                <a:close/>
                <a:moveTo>
                  <a:pt x="2079" y="303"/>
                </a:moveTo>
                <a:cubicBezTo>
                  <a:pt x="2284" y="468"/>
                  <a:pt x="2439" y="698"/>
                  <a:pt x="2509" y="968"/>
                </a:cubicBezTo>
                <a:cubicBezTo>
                  <a:pt x="2426" y="990"/>
                  <a:pt x="2426" y="990"/>
                  <a:pt x="2426" y="990"/>
                </a:cubicBezTo>
                <a:cubicBezTo>
                  <a:pt x="2361" y="737"/>
                  <a:pt x="2217" y="523"/>
                  <a:pt x="2026" y="369"/>
                </a:cubicBezTo>
                <a:cubicBezTo>
                  <a:pt x="2079" y="303"/>
                  <a:pt x="2079" y="303"/>
                  <a:pt x="2079" y="303"/>
                </a:cubicBezTo>
                <a:close/>
                <a:moveTo>
                  <a:pt x="2542" y="1152"/>
                </a:moveTo>
                <a:cubicBezTo>
                  <a:pt x="2572" y="1429"/>
                  <a:pt x="2509" y="1699"/>
                  <a:pt x="2375" y="1926"/>
                </a:cubicBezTo>
                <a:cubicBezTo>
                  <a:pt x="2301" y="1882"/>
                  <a:pt x="2301" y="1882"/>
                  <a:pt x="2301" y="1882"/>
                </a:cubicBezTo>
                <a:cubicBezTo>
                  <a:pt x="2426" y="1671"/>
                  <a:pt x="2485" y="1420"/>
                  <a:pt x="2457" y="1161"/>
                </a:cubicBezTo>
                <a:cubicBezTo>
                  <a:pt x="2542" y="1152"/>
                  <a:pt x="2542" y="1152"/>
                  <a:pt x="2542" y="1152"/>
                </a:cubicBezTo>
                <a:close/>
                <a:moveTo>
                  <a:pt x="2269" y="2079"/>
                </a:moveTo>
                <a:cubicBezTo>
                  <a:pt x="2104" y="2284"/>
                  <a:pt x="1874" y="2438"/>
                  <a:pt x="1604" y="2508"/>
                </a:cubicBezTo>
                <a:cubicBezTo>
                  <a:pt x="1582" y="2426"/>
                  <a:pt x="1582" y="2426"/>
                  <a:pt x="1582" y="2426"/>
                </a:cubicBezTo>
                <a:cubicBezTo>
                  <a:pt x="1834" y="2361"/>
                  <a:pt x="2049" y="2217"/>
                  <a:pt x="2203" y="2025"/>
                </a:cubicBezTo>
                <a:cubicBezTo>
                  <a:pt x="2269" y="2079"/>
                  <a:pt x="2269" y="2079"/>
                  <a:pt x="2269" y="2079"/>
                </a:cubicBezTo>
                <a:close/>
                <a:moveTo>
                  <a:pt x="990" y="146"/>
                </a:moveTo>
                <a:cubicBezTo>
                  <a:pt x="738" y="211"/>
                  <a:pt x="523" y="355"/>
                  <a:pt x="369" y="546"/>
                </a:cubicBezTo>
                <a:cubicBezTo>
                  <a:pt x="303" y="493"/>
                  <a:pt x="303" y="493"/>
                  <a:pt x="303" y="493"/>
                </a:cubicBezTo>
                <a:cubicBezTo>
                  <a:pt x="468" y="288"/>
                  <a:pt x="698" y="133"/>
                  <a:pt x="968" y="63"/>
                </a:cubicBezTo>
                <a:cubicBezTo>
                  <a:pt x="990" y="146"/>
                  <a:pt x="990" y="146"/>
                  <a:pt x="990" y="146"/>
                </a:cubicBezTo>
                <a:close/>
                <a:moveTo>
                  <a:pt x="270" y="689"/>
                </a:moveTo>
                <a:cubicBezTo>
                  <a:pt x="146" y="901"/>
                  <a:pt x="87" y="1152"/>
                  <a:pt x="115" y="1411"/>
                </a:cubicBezTo>
                <a:cubicBezTo>
                  <a:pt x="30" y="1420"/>
                  <a:pt x="30" y="1420"/>
                  <a:pt x="30" y="1420"/>
                </a:cubicBezTo>
                <a:cubicBezTo>
                  <a:pt x="0" y="1142"/>
                  <a:pt x="63" y="873"/>
                  <a:pt x="197" y="646"/>
                </a:cubicBezTo>
                <a:cubicBezTo>
                  <a:pt x="270" y="689"/>
                  <a:pt x="270" y="689"/>
                  <a:pt x="270" y="689"/>
                </a:cubicBezTo>
                <a:close/>
                <a:moveTo>
                  <a:pt x="146" y="1582"/>
                </a:moveTo>
                <a:cubicBezTo>
                  <a:pt x="211" y="1834"/>
                  <a:pt x="355" y="2048"/>
                  <a:pt x="546" y="2202"/>
                </a:cubicBezTo>
                <a:cubicBezTo>
                  <a:pt x="493" y="2269"/>
                  <a:pt x="493" y="2269"/>
                  <a:pt x="493" y="2269"/>
                </a:cubicBezTo>
                <a:cubicBezTo>
                  <a:pt x="288" y="2104"/>
                  <a:pt x="133" y="1874"/>
                  <a:pt x="63" y="1603"/>
                </a:cubicBezTo>
                <a:cubicBezTo>
                  <a:pt x="146" y="1582"/>
                  <a:pt x="146" y="1582"/>
                  <a:pt x="146" y="1582"/>
                </a:cubicBezTo>
                <a:close/>
                <a:moveTo>
                  <a:pt x="689" y="2301"/>
                </a:moveTo>
                <a:cubicBezTo>
                  <a:pt x="901" y="2426"/>
                  <a:pt x="1152" y="2485"/>
                  <a:pt x="1411" y="2457"/>
                </a:cubicBezTo>
                <a:cubicBezTo>
                  <a:pt x="1420" y="2542"/>
                  <a:pt x="1420" y="2542"/>
                  <a:pt x="1420" y="2542"/>
                </a:cubicBezTo>
                <a:cubicBezTo>
                  <a:pt x="1142" y="2572"/>
                  <a:pt x="873" y="2508"/>
                  <a:pt x="646" y="2375"/>
                </a:cubicBezTo>
                <a:lnTo>
                  <a:pt x="689" y="2301"/>
                </a:lnTo>
                <a:close/>
              </a:path>
            </a:pathLst>
          </a:custGeom>
          <a:gradFill>
            <a:gsLst>
              <a:gs pos="0">
                <a:srgbClr val="79FFFF">
                  <a:alpha val="65000"/>
                </a:srgbClr>
              </a:gs>
              <a:gs pos="100000">
                <a:schemeClr val="accent4">
                  <a:lumMod val="20000"/>
                  <a:lumOff val="80000"/>
                  <a:alpha val="69000"/>
                </a:schemeClr>
              </a:gs>
            </a:gsLst>
            <a:lin ang="5400000" scaled="1"/>
          </a:gradFill>
          <a:ln w="12700" cap="flat" cmpd="sng" algn="ctr">
            <a:noFill/>
            <a:prstDash val="solid"/>
            <a:miter lim="800000"/>
          </a:ln>
          <a:effectLst/>
        </p:spPr>
        <p:txBody>
          <a:bodyPr rtlCol="0" anchor="ctr"/>
          <a:lstStyle/>
          <a:p>
            <a:pPr algn="ctr"/>
            <a:endParaRPr lang="zh-CN" altLang="en-US" dirty="0">
              <a:solidFill>
                <a:sysClr val="window" lastClr="FFFFFF"/>
              </a:solidFill>
              <a:latin typeface="Times New Roman" panose="02020603050405020304" pitchFamily="18" charset="0"/>
              <a:ea typeface="微软雅黑" panose="020B0503020204020204" charset="-122"/>
              <a:sym typeface="Times New Roman" panose="02020603050405020304" pitchFamily="18" charset="0"/>
            </a:endParaRPr>
          </a:p>
        </p:txBody>
      </p:sp>
      <p:sp>
        <p:nvSpPr>
          <p:cNvPr id="563" name="PA-任意多边形 115"/>
          <p:cNvSpPr>
            <a:spLocks noEditPoints="1"/>
          </p:cNvSpPr>
          <p:nvPr>
            <p:custDataLst>
              <p:tags r:id="rId3"/>
            </p:custDataLst>
          </p:nvPr>
        </p:nvSpPr>
        <p:spPr bwMode="auto">
          <a:xfrm>
            <a:off x="821015" y="789029"/>
            <a:ext cx="4451350" cy="4453890"/>
          </a:xfrm>
          <a:custGeom>
            <a:avLst/>
            <a:gdLst>
              <a:gd name="T0" fmla="*/ 1211 w 2250"/>
              <a:gd name="T1" fmla="*/ 0 h 2251"/>
              <a:gd name="T2" fmla="*/ 1613 w 2250"/>
              <a:gd name="T3" fmla="*/ 108 h 2251"/>
              <a:gd name="T4" fmla="*/ 1603 w 2250"/>
              <a:gd name="T5" fmla="*/ 128 h 2251"/>
              <a:gd name="T6" fmla="*/ 1210 w 2250"/>
              <a:gd name="T7" fmla="*/ 22 h 2251"/>
              <a:gd name="T8" fmla="*/ 1211 w 2250"/>
              <a:gd name="T9" fmla="*/ 0 h 2251"/>
              <a:gd name="T10" fmla="*/ 1762 w 2250"/>
              <a:gd name="T11" fmla="*/ 194 h 2251"/>
              <a:gd name="T12" fmla="*/ 2056 w 2250"/>
              <a:gd name="T13" fmla="*/ 488 h 2251"/>
              <a:gd name="T14" fmla="*/ 2038 w 2250"/>
              <a:gd name="T15" fmla="*/ 501 h 2251"/>
              <a:gd name="T16" fmla="*/ 1750 w 2250"/>
              <a:gd name="T17" fmla="*/ 212 h 2251"/>
              <a:gd name="T18" fmla="*/ 1762 w 2250"/>
              <a:gd name="T19" fmla="*/ 194 h 2251"/>
              <a:gd name="T20" fmla="*/ 2143 w 2250"/>
              <a:gd name="T21" fmla="*/ 638 h 2251"/>
              <a:gd name="T22" fmla="*/ 2250 w 2250"/>
              <a:gd name="T23" fmla="*/ 1039 h 2251"/>
              <a:gd name="T24" fmla="*/ 2229 w 2250"/>
              <a:gd name="T25" fmla="*/ 1041 h 2251"/>
              <a:gd name="T26" fmla="*/ 2123 w 2250"/>
              <a:gd name="T27" fmla="*/ 647 h 2251"/>
              <a:gd name="T28" fmla="*/ 2143 w 2250"/>
              <a:gd name="T29" fmla="*/ 638 h 2251"/>
              <a:gd name="T30" fmla="*/ 2250 w 2250"/>
              <a:gd name="T31" fmla="*/ 1212 h 2251"/>
              <a:gd name="T32" fmla="*/ 2143 w 2250"/>
              <a:gd name="T33" fmla="*/ 1614 h 2251"/>
              <a:gd name="T34" fmla="*/ 2123 w 2250"/>
              <a:gd name="T35" fmla="*/ 1604 h 2251"/>
              <a:gd name="T36" fmla="*/ 2229 w 2250"/>
              <a:gd name="T37" fmla="*/ 1210 h 2251"/>
              <a:gd name="T38" fmla="*/ 2250 w 2250"/>
              <a:gd name="T39" fmla="*/ 1212 h 2251"/>
              <a:gd name="T40" fmla="*/ 1040 w 2250"/>
              <a:gd name="T41" fmla="*/ 22 h 2251"/>
              <a:gd name="T42" fmla="*/ 646 w 2250"/>
              <a:gd name="T43" fmla="*/ 128 h 2251"/>
              <a:gd name="T44" fmla="*/ 637 w 2250"/>
              <a:gd name="T45" fmla="*/ 108 h 2251"/>
              <a:gd name="T46" fmla="*/ 1039 w 2250"/>
              <a:gd name="T47" fmla="*/ 0 h 2251"/>
              <a:gd name="T48" fmla="*/ 1040 w 2250"/>
              <a:gd name="T49" fmla="*/ 22 h 2251"/>
              <a:gd name="T50" fmla="*/ 500 w 2250"/>
              <a:gd name="T51" fmla="*/ 212 h 2251"/>
              <a:gd name="T52" fmla="*/ 212 w 2250"/>
              <a:gd name="T53" fmla="*/ 501 h 2251"/>
              <a:gd name="T54" fmla="*/ 194 w 2250"/>
              <a:gd name="T55" fmla="*/ 488 h 2251"/>
              <a:gd name="T56" fmla="*/ 488 w 2250"/>
              <a:gd name="T57" fmla="*/ 194 h 2251"/>
              <a:gd name="T58" fmla="*/ 500 w 2250"/>
              <a:gd name="T59" fmla="*/ 212 h 2251"/>
              <a:gd name="T60" fmla="*/ 127 w 2250"/>
              <a:gd name="T61" fmla="*/ 647 h 2251"/>
              <a:gd name="T62" fmla="*/ 21 w 2250"/>
              <a:gd name="T63" fmla="*/ 1041 h 2251"/>
              <a:gd name="T64" fmla="*/ 0 w 2250"/>
              <a:gd name="T65" fmla="*/ 1039 h 2251"/>
              <a:gd name="T66" fmla="*/ 107 w 2250"/>
              <a:gd name="T67" fmla="*/ 638 h 2251"/>
              <a:gd name="T68" fmla="*/ 127 w 2250"/>
              <a:gd name="T69" fmla="*/ 647 h 2251"/>
              <a:gd name="T70" fmla="*/ 21 w 2250"/>
              <a:gd name="T71" fmla="*/ 1210 h 2251"/>
              <a:gd name="T72" fmla="*/ 127 w 2250"/>
              <a:gd name="T73" fmla="*/ 1604 h 2251"/>
              <a:gd name="T74" fmla="*/ 107 w 2250"/>
              <a:gd name="T75" fmla="*/ 1614 h 2251"/>
              <a:gd name="T76" fmla="*/ 0 w 2250"/>
              <a:gd name="T77" fmla="*/ 1212 h 2251"/>
              <a:gd name="T78" fmla="*/ 21 w 2250"/>
              <a:gd name="T79" fmla="*/ 1210 h 2251"/>
              <a:gd name="T80" fmla="*/ 212 w 2250"/>
              <a:gd name="T81" fmla="*/ 1751 h 2251"/>
              <a:gd name="T82" fmla="*/ 500 w 2250"/>
              <a:gd name="T83" fmla="*/ 2039 h 2251"/>
              <a:gd name="T84" fmla="*/ 488 w 2250"/>
              <a:gd name="T85" fmla="*/ 2057 h 2251"/>
              <a:gd name="T86" fmla="*/ 194 w 2250"/>
              <a:gd name="T87" fmla="*/ 1763 h 2251"/>
              <a:gd name="T88" fmla="*/ 212 w 2250"/>
              <a:gd name="T89" fmla="*/ 1751 h 2251"/>
              <a:gd name="T90" fmla="*/ 647 w 2250"/>
              <a:gd name="T91" fmla="*/ 2124 h 2251"/>
              <a:gd name="T92" fmla="*/ 1040 w 2250"/>
              <a:gd name="T93" fmla="*/ 2229 h 2251"/>
              <a:gd name="T94" fmla="*/ 1039 w 2250"/>
              <a:gd name="T95" fmla="*/ 2251 h 2251"/>
              <a:gd name="T96" fmla="*/ 637 w 2250"/>
              <a:gd name="T97" fmla="*/ 2144 h 2251"/>
              <a:gd name="T98" fmla="*/ 647 w 2250"/>
              <a:gd name="T99" fmla="*/ 2124 h 2251"/>
              <a:gd name="T100" fmla="*/ 1210 w 2250"/>
              <a:gd name="T101" fmla="*/ 2229 h 2251"/>
              <a:gd name="T102" fmla="*/ 1603 w 2250"/>
              <a:gd name="T103" fmla="*/ 2124 h 2251"/>
              <a:gd name="T104" fmla="*/ 1613 w 2250"/>
              <a:gd name="T105" fmla="*/ 2144 h 2251"/>
              <a:gd name="T106" fmla="*/ 1211 w 2250"/>
              <a:gd name="T107" fmla="*/ 2251 h 2251"/>
              <a:gd name="T108" fmla="*/ 1210 w 2250"/>
              <a:gd name="T109" fmla="*/ 2229 h 2251"/>
              <a:gd name="T110" fmla="*/ 1750 w 2250"/>
              <a:gd name="T111" fmla="*/ 2039 h 2251"/>
              <a:gd name="T112" fmla="*/ 2038 w 2250"/>
              <a:gd name="T113" fmla="*/ 1751 h 2251"/>
              <a:gd name="T114" fmla="*/ 2056 w 2250"/>
              <a:gd name="T115" fmla="*/ 1763 h 2251"/>
              <a:gd name="T116" fmla="*/ 1762 w 2250"/>
              <a:gd name="T117" fmla="*/ 2057 h 2251"/>
              <a:gd name="T118" fmla="*/ 1750 w 2250"/>
              <a:gd name="T119" fmla="*/ 2039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50" h="2251">
                <a:moveTo>
                  <a:pt x="1211" y="0"/>
                </a:moveTo>
                <a:cubicBezTo>
                  <a:pt x="1354" y="11"/>
                  <a:pt x="1490" y="49"/>
                  <a:pt x="1613" y="108"/>
                </a:cubicBezTo>
                <a:cubicBezTo>
                  <a:pt x="1603" y="128"/>
                  <a:pt x="1603" y="128"/>
                  <a:pt x="1603" y="128"/>
                </a:cubicBezTo>
                <a:cubicBezTo>
                  <a:pt x="1483" y="70"/>
                  <a:pt x="1350" y="33"/>
                  <a:pt x="1210" y="22"/>
                </a:cubicBezTo>
                <a:cubicBezTo>
                  <a:pt x="1211" y="0"/>
                  <a:pt x="1211" y="0"/>
                  <a:pt x="1211" y="0"/>
                </a:cubicBezTo>
                <a:close/>
                <a:moveTo>
                  <a:pt x="1762" y="194"/>
                </a:moveTo>
                <a:cubicBezTo>
                  <a:pt x="1878" y="273"/>
                  <a:pt x="1977" y="373"/>
                  <a:pt x="2056" y="488"/>
                </a:cubicBezTo>
                <a:cubicBezTo>
                  <a:pt x="2038" y="501"/>
                  <a:pt x="2038" y="501"/>
                  <a:pt x="2038" y="501"/>
                </a:cubicBezTo>
                <a:cubicBezTo>
                  <a:pt x="1961" y="388"/>
                  <a:pt x="1863" y="290"/>
                  <a:pt x="1750" y="212"/>
                </a:cubicBezTo>
                <a:cubicBezTo>
                  <a:pt x="1762" y="194"/>
                  <a:pt x="1762" y="194"/>
                  <a:pt x="1762" y="194"/>
                </a:cubicBezTo>
                <a:close/>
                <a:moveTo>
                  <a:pt x="2143" y="638"/>
                </a:moveTo>
                <a:cubicBezTo>
                  <a:pt x="2202" y="761"/>
                  <a:pt x="2240" y="896"/>
                  <a:pt x="2250" y="1039"/>
                </a:cubicBezTo>
                <a:cubicBezTo>
                  <a:pt x="2229" y="1041"/>
                  <a:pt x="2229" y="1041"/>
                  <a:pt x="2229" y="1041"/>
                </a:cubicBezTo>
                <a:cubicBezTo>
                  <a:pt x="2218" y="901"/>
                  <a:pt x="2181" y="768"/>
                  <a:pt x="2123" y="647"/>
                </a:cubicBezTo>
                <a:cubicBezTo>
                  <a:pt x="2143" y="638"/>
                  <a:pt x="2143" y="638"/>
                  <a:pt x="2143" y="638"/>
                </a:cubicBezTo>
                <a:close/>
                <a:moveTo>
                  <a:pt x="2250" y="1212"/>
                </a:moveTo>
                <a:cubicBezTo>
                  <a:pt x="2239" y="1355"/>
                  <a:pt x="2202" y="1491"/>
                  <a:pt x="2143" y="1614"/>
                </a:cubicBezTo>
                <a:cubicBezTo>
                  <a:pt x="2123" y="1604"/>
                  <a:pt x="2123" y="1604"/>
                  <a:pt x="2123" y="1604"/>
                </a:cubicBezTo>
                <a:cubicBezTo>
                  <a:pt x="2181" y="1484"/>
                  <a:pt x="2218" y="1351"/>
                  <a:pt x="2229" y="1210"/>
                </a:cubicBezTo>
                <a:cubicBezTo>
                  <a:pt x="2250" y="1212"/>
                  <a:pt x="2250" y="1212"/>
                  <a:pt x="2250" y="1212"/>
                </a:cubicBezTo>
                <a:close/>
                <a:moveTo>
                  <a:pt x="1040" y="22"/>
                </a:moveTo>
                <a:cubicBezTo>
                  <a:pt x="900" y="33"/>
                  <a:pt x="767" y="70"/>
                  <a:pt x="646" y="128"/>
                </a:cubicBezTo>
                <a:cubicBezTo>
                  <a:pt x="637" y="108"/>
                  <a:pt x="637" y="108"/>
                  <a:pt x="637" y="108"/>
                </a:cubicBezTo>
                <a:cubicBezTo>
                  <a:pt x="760" y="49"/>
                  <a:pt x="896" y="11"/>
                  <a:pt x="1039" y="0"/>
                </a:cubicBezTo>
                <a:cubicBezTo>
                  <a:pt x="1040" y="22"/>
                  <a:pt x="1040" y="22"/>
                  <a:pt x="1040" y="22"/>
                </a:cubicBezTo>
                <a:close/>
                <a:moveTo>
                  <a:pt x="500" y="212"/>
                </a:moveTo>
                <a:cubicBezTo>
                  <a:pt x="387" y="290"/>
                  <a:pt x="289" y="388"/>
                  <a:pt x="212" y="501"/>
                </a:cubicBezTo>
                <a:cubicBezTo>
                  <a:pt x="194" y="488"/>
                  <a:pt x="194" y="488"/>
                  <a:pt x="194" y="488"/>
                </a:cubicBezTo>
                <a:cubicBezTo>
                  <a:pt x="273" y="373"/>
                  <a:pt x="372" y="273"/>
                  <a:pt x="488" y="194"/>
                </a:cubicBezTo>
                <a:cubicBezTo>
                  <a:pt x="500" y="212"/>
                  <a:pt x="500" y="212"/>
                  <a:pt x="500" y="212"/>
                </a:cubicBezTo>
                <a:close/>
                <a:moveTo>
                  <a:pt x="127" y="647"/>
                </a:moveTo>
                <a:cubicBezTo>
                  <a:pt x="69" y="768"/>
                  <a:pt x="32" y="901"/>
                  <a:pt x="21" y="1041"/>
                </a:cubicBezTo>
                <a:cubicBezTo>
                  <a:pt x="0" y="1039"/>
                  <a:pt x="0" y="1039"/>
                  <a:pt x="0" y="1039"/>
                </a:cubicBezTo>
                <a:cubicBezTo>
                  <a:pt x="10" y="896"/>
                  <a:pt x="48" y="761"/>
                  <a:pt x="107" y="638"/>
                </a:cubicBezTo>
                <a:cubicBezTo>
                  <a:pt x="127" y="647"/>
                  <a:pt x="127" y="647"/>
                  <a:pt x="127" y="647"/>
                </a:cubicBezTo>
                <a:close/>
                <a:moveTo>
                  <a:pt x="21" y="1210"/>
                </a:moveTo>
                <a:cubicBezTo>
                  <a:pt x="32" y="1351"/>
                  <a:pt x="69" y="1484"/>
                  <a:pt x="127" y="1604"/>
                </a:cubicBezTo>
                <a:cubicBezTo>
                  <a:pt x="107" y="1614"/>
                  <a:pt x="107" y="1614"/>
                  <a:pt x="107" y="1614"/>
                </a:cubicBezTo>
                <a:cubicBezTo>
                  <a:pt x="48" y="1491"/>
                  <a:pt x="10" y="1355"/>
                  <a:pt x="0" y="1212"/>
                </a:cubicBezTo>
                <a:cubicBezTo>
                  <a:pt x="21" y="1210"/>
                  <a:pt x="21" y="1210"/>
                  <a:pt x="21" y="1210"/>
                </a:cubicBezTo>
                <a:close/>
                <a:moveTo>
                  <a:pt x="212" y="1751"/>
                </a:moveTo>
                <a:cubicBezTo>
                  <a:pt x="289" y="1864"/>
                  <a:pt x="387" y="1962"/>
                  <a:pt x="500" y="2039"/>
                </a:cubicBezTo>
                <a:cubicBezTo>
                  <a:pt x="488" y="2057"/>
                  <a:pt x="488" y="2057"/>
                  <a:pt x="488" y="2057"/>
                </a:cubicBezTo>
                <a:cubicBezTo>
                  <a:pt x="372" y="1978"/>
                  <a:pt x="273" y="1878"/>
                  <a:pt x="194" y="1763"/>
                </a:cubicBezTo>
                <a:cubicBezTo>
                  <a:pt x="212" y="1751"/>
                  <a:pt x="212" y="1751"/>
                  <a:pt x="212" y="1751"/>
                </a:cubicBezTo>
                <a:close/>
                <a:moveTo>
                  <a:pt x="647" y="2124"/>
                </a:moveTo>
                <a:cubicBezTo>
                  <a:pt x="767" y="2182"/>
                  <a:pt x="900" y="2219"/>
                  <a:pt x="1040" y="2229"/>
                </a:cubicBezTo>
                <a:cubicBezTo>
                  <a:pt x="1039" y="2251"/>
                  <a:pt x="1039" y="2251"/>
                  <a:pt x="1039" y="2251"/>
                </a:cubicBezTo>
                <a:cubicBezTo>
                  <a:pt x="896" y="2240"/>
                  <a:pt x="760" y="2203"/>
                  <a:pt x="637" y="2144"/>
                </a:cubicBezTo>
                <a:cubicBezTo>
                  <a:pt x="647" y="2124"/>
                  <a:pt x="647" y="2124"/>
                  <a:pt x="647" y="2124"/>
                </a:cubicBezTo>
                <a:close/>
                <a:moveTo>
                  <a:pt x="1210" y="2229"/>
                </a:moveTo>
                <a:cubicBezTo>
                  <a:pt x="1350" y="2219"/>
                  <a:pt x="1483" y="2182"/>
                  <a:pt x="1603" y="2124"/>
                </a:cubicBezTo>
                <a:cubicBezTo>
                  <a:pt x="1613" y="2144"/>
                  <a:pt x="1613" y="2144"/>
                  <a:pt x="1613" y="2144"/>
                </a:cubicBezTo>
                <a:cubicBezTo>
                  <a:pt x="1490" y="2203"/>
                  <a:pt x="1354" y="2240"/>
                  <a:pt x="1211" y="2251"/>
                </a:cubicBezTo>
                <a:cubicBezTo>
                  <a:pt x="1210" y="2229"/>
                  <a:pt x="1210" y="2229"/>
                  <a:pt x="1210" y="2229"/>
                </a:cubicBezTo>
                <a:close/>
                <a:moveTo>
                  <a:pt x="1750" y="2039"/>
                </a:moveTo>
                <a:cubicBezTo>
                  <a:pt x="1863" y="1962"/>
                  <a:pt x="1961" y="1864"/>
                  <a:pt x="2038" y="1751"/>
                </a:cubicBezTo>
                <a:cubicBezTo>
                  <a:pt x="2056" y="1763"/>
                  <a:pt x="2056" y="1763"/>
                  <a:pt x="2056" y="1763"/>
                </a:cubicBezTo>
                <a:cubicBezTo>
                  <a:pt x="1977" y="1878"/>
                  <a:pt x="1878" y="1978"/>
                  <a:pt x="1762" y="2057"/>
                </a:cubicBezTo>
                <a:lnTo>
                  <a:pt x="1750" y="2039"/>
                </a:lnTo>
                <a:close/>
              </a:path>
            </a:pathLst>
          </a:custGeom>
          <a:gradFill>
            <a:gsLst>
              <a:gs pos="0">
                <a:srgbClr val="79FFFF">
                  <a:alpha val="65000"/>
                </a:srgbClr>
              </a:gs>
              <a:gs pos="100000">
                <a:schemeClr val="accent4">
                  <a:lumMod val="40000"/>
                  <a:lumOff val="60000"/>
                  <a:alpha val="47000"/>
                </a:schemeClr>
              </a:gs>
            </a:gsLst>
            <a:lin ang="5400000" scaled="1"/>
          </a:gradFill>
          <a:ln w="12700" cap="flat" cmpd="sng" algn="ctr">
            <a:noFill/>
            <a:prstDash val="solid"/>
            <a:miter lim="800000"/>
          </a:ln>
          <a:effectLst/>
        </p:spPr>
        <p:txBody>
          <a:bodyPr rtlCol="0" anchor="ctr"/>
          <a:lstStyle/>
          <a:p>
            <a:pPr algn="ctr"/>
            <a:endParaRPr lang="zh-CN" altLang="en-US" dirty="0">
              <a:solidFill>
                <a:sysClr val="window" lastClr="FFFFFF"/>
              </a:solidFill>
              <a:latin typeface="Times New Roman" panose="02020603050405020304" pitchFamily="18" charset="0"/>
              <a:ea typeface="微软雅黑" panose="020B0503020204020204" charset="-122"/>
              <a:sym typeface="Times New Roman" panose="02020603050405020304" pitchFamily="18" charset="0"/>
            </a:endParaRPr>
          </a:p>
        </p:txBody>
      </p:sp>
      <p:grpSp>
        <p:nvGrpSpPr>
          <p:cNvPr id="857" name="PA-组合 693"/>
          <p:cNvGrpSpPr/>
          <p:nvPr>
            <p:custDataLst>
              <p:tags r:id="rId4"/>
            </p:custDataLst>
          </p:nvPr>
        </p:nvGrpSpPr>
        <p:grpSpPr>
          <a:xfrm>
            <a:off x="335487" y="226217"/>
            <a:ext cx="5518150" cy="5518150"/>
            <a:chOff x="4356098" y="1874617"/>
            <a:chExt cx="3479802" cy="3479796"/>
          </a:xfrm>
        </p:grpSpPr>
        <p:sp>
          <p:nvSpPr>
            <p:cNvPr id="858" name="PA-任意多边形 121"/>
            <p:cNvSpPr/>
            <p:nvPr>
              <p:custDataLst>
                <p:tags r:id="rId5"/>
              </p:custDataLst>
            </p:nvPr>
          </p:nvSpPr>
          <p:spPr>
            <a:xfrm>
              <a:off x="4356098" y="1874617"/>
              <a:ext cx="3479802" cy="3479796"/>
            </a:xfrm>
            <a:custGeom>
              <a:avLst/>
              <a:gdLst>
                <a:gd name="connsiteX0" fmla="*/ 4093616 w 4050780"/>
                <a:gd name="connsiteY0" fmla="*/ 2046804 h 4050771"/>
                <a:gd name="connsiteX1" fmla="*/ 4054505 w 4050780"/>
                <a:gd name="connsiteY1" fmla="*/ 2445828 h 4050771"/>
                <a:gd name="connsiteX2" fmla="*/ 3938104 w 4050780"/>
                <a:gd name="connsiteY2" fmla="*/ 2829953 h 4050771"/>
                <a:gd name="connsiteX3" fmla="*/ 3748602 w 4050780"/>
                <a:gd name="connsiteY3" fmla="*/ 3183813 h 4050771"/>
                <a:gd name="connsiteX4" fmla="*/ 3493915 w 4050780"/>
                <a:gd name="connsiteY4" fmla="*/ 3493907 h 4050771"/>
                <a:gd name="connsiteX5" fmla="*/ 3183820 w 4050780"/>
                <a:gd name="connsiteY5" fmla="*/ 3748594 h 4050771"/>
                <a:gd name="connsiteX6" fmla="*/ 2829959 w 4050780"/>
                <a:gd name="connsiteY6" fmla="*/ 3938095 h 4050771"/>
                <a:gd name="connsiteX7" fmla="*/ 2445833 w 4050780"/>
                <a:gd name="connsiteY7" fmla="*/ 4054497 h 4050771"/>
                <a:gd name="connsiteX8" fmla="*/ 2046808 w 4050780"/>
                <a:gd name="connsiteY8" fmla="*/ 4093607 h 4050771"/>
                <a:gd name="connsiteX9" fmla="*/ 1647783 w 4050780"/>
                <a:gd name="connsiteY9" fmla="*/ 4054497 h 4050771"/>
                <a:gd name="connsiteX10" fmla="*/ 1263657 w 4050780"/>
                <a:gd name="connsiteY10" fmla="*/ 3938095 h 4050771"/>
                <a:gd name="connsiteX11" fmla="*/ 909796 w 4050780"/>
                <a:gd name="connsiteY11" fmla="*/ 3748594 h 4050771"/>
                <a:gd name="connsiteX12" fmla="*/ 599702 w 4050780"/>
                <a:gd name="connsiteY12" fmla="*/ 3493907 h 4050771"/>
                <a:gd name="connsiteX13" fmla="*/ 345015 w 4050780"/>
                <a:gd name="connsiteY13" fmla="*/ 3183813 h 4050771"/>
                <a:gd name="connsiteX14" fmla="*/ 155513 w 4050780"/>
                <a:gd name="connsiteY14" fmla="*/ 2829953 h 4050771"/>
                <a:gd name="connsiteX15" fmla="*/ 39111 w 4050780"/>
                <a:gd name="connsiteY15" fmla="*/ 2445828 h 4050771"/>
                <a:gd name="connsiteX16" fmla="*/ 0 w 4050780"/>
                <a:gd name="connsiteY16" fmla="*/ 2046804 h 4050771"/>
                <a:gd name="connsiteX17" fmla="*/ 39111 w 4050780"/>
                <a:gd name="connsiteY17" fmla="*/ 1647779 h 4050771"/>
                <a:gd name="connsiteX18" fmla="*/ 155513 w 4050780"/>
                <a:gd name="connsiteY18" fmla="*/ 1263655 h 4050771"/>
                <a:gd name="connsiteX19" fmla="*/ 345015 w 4050780"/>
                <a:gd name="connsiteY19" fmla="*/ 909794 h 4050771"/>
                <a:gd name="connsiteX20" fmla="*/ 599702 w 4050780"/>
                <a:gd name="connsiteY20" fmla="*/ 599700 h 4050771"/>
                <a:gd name="connsiteX21" fmla="*/ 909796 w 4050780"/>
                <a:gd name="connsiteY21" fmla="*/ 345014 h 4050771"/>
                <a:gd name="connsiteX22" fmla="*/ 1263657 w 4050780"/>
                <a:gd name="connsiteY22" fmla="*/ 155512 h 4050771"/>
                <a:gd name="connsiteX23" fmla="*/ 1647783 w 4050780"/>
                <a:gd name="connsiteY23" fmla="*/ 39111 h 4050771"/>
                <a:gd name="connsiteX24" fmla="*/ 2046808 w 4050780"/>
                <a:gd name="connsiteY24" fmla="*/ 0 h 4050771"/>
                <a:gd name="connsiteX25" fmla="*/ 2445833 w 4050780"/>
                <a:gd name="connsiteY25" fmla="*/ 39111 h 4050771"/>
                <a:gd name="connsiteX26" fmla="*/ 2829959 w 4050780"/>
                <a:gd name="connsiteY26" fmla="*/ 155512 h 4050771"/>
                <a:gd name="connsiteX27" fmla="*/ 3183820 w 4050780"/>
                <a:gd name="connsiteY27" fmla="*/ 345014 h 4050771"/>
                <a:gd name="connsiteX28" fmla="*/ 3493915 w 4050780"/>
                <a:gd name="connsiteY28" fmla="*/ 599700 h 4050771"/>
                <a:gd name="connsiteX29" fmla="*/ 3748602 w 4050780"/>
                <a:gd name="connsiteY29" fmla="*/ 909794 h 4050771"/>
                <a:gd name="connsiteX30" fmla="*/ 3938104 w 4050780"/>
                <a:gd name="connsiteY30" fmla="*/ 1263655 h 4050771"/>
                <a:gd name="connsiteX31" fmla="*/ 4054505 w 4050780"/>
                <a:gd name="connsiteY31" fmla="*/ 1647779 h 4050771"/>
                <a:gd name="connsiteX32" fmla="*/ 4093616 w 4050780"/>
                <a:gd name="connsiteY32" fmla="*/ 2046804 h 4050771"/>
                <a:gd name="connsiteX33" fmla="*/ 4083373 w 4050780"/>
                <a:gd name="connsiteY33" fmla="*/ 2046804 h 4050771"/>
                <a:gd name="connsiteX34" fmla="*/ 4044728 w 4050780"/>
                <a:gd name="connsiteY34" fmla="*/ 1649642 h 4050771"/>
                <a:gd name="connsiteX35" fmla="*/ 3928791 w 4050780"/>
                <a:gd name="connsiteY35" fmla="*/ 1267380 h 4050771"/>
                <a:gd name="connsiteX36" fmla="*/ 3740221 w 4050780"/>
                <a:gd name="connsiteY36" fmla="*/ 915381 h 4050771"/>
                <a:gd name="connsiteX37" fmla="*/ 3486930 w 4050780"/>
                <a:gd name="connsiteY37" fmla="*/ 607150 h 4050771"/>
                <a:gd name="connsiteX38" fmla="*/ 3178699 w 4050780"/>
                <a:gd name="connsiteY38" fmla="*/ 353861 h 4050771"/>
                <a:gd name="connsiteX39" fmla="*/ 2826700 w 4050780"/>
                <a:gd name="connsiteY39" fmla="*/ 165290 h 4050771"/>
                <a:gd name="connsiteX40" fmla="*/ 2444437 w 4050780"/>
                <a:gd name="connsiteY40" fmla="*/ 49354 h 4050771"/>
                <a:gd name="connsiteX41" fmla="*/ 2047274 w 4050780"/>
                <a:gd name="connsiteY41" fmla="*/ 10709 h 4050771"/>
                <a:gd name="connsiteX42" fmla="*/ 1650111 w 4050780"/>
                <a:gd name="connsiteY42" fmla="*/ 49354 h 4050771"/>
                <a:gd name="connsiteX43" fmla="*/ 1267848 w 4050780"/>
                <a:gd name="connsiteY43" fmla="*/ 165290 h 4050771"/>
                <a:gd name="connsiteX44" fmla="*/ 915849 w 4050780"/>
                <a:gd name="connsiteY44" fmla="*/ 353861 h 4050771"/>
                <a:gd name="connsiteX45" fmla="*/ 607617 w 4050780"/>
                <a:gd name="connsiteY45" fmla="*/ 607150 h 4050771"/>
                <a:gd name="connsiteX46" fmla="*/ 354327 w 4050780"/>
                <a:gd name="connsiteY46" fmla="*/ 915381 h 4050771"/>
                <a:gd name="connsiteX47" fmla="*/ 165756 w 4050780"/>
                <a:gd name="connsiteY47" fmla="*/ 1267380 h 4050771"/>
                <a:gd name="connsiteX48" fmla="*/ 49820 w 4050780"/>
                <a:gd name="connsiteY48" fmla="*/ 1649642 h 4050771"/>
                <a:gd name="connsiteX49" fmla="*/ 11175 w 4050780"/>
                <a:gd name="connsiteY49" fmla="*/ 2046804 h 4050771"/>
                <a:gd name="connsiteX50" fmla="*/ 49820 w 4050780"/>
                <a:gd name="connsiteY50" fmla="*/ 2443966 h 4050771"/>
                <a:gd name="connsiteX51" fmla="*/ 165756 w 4050780"/>
                <a:gd name="connsiteY51" fmla="*/ 2826228 h 4050771"/>
                <a:gd name="connsiteX52" fmla="*/ 354327 w 4050780"/>
                <a:gd name="connsiteY52" fmla="*/ 3178226 h 4050771"/>
                <a:gd name="connsiteX53" fmla="*/ 607617 w 4050780"/>
                <a:gd name="connsiteY53" fmla="*/ 3486457 h 4050771"/>
                <a:gd name="connsiteX54" fmla="*/ 915849 w 4050780"/>
                <a:gd name="connsiteY54" fmla="*/ 3739747 h 4050771"/>
                <a:gd name="connsiteX55" fmla="*/ 1267848 w 4050780"/>
                <a:gd name="connsiteY55" fmla="*/ 3928318 h 4050771"/>
                <a:gd name="connsiteX56" fmla="*/ 1650111 w 4050780"/>
                <a:gd name="connsiteY56" fmla="*/ 4044253 h 4050771"/>
                <a:gd name="connsiteX57" fmla="*/ 2047274 w 4050780"/>
                <a:gd name="connsiteY57" fmla="*/ 4082899 h 4050771"/>
                <a:gd name="connsiteX58" fmla="*/ 2444437 w 4050780"/>
                <a:gd name="connsiteY58" fmla="*/ 4044253 h 4050771"/>
                <a:gd name="connsiteX59" fmla="*/ 2826700 w 4050780"/>
                <a:gd name="connsiteY59" fmla="*/ 3928318 h 4050771"/>
                <a:gd name="connsiteX60" fmla="*/ 3178699 w 4050780"/>
                <a:gd name="connsiteY60" fmla="*/ 3739747 h 4050771"/>
                <a:gd name="connsiteX61" fmla="*/ 3486930 w 4050780"/>
                <a:gd name="connsiteY61" fmla="*/ 3486457 h 4050771"/>
                <a:gd name="connsiteX62" fmla="*/ 3740221 w 4050780"/>
                <a:gd name="connsiteY62" fmla="*/ 3178226 h 4050771"/>
                <a:gd name="connsiteX63" fmla="*/ 3928791 w 4050780"/>
                <a:gd name="connsiteY63" fmla="*/ 2826228 h 4050771"/>
                <a:gd name="connsiteX64" fmla="*/ 4044728 w 4050780"/>
                <a:gd name="connsiteY64" fmla="*/ 2443966 h 4050771"/>
                <a:gd name="connsiteX65" fmla="*/ 4083373 w 4050780"/>
                <a:gd name="connsiteY65" fmla="*/ 2046804 h 4050771"/>
                <a:gd name="connsiteX66" fmla="*/ 4093616 w 4050780"/>
                <a:gd name="connsiteY66" fmla="*/ 2046804 h 405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50780" h="4050771">
                  <a:moveTo>
                    <a:pt x="4093616" y="2046804"/>
                  </a:moveTo>
                  <a:cubicBezTo>
                    <a:pt x="4093616" y="2180433"/>
                    <a:pt x="4080579" y="2314527"/>
                    <a:pt x="4054505" y="2445828"/>
                  </a:cubicBezTo>
                  <a:cubicBezTo>
                    <a:pt x="4028431" y="2577129"/>
                    <a:pt x="3989320" y="2706567"/>
                    <a:pt x="3938104" y="2829953"/>
                  </a:cubicBezTo>
                  <a:cubicBezTo>
                    <a:pt x="3886887" y="2953804"/>
                    <a:pt x="3823099" y="3072534"/>
                    <a:pt x="3748602" y="3183813"/>
                  </a:cubicBezTo>
                  <a:cubicBezTo>
                    <a:pt x="3674104" y="3295093"/>
                    <a:pt x="3588898" y="3398924"/>
                    <a:pt x="3493915" y="3493907"/>
                  </a:cubicBezTo>
                  <a:cubicBezTo>
                    <a:pt x="3399396" y="3588425"/>
                    <a:pt x="3295100" y="3674096"/>
                    <a:pt x="3183820" y="3748594"/>
                  </a:cubicBezTo>
                  <a:cubicBezTo>
                    <a:pt x="3072540" y="3823091"/>
                    <a:pt x="2953811" y="3886879"/>
                    <a:pt x="2829959" y="3938095"/>
                  </a:cubicBezTo>
                  <a:cubicBezTo>
                    <a:pt x="2706108" y="3989312"/>
                    <a:pt x="2577134" y="4028423"/>
                    <a:pt x="2445833" y="4054497"/>
                  </a:cubicBezTo>
                  <a:cubicBezTo>
                    <a:pt x="2314532" y="4080571"/>
                    <a:pt x="2180437" y="4093607"/>
                    <a:pt x="2046808" y="4093607"/>
                  </a:cubicBezTo>
                  <a:cubicBezTo>
                    <a:pt x="1913179" y="4093607"/>
                    <a:pt x="1779084" y="4080571"/>
                    <a:pt x="1647783" y="4054497"/>
                  </a:cubicBezTo>
                  <a:cubicBezTo>
                    <a:pt x="1516482" y="4028423"/>
                    <a:pt x="1387509" y="3989312"/>
                    <a:pt x="1263657" y="3938095"/>
                  </a:cubicBezTo>
                  <a:cubicBezTo>
                    <a:pt x="1139806" y="3886879"/>
                    <a:pt x="1021076" y="3823091"/>
                    <a:pt x="909796" y="3748594"/>
                  </a:cubicBezTo>
                  <a:cubicBezTo>
                    <a:pt x="798516" y="3674096"/>
                    <a:pt x="694686" y="3588891"/>
                    <a:pt x="599702" y="3493907"/>
                  </a:cubicBezTo>
                  <a:cubicBezTo>
                    <a:pt x="505184" y="3399389"/>
                    <a:pt x="419512" y="3295093"/>
                    <a:pt x="345015" y="3183813"/>
                  </a:cubicBezTo>
                  <a:cubicBezTo>
                    <a:pt x="270518" y="3072534"/>
                    <a:pt x="206729" y="2953804"/>
                    <a:pt x="155513" y="2829953"/>
                  </a:cubicBezTo>
                  <a:cubicBezTo>
                    <a:pt x="104296" y="2706102"/>
                    <a:pt x="65185" y="2577129"/>
                    <a:pt x="39111" y="2445828"/>
                  </a:cubicBezTo>
                  <a:cubicBezTo>
                    <a:pt x="13037" y="2314527"/>
                    <a:pt x="0" y="2180433"/>
                    <a:pt x="0" y="2046804"/>
                  </a:cubicBezTo>
                  <a:cubicBezTo>
                    <a:pt x="0" y="1913175"/>
                    <a:pt x="13037" y="1779080"/>
                    <a:pt x="39111" y="1647779"/>
                  </a:cubicBezTo>
                  <a:cubicBezTo>
                    <a:pt x="65185" y="1516479"/>
                    <a:pt x="104296" y="1387506"/>
                    <a:pt x="155513" y="1263655"/>
                  </a:cubicBezTo>
                  <a:cubicBezTo>
                    <a:pt x="206729" y="1139803"/>
                    <a:pt x="270518" y="1021074"/>
                    <a:pt x="345015" y="909794"/>
                  </a:cubicBezTo>
                  <a:cubicBezTo>
                    <a:pt x="419512" y="798514"/>
                    <a:pt x="504718" y="694684"/>
                    <a:pt x="599702" y="599700"/>
                  </a:cubicBezTo>
                  <a:cubicBezTo>
                    <a:pt x="694220" y="505183"/>
                    <a:pt x="798516" y="419511"/>
                    <a:pt x="909796" y="345014"/>
                  </a:cubicBezTo>
                  <a:cubicBezTo>
                    <a:pt x="1021076" y="270517"/>
                    <a:pt x="1139806" y="206729"/>
                    <a:pt x="1263657" y="155512"/>
                  </a:cubicBezTo>
                  <a:cubicBezTo>
                    <a:pt x="1387509" y="104296"/>
                    <a:pt x="1516482" y="65185"/>
                    <a:pt x="1647783" y="39111"/>
                  </a:cubicBezTo>
                  <a:cubicBezTo>
                    <a:pt x="1779084" y="13037"/>
                    <a:pt x="1913179" y="0"/>
                    <a:pt x="2046808" y="0"/>
                  </a:cubicBezTo>
                  <a:cubicBezTo>
                    <a:pt x="2180437" y="0"/>
                    <a:pt x="2314532" y="13037"/>
                    <a:pt x="2445833" y="39111"/>
                  </a:cubicBezTo>
                  <a:cubicBezTo>
                    <a:pt x="2577134" y="65185"/>
                    <a:pt x="2706573" y="104296"/>
                    <a:pt x="2829959" y="155512"/>
                  </a:cubicBezTo>
                  <a:cubicBezTo>
                    <a:pt x="2953811" y="206729"/>
                    <a:pt x="3072540" y="270517"/>
                    <a:pt x="3183820" y="345014"/>
                  </a:cubicBezTo>
                  <a:cubicBezTo>
                    <a:pt x="3295100" y="419511"/>
                    <a:pt x="3398931" y="504717"/>
                    <a:pt x="3493915" y="599700"/>
                  </a:cubicBezTo>
                  <a:cubicBezTo>
                    <a:pt x="3588433" y="694219"/>
                    <a:pt x="3674104" y="798514"/>
                    <a:pt x="3748602" y="909794"/>
                  </a:cubicBezTo>
                  <a:cubicBezTo>
                    <a:pt x="3823099" y="1021074"/>
                    <a:pt x="3886887" y="1139803"/>
                    <a:pt x="3938104" y="1263655"/>
                  </a:cubicBezTo>
                  <a:cubicBezTo>
                    <a:pt x="3989320" y="1387506"/>
                    <a:pt x="4028431" y="1516479"/>
                    <a:pt x="4054505" y="1647779"/>
                  </a:cubicBezTo>
                  <a:cubicBezTo>
                    <a:pt x="4080579" y="1779080"/>
                    <a:pt x="4093616" y="1913175"/>
                    <a:pt x="4093616" y="2046804"/>
                  </a:cubicBezTo>
                  <a:lnTo>
                    <a:pt x="4083373" y="2046804"/>
                  </a:lnTo>
                  <a:cubicBezTo>
                    <a:pt x="4083373" y="1913640"/>
                    <a:pt x="4070336" y="1780477"/>
                    <a:pt x="4044728" y="1649642"/>
                  </a:cubicBezTo>
                  <a:cubicBezTo>
                    <a:pt x="4018653" y="1518807"/>
                    <a:pt x="3980008" y="1390299"/>
                    <a:pt x="3928791" y="1267380"/>
                  </a:cubicBezTo>
                  <a:cubicBezTo>
                    <a:pt x="3877575" y="1143994"/>
                    <a:pt x="3814252" y="1026196"/>
                    <a:pt x="3740221" y="915381"/>
                  </a:cubicBezTo>
                  <a:cubicBezTo>
                    <a:pt x="3666189" y="804567"/>
                    <a:pt x="3580983" y="701203"/>
                    <a:pt x="3486930" y="607150"/>
                  </a:cubicBezTo>
                  <a:cubicBezTo>
                    <a:pt x="3392878" y="513098"/>
                    <a:pt x="3289047" y="427892"/>
                    <a:pt x="3178699" y="353861"/>
                  </a:cubicBezTo>
                  <a:cubicBezTo>
                    <a:pt x="3067884" y="279829"/>
                    <a:pt x="2949620" y="216507"/>
                    <a:pt x="2826700" y="165290"/>
                  </a:cubicBezTo>
                  <a:cubicBezTo>
                    <a:pt x="2703314" y="114073"/>
                    <a:pt x="2575272" y="75428"/>
                    <a:pt x="2444437" y="49354"/>
                  </a:cubicBezTo>
                  <a:cubicBezTo>
                    <a:pt x="2313601" y="23280"/>
                    <a:pt x="2180437" y="10709"/>
                    <a:pt x="2047274" y="10709"/>
                  </a:cubicBezTo>
                  <a:cubicBezTo>
                    <a:pt x="1914110" y="10709"/>
                    <a:pt x="1780947" y="23746"/>
                    <a:pt x="1650111" y="49354"/>
                  </a:cubicBezTo>
                  <a:cubicBezTo>
                    <a:pt x="1519276" y="75428"/>
                    <a:pt x="1390768" y="114073"/>
                    <a:pt x="1267848" y="165290"/>
                  </a:cubicBezTo>
                  <a:cubicBezTo>
                    <a:pt x="1144462" y="216507"/>
                    <a:pt x="1026663" y="279829"/>
                    <a:pt x="915849" y="353861"/>
                  </a:cubicBezTo>
                  <a:cubicBezTo>
                    <a:pt x="805034" y="427892"/>
                    <a:pt x="701670" y="513098"/>
                    <a:pt x="607617" y="607150"/>
                  </a:cubicBezTo>
                  <a:cubicBezTo>
                    <a:pt x="513564" y="701203"/>
                    <a:pt x="428358" y="805033"/>
                    <a:pt x="354327" y="915381"/>
                  </a:cubicBezTo>
                  <a:cubicBezTo>
                    <a:pt x="280295" y="1026196"/>
                    <a:pt x="216973" y="1144459"/>
                    <a:pt x="165756" y="1267380"/>
                  </a:cubicBezTo>
                  <a:cubicBezTo>
                    <a:pt x="114539" y="1390765"/>
                    <a:pt x="75894" y="1518807"/>
                    <a:pt x="49820" y="1649642"/>
                  </a:cubicBezTo>
                  <a:cubicBezTo>
                    <a:pt x="23746" y="1780477"/>
                    <a:pt x="11175" y="1913640"/>
                    <a:pt x="11175" y="2046804"/>
                  </a:cubicBezTo>
                  <a:cubicBezTo>
                    <a:pt x="11175" y="2179967"/>
                    <a:pt x="24212" y="2313130"/>
                    <a:pt x="49820" y="2443966"/>
                  </a:cubicBezTo>
                  <a:cubicBezTo>
                    <a:pt x="75894" y="2574801"/>
                    <a:pt x="114539" y="2703308"/>
                    <a:pt x="165756" y="2826228"/>
                  </a:cubicBezTo>
                  <a:cubicBezTo>
                    <a:pt x="216973" y="2949614"/>
                    <a:pt x="280295" y="3067412"/>
                    <a:pt x="354327" y="3178226"/>
                  </a:cubicBezTo>
                  <a:cubicBezTo>
                    <a:pt x="428358" y="3289040"/>
                    <a:pt x="513564" y="3392405"/>
                    <a:pt x="607617" y="3486457"/>
                  </a:cubicBezTo>
                  <a:cubicBezTo>
                    <a:pt x="701670" y="3580510"/>
                    <a:pt x="805500" y="3665716"/>
                    <a:pt x="915849" y="3739747"/>
                  </a:cubicBezTo>
                  <a:cubicBezTo>
                    <a:pt x="1026663" y="3813778"/>
                    <a:pt x="1144928" y="3877101"/>
                    <a:pt x="1267848" y="3928318"/>
                  </a:cubicBezTo>
                  <a:cubicBezTo>
                    <a:pt x="1391234" y="3979534"/>
                    <a:pt x="1519276" y="4018180"/>
                    <a:pt x="1650111" y="4044253"/>
                  </a:cubicBezTo>
                  <a:cubicBezTo>
                    <a:pt x="1780947" y="4070327"/>
                    <a:pt x="1914110" y="4082899"/>
                    <a:pt x="2047274" y="4082899"/>
                  </a:cubicBezTo>
                  <a:cubicBezTo>
                    <a:pt x="2180437" y="4082899"/>
                    <a:pt x="2313601" y="4069861"/>
                    <a:pt x="2444437" y="4044253"/>
                  </a:cubicBezTo>
                  <a:cubicBezTo>
                    <a:pt x="2575272" y="4018180"/>
                    <a:pt x="2703780" y="3979534"/>
                    <a:pt x="2826700" y="3928318"/>
                  </a:cubicBezTo>
                  <a:cubicBezTo>
                    <a:pt x="2950086" y="3877101"/>
                    <a:pt x="3067884" y="3813778"/>
                    <a:pt x="3178699" y="3739747"/>
                  </a:cubicBezTo>
                  <a:cubicBezTo>
                    <a:pt x="3289513" y="3665716"/>
                    <a:pt x="3392878" y="3580510"/>
                    <a:pt x="3486930" y="3486457"/>
                  </a:cubicBezTo>
                  <a:cubicBezTo>
                    <a:pt x="3580983" y="3392405"/>
                    <a:pt x="3666189" y="3288575"/>
                    <a:pt x="3740221" y="3178226"/>
                  </a:cubicBezTo>
                  <a:cubicBezTo>
                    <a:pt x="3814252" y="3067412"/>
                    <a:pt x="3877575" y="2949148"/>
                    <a:pt x="3928791" y="2826228"/>
                  </a:cubicBezTo>
                  <a:cubicBezTo>
                    <a:pt x="3980008" y="2702843"/>
                    <a:pt x="4018653" y="2574801"/>
                    <a:pt x="4044728" y="2443966"/>
                  </a:cubicBezTo>
                  <a:cubicBezTo>
                    <a:pt x="4070802" y="2313130"/>
                    <a:pt x="4083373" y="2179967"/>
                    <a:pt x="4083373" y="2046804"/>
                  </a:cubicBezTo>
                  <a:lnTo>
                    <a:pt x="4093616" y="2046804"/>
                  </a:lnTo>
                  <a:close/>
                </a:path>
              </a:pathLst>
            </a:custGeom>
            <a:solidFill>
              <a:sysClr val="window" lastClr="FFFFFF">
                <a:alpha val="20000"/>
              </a:sysClr>
            </a:solidFill>
            <a:ln w="46493" cap="flat">
              <a:noFill/>
              <a:prstDash val="solid"/>
              <a:miter/>
            </a:ln>
          </p:spPr>
          <p:txBody>
            <a:bodyPr rtlCol="0" anchor="ctr"/>
            <a:lstStyle/>
            <a:p>
              <a:endParaRPr lang="zh-CN" altLang="en-US" sz="2800" dirty="0">
                <a:latin typeface="Times New Roman" panose="02020603050405020304" pitchFamily="18" charset="0"/>
                <a:ea typeface="微软雅黑" panose="020B0503020204020204" charset="-122"/>
                <a:sym typeface="Times New Roman" panose="02020603050405020304" pitchFamily="18" charset="0"/>
              </a:endParaRPr>
            </a:p>
          </p:txBody>
        </p:sp>
        <p:sp>
          <p:nvSpPr>
            <p:cNvPr id="859" name="PA-任意多边形 119"/>
            <p:cNvSpPr/>
            <p:nvPr>
              <p:custDataLst>
                <p:tags r:id="rId6"/>
              </p:custDataLst>
            </p:nvPr>
          </p:nvSpPr>
          <p:spPr>
            <a:xfrm>
              <a:off x="4895497" y="2400088"/>
              <a:ext cx="2401006" cy="2401000"/>
            </a:xfrm>
            <a:custGeom>
              <a:avLst/>
              <a:gdLst>
                <a:gd name="connsiteX0" fmla="*/ 722622 w 1443381"/>
                <a:gd name="connsiteY0" fmla="*/ 1444775 h 1443378"/>
                <a:gd name="connsiteX1" fmla="*/ 717035 w 1443381"/>
                <a:gd name="connsiteY1" fmla="*/ 1444775 h 1443378"/>
                <a:gd name="connsiteX2" fmla="*/ 717035 w 1443381"/>
                <a:gd name="connsiteY2" fmla="*/ 1414976 h 1443378"/>
                <a:gd name="connsiteX3" fmla="*/ 731468 w 1443381"/>
                <a:gd name="connsiteY3" fmla="*/ 1414976 h 1443378"/>
                <a:gd name="connsiteX4" fmla="*/ 731934 w 1443381"/>
                <a:gd name="connsiteY4" fmla="*/ 1444775 h 1443378"/>
                <a:gd name="connsiteX5" fmla="*/ 722622 w 1443381"/>
                <a:gd name="connsiteY5" fmla="*/ 1444775 h 1443378"/>
                <a:gd name="connsiteX6" fmla="*/ 702135 w 1443381"/>
                <a:gd name="connsiteY6" fmla="*/ 1444775 h 1443378"/>
                <a:gd name="connsiteX7" fmla="*/ 686770 w 1443381"/>
                <a:gd name="connsiteY7" fmla="*/ 1444310 h 1443378"/>
                <a:gd name="connsiteX8" fmla="*/ 688167 w 1443381"/>
                <a:gd name="connsiteY8" fmla="*/ 1414511 h 1443378"/>
                <a:gd name="connsiteX9" fmla="*/ 702601 w 1443381"/>
                <a:gd name="connsiteY9" fmla="*/ 1414976 h 1443378"/>
                <a:gd name="connsiteX10" fmla="*/ 702135 w 1443381"/>
                <a:gd name="connsiteY10" fmla="*/ 1444775 h 1443378"/>
                <a:gd name="connsiteX11" fmla="*/ 747765 w 1443381"/>
                <a:gd name="connsiteY11" fmla="*/ 1444310 h 1443378"/>
                <a:gd name="connsiteX12" fmla="*/ 746834 w 1443381"/>
                <a:gd name="connsiteY12" fmla="*/ 1414511 h 1443378"/>
                <a:gd name="connsiteX13" fmla="*/ 761267 w 1443381"/>
                <a:gd name="connsiteY13" fmla="*/ 1414045 h 1443378"/>
                <a:gd name="connsiteX14" fmla="*/ 763130 w 1443381"/>
                <a:gd name="connsiteY14" fmla="*/ 1443844 h 1443378"/>
                <a:gd name="connsiteX15" fmla="*/ 747765 w 1443381"/>
                <a:gd name="connsiteY15" fmla="*/ 1444310 h 1443378"/>
                <a:gd name="connsiteX16" fmla="*/ 671405 w 1443381"/>
                <a:gd name="connsiteY16" fmla="*/ 1442913 h 1443378"/>
                <a:gd name="connsiteX17" fmla="*/ 656040 w 1443381"/>
                <a:gd name="connsiteY17" fmla="*/ 1441516 h 1443378"/>
                <a:gd name="connsiteX18" fmla="*/ 658834 w 1443381"/>
                <a:gd name="connsiteY18" fmla="*/ 1411717 h 1443378"/>
                <a:gd name="connsiteX19" fmla="*/ 673268 w 1443381"/>
                <a:gd name="connsiteY19" fmla="*/ 1413114 h 1443378"/>
                <a:gd name="connsiteX20" fmla="*/ 671405 w 1443381"/>
                <a:gd name="connsiteY20" fmla="*/ 1442913 h 1443378"/>
                <a:gd name="connsiteX21" fmla="*/ 778029 w 1443381"/>
                <a:gd name="connsiteY21" fmla="*/ 1442913 h 1443378"/>
                <a:gd name="connsiteX22" fmla="*/ 775701 w 1443381"/>
                <a:gd name="connsiteY22" fmla="*/ 1413114 h 1443378"/>
                <a:gd name="connsiteX23" fmla="*/ 790135 w 1443381"/>
                <a:gd name="connsiteY23" fmla="*/ 1411717 h 1443378"/>
                <a:gd name="connsiteX24" fmla="*/ 792929 w 1443381"/>
                <a:gd name="connsiteY24" fmla="*/ 1441516 h 1443378"/>
                <a:gd name="connsiteX25" fmla="*/ 778029 w 1443381"/>
                <a:gd name="connsiteY25" fmla="*/ 1442913 h 1443378"/>
                <a:gd name="connsiteX26" fmla="*/ 641141 w 1443381"/>
                <a:gd name="connsiteY26" fmla="*/ 1440119 h 1443378"/>
                <a:gd name="connsiteX27" fmla="*/ 626241 w 1443381"/>
                <a:gd name="connsiteY27" fmla="*/ 1438257 h 1443378"/>
                <a:gd name="connsiteX28" fmla="*/ 629966 w 1443381"/>
                <a:gd name="connsiteY28" fmla="*/ 1408458 h 1443378"/>
                <a:gd name="connsiteX29" fmla="*/ 644400 w 1443381"/>
                <a:gd name="connsiteY29" fmla="*/ 1410320 h 1443378"/>
                <a:gd name="connsiteX30" fmla="*/ 641141 w 1443381"/>
                <a:gd name="connsiteY30" fmla="*/ 1440119 h 1443378"/>
                <a:gd name="connsiteX31" fmla="*/ 808294 w 1443381"/>
                <a:gd name="connsiteY31" fmla="*/ 1439654 h 1443378"/>
                <a:gd name="connsiteX32" fmla="*/ 804569 w 1443381"/>
                <a:gd name="connsiteY32" fmla="*/ 1409855 h 1443378"/>
                <a:gd name="connsiteX33" fmla="*/ 819003 w 1443381"/>
                <a:gd name="connsiteY33" fmla="*/ 1407992 h 1443378"/>
                <a:gd name="connsiteX34" fmla="*/ 823193 w 1443381"/>
                <a:gd name="connsiteY34" fmla="*/ 1437791 h 1443378"/>
                <a:gd name="connsiteX35" fmla="*/ 808294 w 1443381"/>
                <a:gd name="connsiteY35" fmla="*/ 1439654 h 1443378"/>
                <a:gd name="connsiteX36" fmla="*/ 611342 w 1443381"/>
                <a:gd name="connsiteY36" fmla="*/ 1436394 h 1443378"/>
                <a:gd name="connsiteX37" fmla="*/ 596443 w 1443381"/>
                <a:gd name="connsiteY37" fmla="*/ 1434067 h 1443378"/>
                <a:gd name="connsiteX38" fmla="*/ 601564 w 1443381"/>
                <a:gd name="connsiteY38" fmla="*/ 1404733 h 1443378"/>
                <a:gd name="connsiteX39" fmla="*/ 615998 w 1443381"/>
                <a:gd name="connsiteY39" fmla="*/ 1407061 h 1443378"/>
                <a:gd name="connsiteX40" fmla="*/ 611342 w 1443381"/>
                <a:gd name="connsiteY40" fmla="*/ 1436394 h 1443378"/>
                <a:gd name="connsiteX41" fmla="*/ 838093 w 1443381"/>
                <a:gd name="connsiteY41" fmla="*/ 1435463 h 1443378"/>
                <a:gd name="connsiteX42" fmla="*/ 833437 w 1443381"/>
                <a:gd name="connsiteY42" fmla="*/ 1405665 h 1443378"/>
                <a:gd name="connsiteX43" fmla="*/ 847870 w 1443381"/>
                <a:gd name="connsiteY43" fmla="*/ 1403336 h 1443378"/>
                <a:gd name="connsiteX44" fmla="*/ 853458 w 1443381"/>
                <a:gd name="connsiteY44" fmla="*/ 1432669 h 1443378"/>
                <a:gd name="connsiteX45" fmla="*/ 838093 w 1443381"/>
                <a:gd name="connsiteY45" fmla="*/ 1435463 h 1443378"/>
                <a:gd name="connsiteX46" fmla="*/ 581077 w 1443381"/>
                <a:gd name="connsiteY46" fmla="*/ 1430807 h 1443378"/>
                <a:gd name="connsiteX47" fmla="*/ 566178 w 1443381"/>
                <a:gd name="connsiteY47" fmla="*/ 1427548 h 1443378"/>
                <a:gd name="connsiteX48" fmla="*/ 572697 w 1443381"/>
                <a:gd name="connsiteY48" fmla="*/ 1398215 h 1443378"/>
                <a:gd name="connsiteX49" fmla="*/ 587130 w 1443381"/>
                <a:gd name="connsiteY49" fmla="*/ 1401009 h 1443378"/>
                <a:gd name="connsiteX50" fmla="*/ 581077 w 1443381"/>
                <a:gd name="connsiteY50" fmla="*/ 1430807 h 1443378"/>
                <a:gd name="connsiteX51" fmla="*/ 868357 w 1443381"/>
                <a:gd name="connsiteY51" fmla="*/ 1430342 h 1443378"/>
                <a:gd name="connsiteX52" fmla="*/ 862304 w 1443381"/>
                <a:gd name="connsiteY52" fmla="*/ 1401009 h 1443378"/>
                <a:gd name="connsiteX53" fmla="*/ 876738 w 1443381"/>
                <a:gd name="connsiteY53" fmla="*/ 1397749 h 1443378"/>
                <a:gd name="connsiteX54" fmla="*/ 883256 w 1443381"/>
                <a:gd name="connsiteY54" fmla="*/ 1427082 h 1443378"/>
                <a:gd name="connsiteX55" fmla="*/ 868357 w 1443381"/>
                <a:gd name="connsiteY55" fmla="*/ 1430342 h 1443378"/>
                <a:gd name="connsiteX56" fmla="*/ 551744 w 1443381"/>
                <a:gd name="connsiteY56" fmla="*/ 1424289 h 1443378"/>
                <a:gd name="connsiteX57" fmla="*/ 536845 w 1443381"/>
                <a:gd name="connsiteY57" fmla="*/ 1420564 h 1443378"/>
                <a:gd name="connsiteX58" fmla="*/ 544760 w 1443381"/>
                <a:gd name="connsiteY58" fmla="*/ 1391696 h 1443378"/>
                <a:gd name="connsiteX59" fmla="*/ 558728 w 1443381"/>
                <a:gd name="connsiteY59" fmla="*/ 1395421 h 1443378"/>
                <a:gd name="connsiteX60" fmla="*/ 551744 w 1443381"/>
                <a:gd name="connsiteY60" fmla="*/ 1424289 h 1443378"/>
                <a:gd name="connsiteX61" fmla="*/ 897690 w 1443381"/>
                <a:gd name="connsiteY61" fmla="*/ 1423357 h 1443378"/>
                <a:gd name="connsiteX62" fmla="*/ 890241 w 1443381"/>
                <a:gd name="connsiteY62" fmla="*/ 1394490 h 1443378"/>
                <a:gd name="connsiteX63" fmla="*/ 904209 w 1443381"/>
                <a:gd name="connsiteY63" fmla="*/ 1390765 h 1443378"/>
                <a:gd name="connsiteX64" fmla="*/ 912124 w 1443381"/>
                <a:gd name="connsiteY64" fmla="*/ 1419632 h 1443378"/>
                <a:gd name="connsiteX65" fmla="*/ 897690 w 1443381"/>
                <a:gd name="connsiteY65" fmla="*/ 1423357 h 1443378"/>
                <a:gd name="connsiteX66" fmla="*/ 521945 w 1443381"/>
                <a:gd name="connsiteY66" fmla="*/ 1416839 h 1443378"/>
                <a:gd name="connsiteX67" fmla="*/ 507512 w 1443381"/>
                <a:gd name="connsiteY67" fmla="*/ 1412649 h 1443378"/>
                <a:gd name="connsiteX68" fmla="*/ 516358 w 1443381"/>
                <a:gd name="connsiteY68" fmla="*/ 1384247 h 1443378"/>
                <a:gd name="connsiteX69" fmla="*/ 530326 w 1443381"/>
                <a:gd name="connsiteY69" fmla="*/ 1388437 h 1443378"/>
                <a:gd name="connsiteX70" fmla="*/ 521945 w 1443381"/>
                <a:gd name="connsiteY70" fmla="*/ 1416839 h 1443378"/>
                <a:gd name="connsiteX71" fmla="*/ 927023 w 1443381"/>
                <a:gd name="connsiteY71" fmla="*/ 1415442 h 1443378"/>
                <a:gd name="connsiteX72" fmla="*/ 918642 w 1443381"/>
                <a:gd name="connsiteY72" fmla="*/ 1386574 h 1443378"/>
                <a:gd name="connsiteX73" fmla="*/ 932611 w 1443381"/>
                <a:gd name="connsiteY73" fmla="*/ 1382384 h 1443378"/>
                <a:gd name="connsiteX74" fmla="*/ 941923 w 1443381"/>
                <a:gd name="connsiteY74" fmla="*/ 1410786 h 1443378"/>
                <a:gd name="connsiteX75" fmla="*/ 927023 w 1443381"/>
                <a:gd name="connsiteY75" fmla="*/ 1415442 h 1443378"/>
                <a:gd name="connsiteX76" fmla="*/ 493078 w 1443381"/>
                <a:gd name="connsiteY76" fmla="*/ 1407527 h 1443378"/>
                <a:gd name="connsiteX77" fmla="*/ 478644 w 1443381"/>
                <a:gd name="connsiteY77" fmla="*/ 1402405 h 1443378"/>
                <a:gd name="connsiteX78" fmla="*/ 488887 w 1443381"/>
                <a:gd name="connsiteY78" fmla="*/ 1374003 h 1443378"/>
                <a:gd name="connsiteX79" fmla="*/ 502855 w 1443381"/>
                <a:gd name="connsiteY79" fmla="*/ 1378659 h 1443378"/>
                <a:gd name="connsiteX80" fmla="*/ 493078 w 1443381"/>
                <a:gd name="connsiteY80" fmla="*/ 1407527 h 1443378"/>
                <a:gd name="connsiteX81" fmla="*/ 956357 w 1443381"/>
                <a:gd name="connsiteY81" fmla="*/ 1406130 h 1443378"/>
                <a:gd name="connsiteX82" fmla="*/ 946579 w 1443381"/>
                <a:gd name="connsiteY82" fmla="*/ 1377728 h 1443378"/>
                <a:gd name="connsiteX83" fmla="*/ 960082 w 1443381"/>
                <a:gd name="connsiteY83" fmla="*/ 1373072 h 1443378"/>
                <a:gd name="connsiteX84" fmla="*/ 970325 w 1443381"/>
                <a:gd name="connsiteY84" fmla="*/ 1401009 h 1443378"/>
                <a:gd name="connsiteX85" fmla="*/ 956357 w 1443381"/>
                <a:gd name="connsiteY85" fmla="*/ 1406130 h 1443378"/>
                <a:gd name="connsiteX86" fmla="*/ 464210 w 1443381"/>
                <a:gd name="connsiteY86" fmla="*/ 1397284 h 1443378"/>
                <a:gd name="connsiteX87" fmla="*/ 450242 w 1443381"/>
                <a:gd name="connsiteY87" fmla="*/ 1391696 h 1443378"/>
                <a:gd name="connsiteX88" fmla="*/ 461416 w 1443381"/>
                <a:gd name="connsiteY88" fmla="*/ 1363760 h 1443378"/>
                <a:gd name="connsiteX89" fmla="*/ 474919 w 1443381"/>
                <a:gd name="connsiteY89" fmla="*/ 1369347 h 1443378"/>
                <a:gd name="connsiteX90" fmla="*/ 464210 w 1443381"/>
                <a:gd name="connsiteY90" fmla="*/ 1397284 h 1443378"/>
                <a:gd name="connsiteX91" fmla="*/ 984759 w 1443381"/>
                <a:gd name="connsiteY91" fmla="*/ 1395887 h 1443378"/>
                <a:gd name="connsiteX92" fmla="*/ 974050 w 1443381"/>
                <a:gd name="connsiteY92" fmla="*/ 1367950 h 1443378"/>
                <a:gd name="connsiteX93" fmla="*/ 987552 w 1443381"/>
                <a:gd name="connsiteY93" fmla="*/ 1362363 h 1443378"/>
                <a:gd name="connsiteX94" fmla="*/ 999192 w 1443381"/>
                <a:gd name="connsiteY94" fmla="*/ 1389834 h 1443378"/>
                <a:gd name="connsiteX95" fmla="*/ 984759 w 1443381"/>
                <a:gd name="connsiteY95" fmla="*/ 1395887 h 1443378"/>
                <a:gd name="connsiteX96" fmla="*/ 436274 w 1443381"/>
                <a:gd name="connsiteY96" fmla="*/ 1385643 h 1443378"/>
                <a:gd name="connsiteX97" fmla="*/ 422305 w 1443381"/>
                <a:gd name="connsiteY97" fmla="*/ 1379591 h 1443378"/>
                <a:gd name="connsiteX98" fmla="*/ 434877 w 1443381"/>
                <a:gd name="connsiteY98" fmla="*/ 1352120 h 1443378"/>
                <a:gd name="connsiteX99" fmla="*/ 448380 w 1443381"/>
                <a:gd name="connsiteY99" fmla="*/ 1358173 h 1443378"/>
                <a:gd name="connsiteX100" fmla="*/ 436274 w 1443381"/>
                <a:gd name="connsiteY100" fmla="*/ 1385643 h 1443378"/>
                <a:gd name="connsiteX101" fmla="*/ 1012695 w 1443381"/>
                <a:gd name="connsiteY101" fmla="*/ 1384247 h 1443378"/>
                <a:gd name="connsiteX102" fmla="*/ 1000589 w 1443381"/>
                <a:gd name="connsiteY102" fmla="*/ 1356776 h 1443378"/>
                <a:gd name="connsiteX103" fmla="*/ 1013626 w 1443381"/>
                <a:gd name="connsiteY103" fmla="*/ 1350723 h 1443378"/>
                <a:gd name="connsiteX104" fmla="*/ 1026198 w 1443381"/>
                <a:gd name="connsiteY104" fmla="*/ 1377728 h 1443378"/>
                <a:gd name="connsiteX105" fmla="*/ 1012695 w 1443381"/>
                <a:gd name="connsiteY105" fmla="*/ 1384247 h 1443378"/>
                <a:gd name="connsiteX106" fmla="*/ 408337 w 1443381"/>
                <a:gd name="connsiteY106" fmla="*/ 1373072 h 1443378"/>
                <a:gd name="connsiteX107" fmla="*/ 394835 w 1443381"/>
                <a:gd name="connsiteY107" fmla="*/ 1366088 h 1443378"/>
                <a:gd name="connsiteX108" fmla="*/ 408337 w 1443381"/>
                <a:gd name="connsiteY108" fmla="*/ 1339548 h 1443378"/>
                <a:gd name="connsiteX109" fmla="*/ 421374 w 1443381"/>
                <a:gd name="connsiteY109" fmla="*/ 1346067 h 1443378"/>
                <a:gd name="connsiteX110" fmla="*/ 408337 w 1443381"/>
                <a:gd name="connsiteY110" fmla="*/ 1373072 h 1443378"/>
                <a:gd name="connsiteX111" fmla="*/ 1040166 w 1443381"/>
                <a:gd name="connsiteY111" fmla="*/ 1371210 h 1443378"/>
                <a:gd name="connsiteX112" fmla="*/ 1027129 w 1443381"/>
                <a:gd name="connsiteY112" fmla="*/ 1344204 h 1443378"/>
                <a:gd name="connsiteX113" fmla="*/ 1040166 w 1443381"/>
                <a:gd name="connsiteY113" fmla="*/ 1337686 h 1443378"/>
                <a:gd name="connsiteX114" fmla="*/ 1054134 w 1443381"/>
                <a:gd name="connsiteY114" fmla="*/ 1364225 h 1443378"/>
                <a:gd name="connsiteX115" fmla="*/ 1040166 w 1443381"/>
                <a:gd name="connsiteY115" fmla="*/ 1371210 h 1443378"/>
                <a:gd name="connsiteX116" fmla="*/ 381332 w 1443381"/>
                <a:gd name="connsiteY116" fmla="*/ 1359104 h 1443378"/>
                <a:gd name="connsiteX117" fmla="*/ 367830 w 1443381"/>
                <a:gd name="connsiteY117" fmla="*/ 1351654 h 1443378"/>
                <a:gd name="connsiteX118" fmla="*/ 382729 w 1443381"/>
                <a:gd name="connsiteY118" fmla="*/ 1325580 h 1443378"/>
                <a:gd name="connsiteX119" fmla="*/ 395300 w 1443381"/>
                <a:gd name="connsiteY119" fmla="*/ 1332564 h 1443378"/>
                <a:gd name="connsiteX120" fmla="*/ 381332 w 1443381"/>
                <a:gd name="connsiteY120" fmla="*/ 1359104 h 1443378"/>
                <a:gd name="connsiteX121" fmla="*/ 1067171 w 1443381"/>
                <a:gd name="connsiteY121" fmla="*/ 1357707 h 1443378"/>
                <a:gd name="connsiteX122" fmla="*/ 1052737 w 1443381"/>
                <a:gd name="connsiteY122" fmla="*/ 1331167 h 1443378"/>
                <a:gd name="connsiteX123" fmla="*/ 1065309 w 1443381"/>
                <a:gd name="connsiteY123" fmla="*/ 1324183 h 1443378"/>
                <a:gd name="connsiteX124" fmla="*/ 1080208 w 1443381"/>
                <a:gd name="connsiteY124" fmla="*/ 1350257 h 1443378"/>
                <a:gd name="connsiteX125" fmla="*/ 1067171 w 1443381"/>
                <a:gd name="connsiteY125" fmla="*/ 1357707 h 1443378"/>
                <a:gd name="connsiteX126" fmla="*/ 354793 w 1443381"/>
                <a:gd name="connsiteY126" fmla="*/ 1344204 h 1443378"/>
                <a:gd name="connsiteX127" fmla="*/ 341756 w 1443381"/>
                <a:gd name="connsiteY127" fmla="*/ 1336289 h 1443378"/>
                <a:gd name="connsiteX128" fmla="*/ 357586 w 1443381"/>
                <a:gd name="connsiteY128" fmla="*/ 1310681 h 1443378"/>
                <a:gd name="connsiteX129" fmla="*/ 370158 w 1443381"/>
                <a:gd name="connsiteY129" fmla="*/ 1318131 h 1443378"/>
                <a:gd name="connsiteX130" fmla="*/ 354793 w 1443381"/>
                <a:gd name="connsiteY130" fmla="*/ 1344204 h 1443378"/>
                <a:gd name="connsiteX131" fmla="*/ 1093711 w 1443381"/>
                <a:gd name="connsiteY131" fmla="*/ 1342342 h 1443378"/>
                <a:gd name="connsiteX132" fmla="*/ 1078346 w 1443381"/>
                <a:gd name="connsiteY132" fmla="*/ 1316734 h 1443378"/>
                <a:gd name="connsiteX133" fmla="*/ 1090917 w 1443381"/>
                <a:gd name="connsiteY133" fmla="*/ 1309284 h 1443378"/>
                <a:gd name="connsiteX134" fmla="*/ 1106748 w 1443381"/>
                <a:gd name="connsiteY134" fmla="*/ 1334892 h 1443378"/>
                <a:gd name="connsiteX135" fmla="*/ 1093711 w 1443381"/>
                <a:gd name="connsiteY135" fmla="*/ 1342342 h 1443378"/>
                <a:gd name="connsiteX136" fmla="*/ 328719 w 1443381"/>
                <a:gd name="connsiteY136" fmla="*/ 1328374 h 1443378"/>
                <a:gd name="connsiteX137" fmla="*/ 316147 w 1443381"/>
                <a:gd name="connsiteY137" fmla="*/ 1319993 h 1443378"/>
                <a:gd name="connsiteX138" fmla="*/ 332909 w 1443381"/>
                <a:gd name="connsiteY138" fmla="*/ 1295316 h 1443378"/>
                <a:gd name="connsiteX139" fmla="*/ 345015 w 1443381"/>
                <a:gd name="connsiteY139" fmla="*/ 1303231 h 1443378"/>
                <a:gd name="connsiteX140" fmla="*/ 328719 w 1443381"/>
                <a:gd name="connsiteY140" fmla="*/ 1328374 h 1443378"/>
                <a:gd name="connsiteX141" fmla="*/ 1119319 w 1443381"/>
                <a:gd name="connsiteY141" fmla="*/ 1326046 h 1443378"/>
                <a:gd name="connsiteX142" fmla="*/ 1103023 w 1443381"/>
                <a:gd name="connsiteY142" fmla="*/ 1300903 h 1443378"/>
                <a:gd name="connsiteX143" fmla="*/ 1115129 w 1443381"/>
                <a:gd name="connsiteY143" fmla="*/ 1292988 h 1443378"/>
                <a:gd name="connsiteX144" fmla="*/ 1132356 w 1443381"/>
                <a:gd name="connsiteY144" fmla="*/ 1317665 h 1443378"/>
                <a:gd name="connsiteX145" fmla="*/ 1119319 w 1443381"/>
                <a:gd name="connsiteY145" fmla="*/ 1326046 h 1443378"/>
                <a:gd name="connsiteX146" fmla="*/ 303576 w 1443381"/>
                <a:gd name="connsiteY146" fmla="*/ 1311146 h 1443378"/>
                <a:gd name="connsiteX147" fmla="*/ 291470 w 1443381"/>
                <a:gd name="connsiteY147" fmla="*/ 1302300 h 1443378"/>
                <a:gd name="connsiteX148" fmla="*/ 309163 w 1443381"/>
                <a:gd name="connsiteY148" fmla="*/ 1278088 h 1443378"/>
                <a:gd name="connsiteX149" fmla="*/ 320803 w 1443381"/>
                <a:gd name="connsiteY149" fmla="*/ 1286469 h 1443378"/>
                <a:gd name="connsiteX150" fmla="*/ 303576 w 1443381"/>
                <a:gd name="connsiteY150" fmla="*/ 1311146 h 1443378"/>
                <a:gd name="connsiteX151" fmla="*/ 1144462 w 1443381"/>
                <a:gd name="connsiteY151" fmla="*/ 1309284 h 1443378"/>
                <a:gd name="connsiteX152" fmla="*/ 1126769 w 1443381"/>
                <a:gd name="connsiteY152" fmla="*/ 1285072 h 1443378"/>
                <a:gd name="connsiteX153" fmla="*/ 1138409 w 1443381"/>
                <a:gd name="connsiteY153" fmla="*/ 1276226 h 1443378"/>
                <a:gd name="connsiteX154" fmla="*/ 1156568 w 1443381"/>
                <a:gd name="connsiteY154" fmla="*/ 1299972 h 1443378"/>
                <a:gd name="connsiteX155" fmla="*/ 1144462 w 1443381"/>
                <a:gd name="connsiteY155" fmla="*/ 1309284 h 1443378"/>
                <a:gd name="connsiteX156" fmla="*/ 279364 w 1443381"/>
                <a:gd name="connsiteY156" fmla="*/ 1292988 h 1443378"/>
                <a:gd name="connsiteX157" fmla="*/ 267258 w 1443381"/>
                <a:gd name="connsiteY157" fmla="*/ 1283676 h 1443378"/>
                <a:gd name="connsiteX158" fmla="*/ 286348 w 1443381"/>
                <a:gd name="connsiteY158" fmla="*/ 1260395 h 1443378"/>
                <a:gd name="connsiteX159" fmla="*/ 297989 w 1443381"/>
                <a:gd name="connsiteY159" fmla="*/ 1269707 h 1443378"/>
                <a:gd name="connsiteX160" fmla="*/ 279364 w 1443381"/>
                <a:gd name="connsiteY160" fmla="*/ 1292988 h 1443378"/>
                <a:gd name="connsiteX161" fmla="*/ 1168674 w 1443381"/>
                <a:gd name="connsiteY161" fmla="*/ 1290660 h 1443378"/>
                <a:gd name="connsiteX162" fmla="*/ 1150049 w 1443381"/>
                <a:gd name="connsiteY162" fmla="*/ 1266914 h 1443378"/>
                <a:gd name="connsiteX163" fmla="*/ 1161224 w 1443381"/>
                <a:gd name="connsiteY163" fmla="*/ 1257602 h 1443378"/>
                <a:gd name="connsiteX164" fmla="*/ 1180314 w 1443381"/>
                <a:gd name="connsiteY164" fmla="*/ 1280882 h 1443378"/>
                <a:gd name="connsiteX165" fmla="*/ 1168674 w 1443381"/>
                <a:gd name="connsiteY165" fmla="*/ 1290660 h 1443378"/>
                <a:gd name="connsiteX166" fmla="*/ 255618 w 1443381"/>
                <a:gd name="connsiteY166" fmla="*/ 1273432 h 1443378"/>
                <a:gd name="connsiteX167" fmla="*/ 243978 w 1443381"/>
                <a:gd name="connsiteY167" fmla="*/ 1263655 h 1443378"/>
                <a:gd name="connsiteX168" fmla="*/ 263999 w 1443381"/>
                <a:gd name="connsiteY168" fmla="*/ 1241305 h 1443378"/>
                <a:gd name="connsiteX169" fmla="*/ 275174 w 1443381"/>
                <a:gd name="connsiteY169" fmla="*/ 1251083 h 1443378"/>
                <a:gd name="connsiteX170" fmla="*/ 255618 w 1443381"/>
                <a:gd name="connsiteY170" fmla="*/ 1273432 h 1443378"/>
                <a:gd name="connsiteX171" fmla="*/ 1191954 w 1443381"/>
                <a:gd name="connsiteY171" fmla="*/ 1271570 h 1443378"/>
                <a:gd name="connsiteX172" fmla="*/ 1172398 w 1443381"/>
                <a:gd name="connsiteY172" fmla="*/ 1248755 h 1443378"/>
                <a:gd name="connsiteX173" fmla="*/ 1183573 w 1443381"/>
                <a:gd name="connsiteY173" fmla="*/ 1238977 h 1443378"/>
                <a:gd name="connsiteX174" fmla="*/ 1203594 w 1443381"/>
                <a:gd name="connsiteY174" fmla="*/ 1261327 h 1443378"/>
                <a:gd name="connsiteX175" fmla="*/ 1191954 w 1443381"/>
                <a:gd name="connsiteY175" fmla="*/ 1271570 h 1443378"/>
                <a:gd name="connsiteX176" fmla="*/ 232803 w 1443381"/>
                <a:gd name="connsiteY176" fmla="*/ 1253411 h 1443378"/>
                <a:gd name="connsiteX177" fmla="*/ 221629 w 1443381"/>
                <a:gd name="connsiteY177" fmla="*/ 1243168 h 1443378"/>
                <a:gd name="connsiteX178" fmla="*/ 242581 w 1443381"/>
                <a:gd name="connsiteY178" fmla="*/ 1221750 h 1443378"/>
                <a:gd name="connsiteX179" fmla="*/ 253290 w 1443381"/>
                <a:gd name="connsiteY179" fmla="*/ 1231528 h 1443378"/>
                <a:gd name="connsiteX180" fmla="*/ 232803 w 1443381"/>
                <a:gd name="connsiteY180" fmla="*/ 1253411 h 1443378"/>
                <a:gd name="connsiteX181" fmla="*/ 1214769 w 1443381"/>
                <a:gd name="connsiteY181" fmla="*/ 1251083 h 1443378"/>
                <a:gd name="connsiteX182" fmla="*/ 1194282 w 1443381"/>
                <a:gd name="connsiteY182" fmla="*/ 1229200 h 1443378"/>
                <a:gd name="connsiteX183" fmla="*/ 1204991 w 1443381"/>
                <a:gd name="connsiteY183" fmla="*/ 1218956 h 1443378"/>
                <a:gd name="connsiteX184" fmla="*/ 1225943 w 1443381"/>
                <a:gd name="connsiteY184" fmla="*/ 1240374 h 1443378"/>
                <a:gd name="connsiteX185" fmla="*/ 1214769 w 1443381"/>
                <a:gd name="connsiteY185" fmla="*/ 1251083 h 1443378"/>
                <a:gd name="connsiteX186" fmla="*/ 210920 w 1443381"/>
                <a:gd name="connsiteY186" fmla="*/ 1232459 h 1443378"/>
                <a:gd name="connsiteX187" fmla="*/ 200211 w 1443381"/>
                <a:gd name="connsiteY187" fmla="*/ 1221750 h 1443378"/>
                <a:gd name="connsiteX188" fmla="*/ 222095 w 1443381"/>
                <a:gd name="connsiteY188" fmla="*/ 1200798 h 1443378"/>
                <a:gd name="connsiteX189" fmla="*/ 232338 w 1443381"/>
                <a:gd name="connsiteY189" fmla="*/ 1211041 h 1443378"/>
                <a:gd name="connsiteX190" fmla="*/ 210920 w 1443381"/>
                <a:gd name="connsiteY190" fmla="*/ 1232459 h 1443378"/>
                <a:gd name="connsiteX191" fmla="*/ 1236652 w 1443381"/>
                <a:gd name="connsiteY191" fmla="*/ 1230131 h 1443378"/>
                <a:gd name="connsiteX192" fmla="*/ 1215234 w 1443381"/>
                <a:gd name="connsiteY192" fmla="*/ 1209179 h 1443378"/>
                <a:gd name="connsiteX193" fmla="*/ 1225477 w 1443381"/>
                <a:gd name="connsiteY193" fmla="*/ 1198935 h 1443378"/>
                <a:gd name="connsiteX194" fmla="*/ 1247361 w 1443381"/>
                <a:gd name="connsiteY194" fmla="*/ 1219422 h 1443378"/>
                <a:gd name="connsiteX195" fmla="*/ 1236652 w 1443381"/>
                <a:gd name="connsiteY195" fmla="*/ 1230131 h 1443378"/>
                <a:gd name="connsiteX196" fmla="*/ 189968 w 1443381"/>
                <a:gd name="connsiteY196" fmla="*/ 1210576 h 1443378"/>
                <a:gd name="connsiteX197" fmla="*/ 179724 w 1443381"/>
                <a:gd name="connsiteY197" fmla="*/ 1199401 h 1443378"/>
                <a:gd name="connsiteX198" fmla="*/ 202073 w 1443381"/>
                <a:gd name="connsiteY198" fmla="*/ 1179380 h 1443378"/>
                <a:gd name="connsiteX199" fmla="*/ 211851 w 1443381"/>
                <a:gd name="connsiteY199" fmla="*/ 1190089 h 1443378"/>
                <a:gd name="connsiteX200" fmla="*/ 189968 w 1443381"/>
                <a:gd name="connsiteY200" fmla="*/ 1210576 h 1443378"/>
                <a:gd name="connsiteX201" fmla="*/ 1257604 w 1443381"/>
                <a:gd name="connsiteY201" fmla="*/ 1208248 h 1443378"/>
                <a:gd name="connsiteX202" fmla="*/ 1235255 w 1443381"/>
                <a:gd name="connsiteY202" fmla="*/ 1188226 h 1443378"/>
                <a:gd name="connsiteX203" fmla="*/ 1245033 w 1443381"/>
                <a:gd name="connsiteY203" fmla="*/ 1177518 h 1443378"/>
                <a:gd name="connsiteX204" fmla="*/ 1267848 w 1443381"/>
                <a:gd name="connsiteY204" fmla="*/ 1197073 h 1443378"/>
                <a:gd name="connsiteX205" fmla="*/ 1257604 w 1443381"/>
                <a:gd name="connsiteY205" fmla="*/ 1208248 h 1443378"/>
                <a:gd name="connsiteX206" fmla="*/ 169947 w 1443381"/>
                <a:gd name="connsiteY206" fmla="*/ 1187761 h 1443378"/>
                <a:gd name="connsiteX207" fmla="*/ 160169 w 1443381"/>
                <a:gd name="connsiteY207" fmla="*/ 1176121 h 1443378"/>
                <a:gd name="connsiteX208" fmla="*/ 183449 w 1443381"/>
                <a:gd name="connsiteY208" fmla="*/ 1157496 h 1443378"/>
                <a:gd name="connsiteX209" fmla="*/ 192761 w 1443381"/>
                <a:gd name="connsiteY209" fmla="*/ 1168671 h 1443378"/>
                <a:gd name="connsiteX210" fmla="*/ 169947 w 1443381"/>
                <a:gd name="connsiteY210" fmla="*/ 1187761 h 1443378"/>
                <a:gd name="connsiteX211" fmla="*/ 1277626 w 1443381"/>
                <a:gd name="connsiteY211" fmla="*/ 1184967 h 1443378"/>
                <a:gd name="connsiteX212" fmla="*/ 1254811 w 1443381"/>
                <a:gd name="connsiteY212" fmla="*/ 1165877 h 1443378"/>
                <a:gd name="connsiteX213" fmla="*/ 1264123 w 1443381"/>
                <a:gd name="connsiteY213" fmla="*/ 1154703 h 1443378"/>
                <a:gd name="connsiteX214" fmla="*/ 1287403 w 1443381"/>
                <a:gd name="connsiteY214" fmla="*/ 1173327 h 1443378"/>
                <a:gd name="connsiteX215" fmla="*/ 1277626 w 1443381"/>
                <a:gd name="connsiteY215" fmla="*/ 1184967 h 1443378"/>
                <a:gd name="connsiteX216" fmla="*/ 150857 w 1443381"/>
                <a:gd name="connsiteY216" fmla="*/ 1164015 h 1443378"/>
                <a:gd name="connsiteX217" fmla="*/ 141545 w 1443381"/>
                <a:gd name="connsiteY217" fmla="*/ 1151909 h 1443378"/>
                <a:gd name="connsiteX218" fmla="*/ 165756 w 1443381"/>
                <a:gd name="connsiteY218" fmla="*/ 1134216 h 1443378"/>
                <a:gd name="connsiteX219" fmla="*/ 174603 w 1443381"/>
                <a:gd name="connsiteY219" fmla="*/ 1145856 h 1443378"/>
                <a:gd name="connsiteX220" fmla="*/ 150857 w 1443381"/>
                <a:gd name="connsiteY220" fmla="*/ 1164015 h 1443378"/>
                <a:gd name="connsiteX221" fmla="*/ 1296250 w 1443381"/>
                <a:gd name="connsiteY221" fmla="*/ 1161221 h 1443378"/>
                <a:gd name="connsiteX222" fmla="*/ 1272504 w 1443381"/>
                <a:gd name="connsiteY222" fmla="*/ 1143063 h 1443378"/>
                <a:gd name="connsiteX223" fmla="*/ 1281350 w 1443381"/>
                <a:gd name="connsiteY223" fmla="*/ 1131422 h 1443378"/>
                <a:gd name="connsiteX224" fmla="*/ 1305562 w 1443381"/>
                <a:gd name="connsiteY224" fmla="*/ 1149116 h 1443378"/>
                <a:gd name="connsiteX225" fmla="*/ 1296250 w 1443381"/>
                <a:gd name="connsiteY225" fmla="*/ 1161221 h 1443378"/>
                <a:gd name="connsiteX226" fmla="*/ 132698 w 1443381"/>
                <a:gd name="connsiteY226" fmla="*/ 1139803 h 1443378"/>
                <a:gd name="connsiteX227" fmla="*/ 123851 w 1443381"/>
                <a:gd name="connsiteY227" fmla="*/ 1127232 h 1443378"/>
                <a:gd name="connsiteX228" fmla="*/ 148529 w 1443381"/>
                <a:gd name="connsiteY228" fmla="*/ 1110470 h 1443378"/>
                <a:gd name="connsiteX229" fmla="*/ 156910 w 1443381"/>
                <a:gd name="connsiteY229" fmla="*/ 1122576 h 1443378"/>
                <a:gd name="connsiteX230" fmla="*/ 132698 w 1443381"/>
                <a:gd name="connsiteY230" fmla="*/ 1139803 h 1443378"/>
                <a:gd name="connsiteX231" fmla="*/ 1314409 w 1443381"/>
                <a:gd name="connsiteY231" fmla="*/ 1137010 h 1443378"/>
                <a:gd name="connsiteX232" fmla="*/ 1289731 w 1443381"/>
                <a:gd name="connsiteY232" fmla="*/ 1119782 h 1443378"/>
                <a:gd name="connsiteX233" fmla="*/ 1298112 w 1443381"/>
                <a:gd name="connsiteY233" fmla="*/ 1107677 h 1443378"/>
                <a:gd name="connsiteX234" fmla="*/ 1322790 w 1443381"/>
                <a:gd name="connsiteY234" fmla="*/ 1124438 h 1443378"/>
                <a:gd name="connsiteX235" fmla="*/ 1314409 w 1443381"/>
                <a:gd name="connsiteY235" fmla="*/ 1137010 h 1443378"/>
                <a:gd name="connsiteX236" fmla="*/ 115936 w 1443381"/>
                <a:gd name="connsiteY236" fmla="*/ 1114661 h 1443378"/>
                <a:gd name="connsiteX237" fmla="*/ 108021 w 1443381"/>
                <a:gd name="connsiteY237" fmla="*/ 1101624 h 1443378"/>
                <a:gd name="connsiteX238" fmla="*/ 133629 w 1443381"/>
                <a:gd name="connsiteY238" fmla="*/ 1085793 h 1443378"/>
                <a:gd name="connsiteX239" fmla="*/ 141545 w 1443381"/>
                <a:gd name="connsiteY239" fmla="*/ 1097899 h 1443378"/>
                <a:gd name="connsiteX240" fmla="*/ 115936 w 1443381"/>
                <a:gd name="connsiteY240" fmla="*/ 1114661 h 1443378"/>
                <a:gd name="connsiteX241" fmla="*/ 1331170 w 1443381"/>
                <a:gd name="connsiteY241" fmla="*/ 1111401 h 1443378"/>
                <a:gd name="connsiteX242" fmla="*/ 1306028 w 1443381"/>
                <a:gd name="connsiteY242" fmla="*/ 1095105 h 1443378"/>
                <a:gd name="connsiteX243" fmla="*/ 1313943 w 1443381"/>
                <a:gd name="connsiteY243" fmla="*/ 1082534 h 1443378"/>
                <a:gd name="connsiteX244" fmla="*/ 1339551 w 1443381"/>
                <a:gd name="connsiteY244" fmla="*/ 1098364 h 1443378"/>
                <a:gd name="connsiteX245" fmla="*/ 1331170 w 1443381"/>
                <a:gd name="connsiteY245" fmla="*/ 1111401 h 1443378"/>
                <a:gd name="connsiteX246" fmla="*/ 99640 w 1443381"/>
                <a:gd name="connsiteY246" fmla="*/ 1088587 h 1443378"/>
                <a:gd name="connsiteX247" fmla="*/ 92190 w 1443381"/>
                <a:gd name="connsiteY247" fmla="*/ 1075550 h 1443378"/>
                <a:gd name="connsiteX248" fmla="*/ 118264 w 1443381"/>
                <a:gd name="connsiteY248" fmla="*/ 1060650 h 1443378"/>
                <a:gd name="connsiteX249" fmla="*/ 125714 w 1443381"/>
                <a:gd name="connsiteY249" fmla="*/ 1073222 h 1443378"/>
                <a:gd name="connsiteX250" fmla="*/ 99640 w 1443381"/>
                <a:gd name="connsiteY250" fmla="*/ 1088587 h 1443378"/>
                <a:gd name="connsiteX251" fmla="*/ 1347467 w 1443381"/>
                <a:gd name="connsiteY251" fmla="*/ 1085328 h 1443378"/>
                <a:gd name="connsiteX252" fmla="*/ 1321392 w 1443381"/>
                <a:gd name="connsiteY252" fmla="*/ 1070428 h 1443378"/>
                <a:gd name="connsiteX253" fmla="*/ 1328842 w 1443381"/>
                <a:gd name="connsiteY253" fmla="*/ 1057857 h 1443378"/>
                <a:gd name="connsiteX254" fmla="*/ 1354916 w 1443381"/>
                <a:gd name="connsiteY254" fmla="*/ 1072290 h 1443378"/>
                <a:gd name="connsiteX255" fmla="*/ 1347467 w 1443381"/>
                <a:gd name="connsiteY255" fmla="*/ 1085328 h 1443378"/>
                <a:gd name="connsiteX256" fmla="*/ 84740 w 1443381"/>
                <a:gd name="connsiteY256" fmla="*/ 1062047 h 1443378"/>
                <a:gd name="connsiteX257" fmla="*/ 77756 w 1443381"/>
                <a:gd name="connsiteY257" fmla="*/ 1048545 h 1443378"/>
                <a:gd name="connsiteX258" fmla="*/ 104296 w 1443381"/>
                <a:gd name="connsiteY258" fmla="*/ 1035042 h 1443378"/>
                <a:gd name="connsiteX259" fmla="*/ 110815 w 1443381"/>
                <a:gd name="connsiteY259" fmla="*/ 1048079 h 1443378"/>
                <a:gd name="connsiteX260" fmla="*/ 84740 w 1443381"/>
                <a:gd name="connsiteY260" fmla="*/ 1062047 h 1443378"/>
                <a:gd name="connsiteX261" fmla="*/ 1361900 w 1443381"/>
                <a:gd name="connsiteY261" fmla="*/ 1058788 h 1443378"/>
                <a:gd name="connsiteX262" fmla="*/ 1335361 w 1443381"/>
                <a:gd name="connsiteY262" fmla="*/ 1044820 h 1443378"/>
                <a:gd name="connsiteX263" fmla="*/ 1341879 w 1443381"/>
                <a:gd name="connsiteY263" fmla="*/ 1031783 h 1443378"/>
                <a:gd name="connsiteX264" fmla="*/ 1368885 w 1443381"/>
                <a:gd name="connsiteY264" fmla="*/ 1045285 h 1443378"/>
                <a:gd name="connsiteX265" fmla="*/ 1361900 w 1443381"/>
                <a:gd name="connsiteY265" fmla="*/ 1058788 h 1443378"/>
                <a:gd name="connsiteX266" fmla="*/ 71238 w 1443381"/>
                <a:gd name="connsiteY266" fmla="*/ 1035042 h 1443378"/>
                <a:gd name="connsiteX267" fmla="*/ 64719 w 1443381"/>
                <a:gd name="connsiteY267" fmla="*/ 1021539 h 1443378"/>
                <a:gd name="connsiteX268" fmla="*/ 92190 w 1443381"/>
                <a:gd name="connsiteY268" fmla="*/ 1008968 h 1443378"/>
                <a:gd name="connsiteX269" fmla="*/ 98243 w 1443381"/>
                <a:gd name="connsiteY269" fmla="*/ 1022005 h 1443378"/>
                <a:gd name="connsiteX270" fmla="*/ 71238 w 1443381"/>
                <a:gd name="connsiteY270" fmla="*/ 1035042 h 1443378"/>
                <a:gd name="connsiteX271" fmla="*/ 1375869 w 1443381"/>
                <a:gd name="connsiteY271" fmla="*/ 1031783 h 1443378"/>
                <a:gd name="connsiteX272" fmla="*/ 1348863 w 1443381"/>
                <a:gd name="connsiteY272" fmla="*/ 1018746 h 1443378"/>
                <a:gd name="connsiteX273" fmla="*/ 1354916 w 1443381"/>
                <a:gd name="connsiteY273" fmla="*/ 1005709 h 1443378"/>
                <a:gd name="connsiteX274" fmla="*/ 1382387 w 1443381"/>
                <a:gd name="connsiteY274" fmla="*/ 1017815 h 1443378"/>
                <a:gd name="connsiteX275" fmla="*/ 1375869 w 1443381"/>
                <a:gd name="connsiteY275" fmla="*/ 1031783 h 1443378"/>
                <a:gd name="connsiteX276" fmla="*/ 58667 w 1443381"/>
                <a:gd name="connsiteY276" fmla="*/ 1007571 h 1443378"/>
                <a:gd name="connsiteX277" fmla="*/ 52614 w 1443381"/>
                <a:gd name="connsiteY277" fmla="*/ 993603 h 1443378"/>
                <a:gd name="connsiteX278" fmla="*/ 80550 w 1443381"/>
                <a:gd name="connsiteY278" fmla="*/ 982428 h 1443378"/>
                <a:gd name="connsiteX279" fmla="*/ 86137 w 1443381"/>
                <a:gd name="connsiteY279" fmla="*/ 995931 h 1443378"/>
                <a:gd name="connsiteX280" fmla="*/ 58667 w 1443381"/>
                <a:gd name="connsiteY280" fmla="*/ 1007571 h 1443378"/>
                <a:gd name="connsiteX281" fmla="*/ 1387974 w 1443381"/>
                <a:gd name="connsiteY281" fmla="*/ 1003847 h 1443378"/>
                <a:gd name="connsiteX282" fmla="*/ 1360504 w 1443381"/>
                <a:gd name="connsiteY282" fmla="*/ 992206 h 1443378"/>
                <a:gd name="connsiteX283" fmla="*/ 1366091 w 1443381"/>
                <a:gd name="connsiteY283" fmla="*/ 978704 h 1443378"/>
                <a:gd name="connsiteX284" fmla="*/ 1394027 w 1443381"/>
                <a:gd name="connsiteY284" fmla="*/ 989878 h 1443378"/>
                <a:gd name="connsiteX285" fmla="*/ 1387974 w 1443381"/>
                <a:gd name="connsiteY285" fmla="*/ 1003847 h 1443378"/>
                <a:gd name="connsiteX286" fmla="*/ 47026 w 1443381"/>
                <a:gd name="connsiteY286" fmla="*/ 979635 h 1443378"/>
                <a:gd name="connsiteX287" fmla="*/ 41905 w 1443381"/>
                <a:gd name="connsiteY287" fmla="*/ 965201 h 1443378"/>
                <a:gd name="connsiteX288" fmla="*/ 70307 w 1443381"/>
                <a:gd name="connsiteY288" fmla="*/ 954958 h 1443378"/>
                <a:gd name="connsiteX289" fmla="*/ 75428 w 1443381"/>
                <a:gd name="connsiteY289" fmla="*/ 968460 h 1443378"/>
                <a:gd name="connsiteX290" fmla="*/ 47026 w 1443381"/>
                <a:gd name="connsiteY290" fmla="*/ 979635 h 1443378"/>
                <a:gd name="connsiteX291" fmla="*/ 1399614 w 1443381"/>
                <a:gd name="connsiteY291" fmla="*/ 975445 h 1443378"/>
                <a:gd name="connsiteX292" fmla="*/ 1371678 w 1443381"/>
                <a:gd name="connsiteY292" fmla="*/ 964736 h 1443378"/>
                <a:gd name="connsiteX293" fmla="*/ 1376800 w 1443381"/>
                <a:gd name="connsiteY293" fmla="*/ 950767 h 1443378"/>
                <a:gd name="connsiteX294" fmla="*/ 1405202 w 1443381"/>
                <a:gd name="connsiteY294" fmla="*/ 960545 h 1443378"/>
                <a:gd name="connsiteX295" fmla="*/ 1399614 w 1443381"/>
                <a:gd name="connsiteY295" fmla="*/ 975445 h 1443378"/>
                <a:gd name="connsiteX296" fmla="*/ 36783 w 1443381"/>
                <a:gd name="connsiteY296" fmla="*/ 950767 h 1443378"/>
                <a:gd name="connsiteX297" fmla="*/ 32127 w 1443381"/>
                <a:gd name="connsiteY297" fmla="*/ 936334 h 1443378"/>
                <a:gd name="connsiteX298" fmla="*/ 60529 w 1443381"/>
                <a:gd name="connsiteY298" fmla="*/ 927487 h 1443378"/>
                <a:gd name="connsiteX299" fmla="*/ 65185 w 1443381"/>
                <a:gd name="connsiteY299" fmla="*/ 941455 h 1443378"/>
                <a:gd name="connsiteX300" fmla="*/ 36783 w 1443381"/>
                <a:gd name="connsiteY300" fmla="*/ 950767 h 1443378"/>
                <a:gd name="connsiteX301" fmla="*/ 1409392 w 1443381"/>
                <a:gd name="connsiteY301" fmla="*/ 946577 h 1443378"/>
                <a:gd name="connsiteX302" fmla="*/ 1380990 w 1443381"/>
                <a:gd name="connsiteY302" fmla="*/ 937265 h 1443378"/>
                <a:gd name="connsiteX303" fmla="*/ 1385181 w 1443381"/>
                <a:gd name="connsiteY303" fmla="*/ 923297 h 1443378"/>
                <a:gd name="connsiteX304" fmla="*/ 1414048 w 1443381"/>
                <a:gd name="connsiteY304" fmla="*/ 932143 h 1443378"/>
                <a:gd name="connsiteX305" fmla="*/ 1409392 w 1443381"/>
                <a:gd name="connsiteY305" fmla="*/ 946577 h 1443378"/>
                <a:gd name="connsiteX306" fmla="*/ 27937 w 1443381"/>
                <a:gd name="connsiteY306" fmla="*/ 921900 h 1443378"/>
                <a:gd name="connsiteX307" fmla="*/ 23746 w 1443381"/>
                <a:gd name="connsiteY307" fmla="*/ 907466 h 1443378"/>
                <a:gd name="connsiteX308" fmla="*/ 52614 w 1443381"/>
                <a:gd name="connsiteY308" fmla="*/ 900016 h 1443378"/>
                <a:gd name="connsiteX309" fmla="*/ 56338 w 1443381"/>
                <a:gd name="connsiteY309" fmla="*/ 913985 h 1443378"/>
                <a:gd name="connsiteX310" fmla="*/ 27937 w 1443381"/>
                <a:gd name="connsiteY310" fmla="*/ 921900 h 1443378"/>
                <a:gd name="connsiteX311" fmla="*/ 1418239 w 1443381"/>
                <a:gd name="connsiteY311" fmla="*/ 917709 h 1443378"/>
                <a:gd name="connsiteX312" fmla="*/ 1389371 w 1443381"/>
                <a:gd name="connsiteY312" fmla="*/ 909794 h 1443378"/>
                <a:gd name="connsiteX313" fmla="*/ 1393096 w 1443381"/>
                <a:gd name="connsiteY313" fmla="*/ 895826 h 1443378"/>
                <a:gd name="connsiteX314" fmla="*/ 1421964 w 1443381"/>
                <a:gd name="connsiteY314" fmla="*/ 903276 h 1443378"/>
                <a:gd name="connsiteX315" fmla="*/ 1418239 w 1443381"/>
                <a:gd name="connsiteY315" fmla="*/ 917709 h 1443378"/>
                <a:gd name="connsiteX316" fmla="*/ 20021 w 1443381"/>
                <a:gd name="connsiteY316" fmla="*/ 892567 h 1443378"/>
                <a:gd name="connsiteX317" fmla="*/ 16762 w 1443381"/>
                <a:gd name="connsiteY317" fmla="*/ 877667 h 1443378"/>
                <a:gd name="connsiteX318" fmla="*/ 46095 w 1443381"/>
                <a:gd name="connsiteY318" fmla="*/ 871149 h 1443378"/>
                <a:gd name="connsiteX319" fmla="*/ 49354 w 1443381"/>
                <a:gd name="connsiteY319" fmla="*/ 885583 h 1443378"/>
                <a:gd name="connsiteX320" fmla="*/ 20021 w 1443381"/>
                <a:gd name="connsiteY320" fmla="*/ 892567 h 1443378"/>
                <a:gd name="connsiteX321" fmla="*/ 1426154 w 1443381"/>
                <a:gd name="connsiteY321" fmla="*/ 887911 h 1443378"/>
                <a:gd name="connsiteX322" fmla="*/ 1396821 w 1443381"/>
                <a:gd name="connsiteY322" fmla="*/ 880927 h 1443378"/>
                <a:gd name="connsiteX323" fmla="*/ 1400080 w 1443381"/>
                <a:gd name="connsiteY323" fmla="*/ 866493 h 1443378"/>
                <a:gd name="connsiteX324" fmla="*/ 1429414 w 1443381"/>
                <a:gd name="connsiteY324" fmla="*/ 872546 h 1443378"/>
                <a:gd name="connsiteX325" fmla="*/ 1426154 w 1443381"/>
                <a:gd name="connsiteY325" fmla="*/ 887911 h 1443378"/>
                <a:gd name="connsiteX326" fmla="*/ 13503 w 1443381"/>
                <a:gd name="connsiteY326" fmla="*/ 862768 h 1443378"/>
                <a:gd name="connsiteX327" fmla="*/ 10709 w 1443381"/>
                <a:gd name="connsiteY327" fmla="*/ 847868 h 1443378"/>
                <a:gd name="connsiteX328" fmla="*/ 40042 w 1443381"/>
                <a:gd name="connsiteY328" fmla="*/ 842747 h 1443378"/>
                <a:gd name="connsiteX329" fmla="*/ 42836 w 1443381"/>
                <a:gd name="connsiteY329" fmla="*/ 857181 h 1443378"/>
                <a:gd name="connsiteX330" fmla="*/ 13503 w 1443381"/>
                <a:gd name="connsiteY330" fmla="*/ 862768 h 1443378"/>
                <a:gd name="connsiteX331" fmla="*/ 1432207 w 1443381"/>
                <a:gd name="connsiteY331" fmla="*/ 858112 h 1443378"/>
                <a:gd name="connsiteX332" fmla="*/ 1402874 w 1443381"/>
                <a:gd name="connsiteY332" fmla="*/ 852525 h 1443378"/>
                <a:gd name="connsiteX333" fmla="*/ 1405667 w 1443381"/>
                <a:gd name="connsiteY333" fmla="*/ 838091 h 1443378"/>
                <a:gd name="connsiteX334" fmla="*/ 1435466 w 1443381"/>
                <a:gd name="connsiteY334" fmla="*/ 843212 h 1443378"/>
                <a:gd name="connsiteX335" fmla="*/ 1432207 w 1443381"/>
                <a:gd name="connsiteY335" fmla="*/ 858112 h 1443378"/>
                <a:gd name="connsiteX336" fmla="*/ 8381 w 1443381"/>
                <a:gd name="connsiteY336" fmla="*/ 832504 h 1443378"/>
                <a:gd name="connsiteX337" fmla="*/ 6053 w 1443381"/>
                <a:gd name="connsiteY337" fmla="*/ 817604 h 1443378"/>
                <a:gd name="connsiteX338" fmla="*/ 35852 w 1443381"/>
                <a:gd name="connsiteY338" fmla="*/ 813879 h 1443378"/>
                <a:gd name="connsiteX339" fmla="*/ 37714 w 1443381"/>
                <a:gd name="connsiteY339" fmla="*/ 828313 h 1443378"/>
                <a:gd name="connsiteX340" fmla="*/ 8381 w 1443381"/>
                <a:gd name="connsiteY340" fmla="*/ 832504 h 1443378"/>
                <a:gd name="connsiteX341" fmla="*/ 1437329 w 1443381"/>
                <a:gd name="connsiteY341" fmla="*/ 828313 h 1443378"/>
                <a:gd name="connsiteX342" fmla="*/ 1407530 w 1443381"/>
                <a:gd name="connsiteY342" fmla="*/ 824123 h 1443378"/>
                <a:gd name="connsiteX343" fmla="*/ 1409392 w 1443381"/>
                <a:gd name="connsiteY343" fmla="*/ 809689 h 1443378"/>
                <a:gd name="connsiteX344" fmla="*/ 1439191 w 1443381"/>
                <a:gd name="connsiteY344" fmla="*/ 813414 h 1443378"/>
                <a:gd name="connsiteX345" fmla="*/ 1437329 w 1443381"/>
                <a:gd name="connsiteY345" fmla="*/ 828313 h 1443378"/>
                <a:gd name="connsiteX346" fmla="*/ 4656 w 1443381"/>
                <a:gd name="connsiteY346" fmla="*/ 802705 h 1443378"/>
                <a:gd name="connsiteX347" fmla="*/ 3259 w 1443381"/>
                <a:gd name="connsiteY347" fmla="*/ 787805 h 1443378"/>
                <a:gd name="connsiteX348" fmla="*/ 33058 w 1443381"/>
                <a:gd name="connsiteY348" fmla="*/ 785012 h 1443378"/>
                <a:gd name="connsiteX349" fmla="*/ 34455 w 1443381"/>
                <a:gd name="connsiteY349" fmla="*/ 799446 h 1443378"/>
                <a:gd name="connsiteX350" fmla="*/ 4656 w 1443381"/>
                <a:gd name="connsiteY350" fmla="*/ 802705 h 1443378"/>
                <a:gd name="connsiteX351" fmla="*/ 1441054 w 1443381"/>
                <a:gd name="connsiteY351" fmla="*/ 798049 h 1443378"/>
                <a:gd name="connsiteX352" fmla="*/ 1411255 w 1443381"/>
                <a:gd name="connsiteY352" fmla="*/ 794789 h 1443378"/>
                <a:gd name="connsiteX353" fmla="*/ 1412652 w 1443381"/>
                <a:gd name="connsiteY353" fmla="*/ 780356 h 1443378"/>
                <a:gd name="connsiteX354" fmla="*/ 1442450 w 1443381"/>
                <a:gd name="connsiteY354" fmla="*/ 782684 h 1443378"/>
                <a:gd name="connsiteX355" fmla="*/ 1441054 w 1443381"/>
                <a:gd name="connsiteY355" fmla="*/ 798049 h 1443378"/>
                <a:gd name="connsiteX356" fmla="*/ 1862 w 1443381"/>
                <a:gd name="connsiteY356" fmla="*/ 772440 h 1443378"/>
                <a:gd name="connsiteX357" fmla="*/ 931 w 1443381"/>
                <a:gd name="connsiteY357" fmla="*/ 757075 h 1443378"/>
                <a:gd name="connsiteX358" fmla="*/ 30730 w 1443381"/>
                <a:gd name="connsiteY358" fmla="*/ 755678 h 1443378"/>
                <a:gd name="connsiteX359" fmla="*/ 31661 w 1443381"/>
                <a:gd name="connsiteY359" fmla="*/ 770112 h 1443378"/>
                <a:gd name="connsiteX360" fmla="*/ 1862 w 1443381"/>
                <a:gd name="connsiteY360" fmla="*/ 772440 h 1443378"/>
                <a:gd name="connsiteX361" fmla="*/ 1443847 w 1443381"/>
                <a:gd name="connsiteY361" fmla="*/ 767784 h 1443378"/>
                <a:gd name="connsiteX362" fmla="*/ 1414048 w 1443381"/>
                <a:gd name="connsiteY362" fmla="*/ 765922 h 1443378"/>
                <a:gd name="connsiteX363" fmla="*/ 1414979 w 1443381"/>
                <a:gd name="connsiteY363" fmla="*/ 751488 h 1443378"/>
                <a:gd name="connsiteX364" fmla="*/ 1444778 w 1443381"/>
                <a:gd name="connsiteY364" fmla="*/ 752885 h 1443378"/>
                <a:gd name="connsiteX365" fmla="*/ 1443847 w 1443381"/>
                <a:gd name="connsiteY365" fmla="*/ 767784 h 1443378"/>
                <a:gd name="connsiteX366" fmla="*/ 466 w 1443381"/>
                <a:gd name="connsiteY366" fmla="*/ 741710 h 1443378"/>
                <a:gd name="connsiteX367" fmla="*/ 0 w 1443381"/>
                <a:gd name="connsiteY367" fmla="*/ 726345 h 1443378"/>
                <a:gd name="connsiteX368" fmla="*/ 29799 w 1443381"/>
                <a:gd name="connsiteY368" fmla="*/ 726345 h 1443378"/>
                <a:gd name="connsiteX369" fmla="*/ 30265 w 1443381"/>
                <a:gd name="connsiteY369" fmla="*/ 740779 h 1443378"/>
                <a:gd name="connsiteX370" fmla="*/ 466 w 1443381"/>
                <a:gd name="connsiteY370" fmla="*/ 741710 h 1443378"/>
                <a:gd name="connsiteX371" fmla="*/ 1444778 w 1443381"/>
                <a:gd name="connsiteY371" fmla="*/ 737520 h 1443378"/>
                <a:gd name="connsiteX372" fmla="*/ 1414979 w 1443381"/>
                <a:gd name="connsiteY372" fmla="*/ 737054 h 1443378"/>
                <a:gd name="connsiteX373" fmla="*/ 1414979 w 1443381"/>
                <a:gd name="connsiteY373" fmla="*/ 722620 h 1443378"/>
                <a:gd name="connsiteX374" fmla="*/ 1414979 w 1443381"/>
                <a:gd name="connsiteY374" fmla="*/ 714240 h 1443378"/>
                <a:gd name="connsiteX375" fmla="*/ 1444778 w 1443381"/>
                <a:gd name="connsiteY375" fmla="*/ 713774 h 1443378"/>
                <a:gd name="connsiteX376" fmla="*/ 1444778 w 1443381"/>
                <a:gd name="connsiteY376" fmla="*/ 722620 h 1443378"/>
                <a:gd name="connsiteX377" fmla="*/ 1444778 w 1443381"/>
                <a:gd name="connsiteY377" fmla="*/ 737520 h 1443378"/>
                <a:gd name="connsiteX378" fmla="*/ 30265 w 1443381"/>
                <a:gd name="connsiteY378" fmla="*/ 711912 h 1443378"/>
                <a:gd name="connsiteX379" fmla="*/ 466 w 1443381"/>
                <a:gd name="connsiteY379" fmla="*/ 711446 h 1443378"/>
                <a:gd name="connsiteX380" fmla="*/ 931 w 1443381"/>
                <a:gd name="connsiteY380" fmla="*/ 696081 h 1443378"/>
                <a:gd name="connsiteX381" fmla="*/ 30730 w 1443381"/>
                <a:gd name="connsiteY381" fmla="*/ 697012 h 1443378"/>
                <a:gd name="connsiteX382" fmla="*/ 30265 w 1443381"/>
                <a:gd name="connsiteY382" fmla="*/ 711912 h 1443378"/>
                <a:gd name="connsiteX383" fmla="*/ 1414514 w 1443381"/>
                <a:gd name="connsiteY383" fmla="*/ 698875 h 1443378"/>
                <a:gd name="connsiteX384" fmla="*/ 1414048 w 1443381"/>
                <a:gd name="connsiteY384" fmla="*/ 684441 h 1443378"/>
                <a:gd name="connsiteX385" fmla="*/ 1443847 w 1443381"/>
                <a:gd name="connsiteY385" fmla="*/ 683044 h 1443378"/>
                <a:gd name="connsiteX386" fmla="*/ 1444313 w 1443381"/>
                <a:gd name="connsiteY386" fmla="*/ 698409 h 1443378"/>
                <a:gd name="connsiteX387" fmla="*/ 1414514 w 1443381"/>
                <a:gd name="connsiteY387" fmla="*/ 698875 h 1443378"/>
                <a:gd name="connsiteX388" fmla="*/ 31196 w 1443381"/>
                <a:gd name="connsiteY388" fmla="*/ 683044 h 1443378"/>
                <a:gd name="connsiteX389" fmla="*/ 1397 w 1443381"/>
                <a:gd name="connsiteY389" fmla="*/ 681182 h 1443378"/>
                <a:gd name="connsiteX390" fmla="*/ 2328 w 1443381"/>
                <a:gd name="connsiteY390" fmla="*/ 665816 h 1443378"/>
                <a:gd name="connsiteX391" fmla="*/ 32127 w 1443381"/>
                <a:gd name="connsiteY391" fmla="*/ 668144 h 1443378"/>
                <a:gd name="connsiteX392" fmla="*/ 31196 w 1443381"/>
                <a:gd name="connsiteY392" fmla="*/ 683044 h 1443378"/>
                <a:gd name="connsiteX393" fmla="*/ 1413117 w 1443381"/>
                <a:gd name="connsiteY393" fmla="*/ 670007 h 1443378"/>
                <a:gd name="connsiteX394" fmla="*/ 1411720 w 1443381"/>
                <a:gd name="connsiteY394" fmla="*/ 655573 h 1443378"/>
                <a:gd name="connsiteX395" fmla="*/ 1441519 w 1443381"/>
                <a:gd name="connsiteY395" fmla="*/ 652780 h 1443378"/>
                <a:gd name="connsiteX396" fmla="*/ 1442916 w 1443381"/>
                <a:gd name="connsiteY396" fmla="*/ 668144 h 1443378"/>
                <a:gd name="connsiteX397" fmla="*/ 1413117 w 1443381"/>
                <a:gd name="connsiteY397" fmla="*/ 670007 h 1443378"/>
                <a:gd name="connsiteX398" fmla="*/ 33524 w 1443381"/>
                <a:gd name="connsiteY398" fmla="*/ 653711 h 1443378"/>
                <a:gd name="connsiteX399" fmla="*/ 3725 w 1443381"/>
                <a:gd name="connsiteY399" fmla="*/ 650917 h 1443378"/>
                <a:gd name="connsiteX400" fmla="*/ 5587 w 1443381"/>
                <a:gd name="connsiteY400" fmla="*/ 636018 h 1443378"/>
                <a:gd name="connsiteX401" fmla="*/ 35386 w 1443381"/>
                <a:gd name="connsiteY401" fmla="*/ 639743 h 1443378"/>
                <a:gd name="connsiteX402" fmla="*/ 33524 w 1443381"/>
                <a:gd name="connsiteY402" fmla="*/ 653711 h 1443378"/>
                <a:gd name="connsiteX403" fmla="*/ 1410323 w 1443381"/>
                <a:gd name="connsiteY403" fmla="*/ 641139 h 1443378"/>
                <a:gd name="connsiteX404" fmla="*/ 1408461 w 1443381"/>
                <a:gd name="connsiteY404" fmla="*/ 626706 h 1443378"/>
                <a:gd name="connsiteX405" fmla="*/ 1438260 w 1443381"/>
                <a:gd name="connsiteY405" fmla="*/ 622515 h 1443378"/>
                <a:gd name="connsiteX406" fmla="*/ 1440122 w 1443381"/>
                <a:gd name="connsiteY406" fmla="*/ 637414 h 1443378"/>
                <a:gd name="connsiteX407" fmla="*/ 1410323 w 1443381"/>
                <a:gd name="connsiteY407" fmla="*/ 641139 h 1443378"/>
                <a:gd name="connsiteX408" fmla="*/ 36783 w 1443381"/>
                <a:gd name="connsiteY408" fmla="*/ 624843 h 1443378"/>
                <a:gd name="connsiteX409" fmla="*/ 6984 w 1443381"/>
                <a:gd name="connsiteY409" fmla="*/ 620653 h 1443378"/>
                <a:gd name="connsiteX410" fmla="*/ 9312 w 1443381"/>
                <a:gd name="connsiteY410" fmla="*/ 605753 h 1443378"/>
                <a:gd name="connsiteX411" fmla="*/ 39111 w 1443381"/>
                <a:gd name="connsiteY411" fmla="*/ 610409 h 1443378"/>
                <a:gd name="connsiteX412" fmla="*/ 36783 w 1443381"/>
                <a:gd name="connsiteY412" fmla="*/ 624843 h 1443378"/>
                <a:gd name="connsiteX413" fmla="*/ 1406133 w 1443381"/>
                <a:gd name="connsiteY413" fmla="*/ 612272 h 1443378"/>
                <a:gd name="connsiteX414" fmla="*/ 1403805 w 1443381"/>
                <a:gd name="connsiteY414" fmla="*/ 597838 h 1443378"/>
                <a:gd name="connsiteX415" fmla="*/ 1433138 w 1443381"/>
                <a:gd name="connsiteY415" fmla="*/ 592716 h 1443378"/>
                <a:gd name="connsiteX416" fmla="*/ 1435932 w 1443381"/>
                <a:gd name="connsiteY416" fmla="*/ 607616 h 1443378"/>
                <a:gd name="connsiteX417" fmla="*/ 1406133 w 1443381"/>
                <a:gd name="connsiteY417" fmla="*/ 612272 h 1443378"/>
                <a:gd name="connsiteX418" fmla="*/ 41439 w 1443381"/>
                <a:gd name="connsiteY418" fmla="*/ 595976 h 1443378"/>
                <a:gd name="connsiteX419" fmla="*/ 12106 w 1443381"/>
                <a:gd name="connsiteY419" fmla="*/ 590388 h 1443378"/>
                <a:gd name="connsiteX420" fmla="*/ 14899 w 1443381"/>
                <a:gd name="connsiteY420" fmla="*/ 575489 h 1443378"/>
                <a:gd name="connsiteX421" fmla="*/ 44233 w 1443381"/>
                <a:gd name="connsiteY421" fmla="*/ 581542 h 1443378"/>
                <a:gd name="connsiteX422" fmla="*/ 41439 w 1443381"/>
                <a:gd name="connsiteY422" fmla="*/ 595976 h 1443378"/>
                <a:gd name="connsiteX423" fmla="*/ 1401012 w 1443381"/>
                <a:gd name="connsiteY423" fmla="*/ 583404 h 1443378"/>
                <a:gd name="connsiteX424" fmla="*/ 1397752 w 1443381"/>
                <a:gd name="connsiteY424" fmla="*/ 568971 h 1443378"/>
                <a:gd name="connsiteX425" fmla="*/ 1427085 w 1443381"/>
                <a:gd name="connsiteY425" fmla="*/ 562452 h 1443378"/>
                <a:gd name="connsiteX426" fmla="*/ 1430345 w 1443381"/>
                <a:gd name="connsiteY426" fmla="*/ 577351 h 1443378"/>
                <a:gd name="connsiteX427" fmla="*/ 1401012 w 1443381"/>
                <a:gd name="connsiteY427" fmla="*/ 583404 h 1443378"/>
                <a:gd name="connsiteX428" fmla="*/ 47492 w 1443381"/>
                <a:gd name="connsiteY428" fmla="*/ 567574 h 1443378"/>
                <a:gd name="connsiteX429" fmla="*/ 18159 w 1443381"/>
                <a:gd name="connsiteY429" fmla="*/ 561055 h 1443378"/>
                <a:gd name="connsiteX430" fmla="*/ 21884 w 1443381"/>
                <a:gd name="connsiteY430" fmla="*/ 546156 h 1443378"/>
                <a:gd name="connsiteX431" fmla="*/ 50751 w 1443381"/>
                <a:gd name="connsiteY431" fmla="*/ 553605 h 1443378"/>
                <a:gd name="connsiteX432" fmla="*/ 47492 w 1443381"/>
                <a:gd name="connsiteY432" fmla="*/ 567574 h 1443378"/>
                <a:gd name="connsiteX433" fmla="*/ 1394958 w 1443381"/>
                <a:gd name="connsiteY433" fmla="*/ 555002 h 1443378"/>
                <a:gd name="connsiteX434" fmla="*/ 1391233 w 1443381"/>
                <a:gd name="connsiteY434" fmla="*/ 541034 h 1443378"/>
                <a:gd name="connsiteX435" fmla="*/ 1420101 w 1443381"/>
                <a:gd name="connsiteY435" fmla="*/ 533119 h 1443378"/>
                <a:gd name="connsiteX436" fmla="*/ 1423826 w 1443381"/>
                <a:gd name="connsiteY436" fmla="*/ 548018 h 1443378"/>
                <a:gd name="connsiteX437" fmla="*/ 1394958 w 1443381"/>
                <a:gd name="connsiteY437" fmla="*/ 555002 h 1443378"/>
                <a:gd name="connsiteX438" fmla="*/ 54476 w 1443381"/>
                <a:gd name="connsiteY438" fmla="*/ 539172 h 1443378"/>
                <a:gd name="connsiteX439" fmla="*/ 25608 w 1443381"/>
                <a:gd name="connsiteY439" fmla="*/ 531256 h 1443378"/>
                <a:gd name="connsiteX440" fmla="*/ 29799 w 1443381"/>
                <a:gd name="connsiteY440" fmla="*/ 516823 h 1443378"/>
                <a:gd name="connsiteX441" fmla="*/ 58667 w 1443381"/>
                <a:gd name="connsiteY441" fmla="*/ 525203 h 1443378"/>
                <a:gd name="connsiteX442" fmla="*/ 54476 w 1443381"/>
                <a:gd name="connsiteY442" fmla="*/ 539172 h 1443378"/>
                <a:gd name="connsiteX443" fmla="*/ 1387043 w 1443381"/>
                <a:gd name="connsiteY443" fmla="*/ 527066 h 1443378"/>
                <a:gd name="connsiteX444" fmla="*/ 1382853 w 1443381"/>
                <a:gd name="connsiteY444" fmla="*/ 513098 h 1443378"/>
                <a:gd name="connsiteX445" fmla="*/ 1411255 w 1443381"/>
                <a:gd name="connsiteY445" fmla="*/ 504251 h 1443378"/>
                <a:gd name="connsiteX446" fmla="*/ 1415911 w 1443381"/>
                <a:gd name="connsiteY446" fmla="*/ 518685 h 1443378"/>
                <a:gd name="connsiteX447" fmla="*/ 1387043 w 1443381"/>
                <a:gd name="connsiteY447" fmla="*/ 527066 h 1443378"/>
                <a:gd name="connsiteX448" fmla="*/ 62857 w 1443381"/>
                <a:gd name="connsiteY448" fmla="*/ 511235 h 1443378"/>
                <a:gd name="connsiteX449" fmla="*/ 34455 w 1443381"/>
                <a:gd name="connsiteY449" fmla="*/ 501923 h 1443378"/>
                <a:gd name="connsiteX450" fmla="*/ 39111 w 1443381"/>
                <a:gd name="connsiteY450" fmla="*/ 487489 h 1443378"/>
                <a:gd name="connsiteX451" fmla="*/ 67513 w 1443381"/>
                <a:gd name="connsiteY451" fmla="*/ 497267 h 1443378"/>
                <a:gd name="connsiteX452" fmla="*/ 62857 w 1443381"/>
                <a:gd name="connsiteY452" fmla="*/ 511235 h 1443378"/>
                <a:gd name="connsiteX453" fmla="*/ 1378197 w 1443381"/>
                <a:gd name="connsiteY453" fmla="*/ 499130 h 1443378"/>
                <a:gd name="connsiteX454" fmla="*/ 1373541 w 1443381"/>
                <a:gd name="connsiteY454" fmla="*/ 485161 h 1443378"/>
                <a:gd name="connsiteX455" fmla="*/ 1401943 w 1443381"/>
                <a:gd name="connsiteY455" fmla="*/ 474918 h 1443378"/>
                <a:gd name="connsiteX456" fmla="*/ 1407064 w 1443381"/>
                <a:gd name="connsiteY456" fmla="*/ 489352 h 1443378"/>
                <a:gd name="connsiteX457" fmla="*/ 1378197 w 1443381"/>
                <a:gd name="connsiteY457" fmla="*/ 499130 h 1443378"/>
                <a:gd name="connsiteX458" fmla="*/ 72169 w 1443381"/>
                <a:gd name="connsiteY458" fmla="*/ 483765 h 1443378"/>
                <a:gd name="connsiteX459" fmla="*/ 44233 w 1443381"/>
                <a:gd name="connsiteY459" fmla="*/ 473521 h 1443378"/>
                <a:gd name="connsiteX460" fmla="*/ 49820 w 1443381"/>
                <a:gd name="connsiteY460" fmla="*/ 459088 h 1443378"/>
                <a:gd name="connsiteX461" fmla="*/ 77756 w 1443381"/>
                <a:gd name="connsiteY461" fmla="*/ 470262 h 1443378"/>
                <a:gd name="connsiteX462" fmla="*/ 72169 w 1443381"/>
                <a:gd name="connsiteY462" fmla="*/ 483765 h 1443378"/>
                <a:gd name="connsiteX463" fmla="*/ 1368419 w 1443381"/>
                <a:gd name="connsiteY463" fmla="*/ 471659 h 1443378"/>
                <a:gd name="connsiteX464" fmla="*/ 1362832 w 1443381"/>
                <a:gd name="connsiteY464" fmla="*/ 458156 h 1443378"/>
                <a:gd name="connsiteX465" fmla="*/ 1390768 w 1443381"/>
                <a:gd name="connsiteY465" fmla="*/ 446516 h 1443378"/>
                <a:gd name="connsiteX466" fmla="*/ 1396355 w 1443381"/>
                <a:gd name="connsiteY466" fmla="*/ 460484 h 1443378"/>
                <a:gd name="connsiteX467" fmla="*/ 1368419 w 1443381"/>
                <a:gd name="connsiteY467" fmla="*/ 471659 h 1443378"/>
                <a:gd name="connsiteX468" fmla="*/ 82878 w 1443381"/>
                <a:gd name="connsiteY468" fmla="*/ 456294 h 1443378"/>
                <a:gd name="connsiteX469" fmla="*/ 55407 w 1443381"/>
                <a:gd name="connsiteY469" fmla="*/ 444654 h 1443378"/>
                <a:gd name="connsiteX470" fmla="*/ 61460 w 1443381"/>
                <a:gd name="connsiteY470" fmla="*/ 430686 h 1443378"/>
                <a:gd name="connsiteX471" fmla="*/ 88931 w 1443381"/>
                <a:gd name="connsiteY471" fmla="*/ 442791 h 1443378"/>
                <a:gd name="connsiteX472" fmla="*/ 82878 w 1443381"/>
                <a:gd name="connsiteY472" fmla="*/ 456294 h 1443378"/>
                <a:gd name="connsiteX473" fmla="*/ 1357244 w 1443381"/>
                <a:gd name="connsiteY473" fmla="*/ 444654 h 1443378"/>
                <a:gd name="connsiteX474" fmla="*/ 1351192 w 1443381"/>
                <a:gd name="connsiteY474" fmla="*/ 431617 h 1443378"/>
                <a:gd name="connsiteX475" fmla="*/ 1378197 w 1443381"/>
                <a:gd name="connsiteY475" fmla="*/ 419045 h 1443378"/>
                <a:gd name="connsiteX476" fmla="*/ 1384250 w 1443381"/>
                <a:gd name="connsiteY476" fmla="*/ 433014 h 1443378"/>
                <a:gd name="connsiteX477" fmla="*/ 1357244 w 1443381"/>
                <a:gd name="connsiteY477" fmla="*/ 444654 h 1443378"/>
                <a:gd name="connsiteX478" fmla="*/ 94518 w 1443381"/>
                <a:gd name="connsiteY478" fmla="*/ 429754 h 1443378"/>
                <a:gd name="connsiteX479" fmla="*/ 67513 w 1443381"/>
                <a:gd name="connsiteY479" fmla="*/ 417183 h 1443378"/>
                <a:gd name="connsiteX480" fmla="*/ 74032 w 1443381"/>
                <a:gd name="connsiteY480" fmla="*/ 403215 h 1443378"/>
                <a:gd name="connsiteX481" fmla="*/ 101037 w 1443381"/>
                <a:gd name="connsiteY481" fmla="*/ 416252 h 1443378"/>
                <a:gd name="connsiteX482" fmla="*/ 94518 w 1443381"/>
                <a:gd name="connsiteY482" fmla="*/ 429754 h 1443378"/>
                <a:gd name="connsiteX483" fmla="*/ 1345138 w 1443381"/>
                <a:gd name="connsiteY483" fmla="*/ 418580 h 1443378"/>
                <a:gd name="connsiteX484" fmla="*/ 1338620 w 1443381"/>
                <a:gd name="connsiteY484" fmla="*/ 405543 h 1443378"/>
                <a:gd name="connsiteX485" fmla="*/ 1365160 w 1443381"/>
                <a:gd name="connsiteY485" fmla="*/ 392040 h 1443378"/>
                <a:gd name="connsiteX486" fmla="*/ 1372144 w 1443381"/>
                <a:gd name="connsiteY486" fmla="*/ 405543 h 1443378"/>
                <a:gd name="connsiteX487" fmla="*/ 1345138 w 1443381"/>
                <a:gd name="connsiteY487" fmla="*/ 418580 h 1443378"/>
                <a:gd name="connsiteX488" fmla="*/ 107555 w 1443381"/>
                <a:gd name="connsiteY488" fmla="*/ 403680 h 1443378"/>
                <a:gd name="connsiteX489" fmla="*/ 81016 w 1443381"/>
                <a:gd name="connsiteY489" fmla="*/ 389712 h 1443378"/>
                <a:gd name="connsiteX490" fmla="*/ 88000 w 1443381"/>
                <a:gd name="connsiteY490" fmla="*/ 376210 h 1443378"/>
                <a:gd name="connsiteX491" fmla="*/ 114074 w 1443381"/>
                <a:gd name="connsiteY491" fmla="*/ 390643 h 1443378"/>
                <a:gd name="connsiteX492" fmla="*/ 107555 w 1443381"/>
                <a:gd name="connsiteY492" fmla="*/ 403680 h 1443378"/>
                <a:gd name="connsiteX493" fmla="*/ 1331636 w 1443381"/>
                <a:gd name="connsiteY493" fmla="*/ 392506 h 1443378"/>
                <a:gd name="connsiteX494" fmla="*/ 1324652 w 1443381"/>
                <a:gd name="connsiteY494" fmla="*/ 379934 h 1443378"/>
                <a:gd name="connsiteX495" fmla="*/ 1350726 w 1443381"/>
                <a:gd name="connsiteY495" fmla="*/ 365035 h 1443378"/>
                <a:gd name="connsiteX496" fmla="*/ 1358175 w 1443381"/>
                <a:gd name="connsiteY496" fmla="*/ 378072 h 1443378"/>
                <a:gd name="connsiteX497" fmla="*/ 1331636 w 1443381"/>
                <a:gd name="connsiteY497" fmla="*/ 392506 h 1443378"/>
                <a:gd name="connsiteX498" fmla="*/ 121523 w 1443381"/>
                <a:gd name="connsiteY498" fmla="*/ 378072 h 1443378"/>
                <a:gd name="connsiteX499" fmla="*/ 95449 w 1443381"/>
                <a:gd name="connsiteY499" fmla="*/ 363173 h 1443378"/>
                <a:gd name="connsiteX500" fmla="*/ 103365 w 1443381"/>
                <a:gd name="connsiteY500" fmla="*/ 350136 h 1443378"/>
                <a:gd name="connsiteX501" fmla="*/ 128973 w 1443381"/>
                <a:gd name="connsiteY501" fmla="*/ 365501 h 1443378"/>
                <a:gd name="connsiteX502" fmla="*/ 121523 w 1443381"/>
                <a:gd name="connsiteY502" fmla="*/ 378072 h 1443378"/>
                <a:gd name="connsiteX503" fmla="*/ 1317202 w 1443381"/>
                <a:gd name="connsiteY503" fmla="*/ 367363 h 1443378"/>
                <a:gd name="connsiteX504" fmla="*/ 1309752 w 1443381"/>
                <a:gd name="connsiteY504" fmla="*/ 354792 h 1443378"/>
                <a:gd name="connsiteX505" fmla="*/ 1335361 w 1443381"/>
                <a:gd name="connsiteY505" fmla="*/ 338961 h 1443378"/>
                <a:gd name="connsiteX506" fmla="*/ 1343276 w 1443381"/>
                <a:gd name="connsiteY506" fmla="*/ 351998 h 1443378"/>
                <a:gd name="connsiteX507" fmla="*/ 1317202 w 1443381"/>
                <a:gd name="connsiteY507" fmla="*/ 367363 h 1443378"/>
                <a:gd name="connsiteX508" fmla="*/ 136889 w 1443381"/>
                <a:gd name="connsiteY508" fmla="*/ 352929 h 1443378"/>
                <a:gd name="connsiteX509" fmla="*/ 111746 w 1443381"/>
                <a:gd name="connsiteY509" fmla="*/ 337099 h 1443378"/>
                <a:gd name="connsiteX510" fmla="*/ 120127 w 1443381"/>
                <a:gd name="connsiteY510" fmla="*/ 324527 h 1443378"/>
                <a:gd name="connsiteX511" fmla="*/ 145269 w 1443381"/>
                <a:gd name="connsiteY511" fmla="*/ 341289 h 1443378"/>
                <a:gd name="connsiteX512" fmla="*/ 136889 w 1443381"/>
                <a:gd name="connsiteY512" fmla="*/ 352929 h 1443378"/>
                <a:gd name="connsiteX513" fmla="*/ 1301837 w 1443381"/>
                <a:gd name="connsiteY513" fmla="*/ 342686 h 1443378"/>
                <a:gd name="connsiteX514" fmla="*/ 1293922 w 1443381"/>
                <a:gd name="connsiteY514" fmla="*/ 330580 h 1443378"/>
                <a:gd name="connsiteX515" fmla="*/ 1318599 w 1443381"/>
                <a:gd name="connsiteY515" fmla="*/ 313818 h 1443378"/>
                <a:gd name="connsiteX516" fmla="*/ 1326980 w 1443381"/>
                <a:gd name="connsiteY516" fmla="*/ 326390 h 1443378"/>
                <a:gd name="connsiteX517" fmla="*/ 1301837 w 1443381"/>
                <a:gd name="connsiteY517" fmla="*/ 342686 h 1443378"/>
                <a:gd name="connsiteX518" fmla="*/ 152719 w 1443381"/>
                <a:gd name="connsiteY518" fmla="*/ 328718 h 1443378"/>
                <a:gd name="connsiteX519" fmla="*/ 128042 w 1443381"/>
                <a:gd name="connsiteY519" fmla="*/ 311490 h 1443378"/>
                <a:gd name="connsiteX520" fmla="*/ 136889 w 1443381"/>
                <a:gd name="connsiteY520" fmla="*/ 298919 h 1443378"/>
                <a:gd name="connsiteX521" fmla="*/ 161100 w 1443381"/>
                <a:gd name="connsiteY521" fmla="*/ 316612 h 1443378"/>
                <a:gd name="connsiteX522" fmla="*/ 152719 w 1443381"/>
                <a:gd name="connsiteY522" fmla="*/ 328718 h 1443378"/>
                <a:gd name="connsiteX523" fmla="*/ 1285541 w 1443381"/>
                <a:gd name="connsiteY523" fmla="*/ 318474 h 1443378"/>
                <a:gd name="connsiteX524" fmla="*/ 1276694 w 1443381"/>
                <a:gd name="connsiteY524" fmla="*/ 306834 h 1443378"/>
                <a:gd name="connsiteX525" fmla="*/ 1300906 w 1443381"/>
                <a:gd name="connsiteY525" fmla="*/ 288676 h 1443378"/>
                <a:gd name="connsiteX526" fmla="*/ 1309752 w 1443381"/>
                <a:gd name="connsiteY526" fmla="*/ 300781 h 1443378"/>
                <a:gd name="connsiteX527" fmla="*/ 1285541 w 1443381"/>
                <a:gd name="connsiteY527" fmla="*/ 318474 h 1443378"/>
                <a:gd name="connsiteX528" fmla="*/ 169947 w 1443381"/>
                <a:gd name="connsiteY528" fmla="*/ 304972 h 1443378"/>
                <a:gd name="connsiteX529" fmla="*/ 146201 w 1443381"/>
                <a:gd name="connsiteY529" fmla="*/ 286813 h 1443378"/>
                <a:gd name="connsiteX530" fmla="*/ 155513 w 1443381"/>
                <a:gd name="connsiteY530" fmla="*/ 274708 h 1443378"/>
                <a:gd name="connsiteX531" fmla="*/ 179259 w 1443381"/>
                <a:gd name="connsiteY531" fmla="*/ 293332 h 1443378"/>
                <a:gd name="connsiteX532" fmla="*/ 169947 w 1443381"/>
                <a:gd name="connsiteY532" fmla="*/ 304972 h 1443378"/>
                <a:gd name="connsiteX533" fmla="*/ 1267848 w 1443381"/>
                <a:gd name="connsiteY533" fmla="*/ 295194 h 1443378"/>
                <a:gd name="connsiteX534" fmla="*/ 1258536 w 1443381"/>
                <a:gd name="connsiteY534" fmla="*/ 284020 h 1443378"/>
                <a:gd name="connsiteX535" fmla="*/ 1281816 w 1443381"/>
                <a:gd name="connsiteY535" fmla="*/ 264930 h 1443378"/>
                <a:gd name="connsiteX536" fmla="*/ 1291128 w 1443381"/>
                <a:gd name="connsiteY536" fmla="*/ 276570 h 1443378"/>
                <a:gd name="connsiteX537" fmla="*/ 1267848 w 1443381"/>
                <a:gd name="connsiteY537" fmla="*/ 295194 h 1443378"/>
                <a:gd name="connsiteX538" fmla="*/ 188105 w 1443381"/>
                <a:gd name="connsiteY538" fmla="*/ 282157 h 1443378"/>
                <a:gd name="connsiteX539" fmla="*/ 164825 w 1443381"/>
                <a:gd name="connsiteY539" fmla="*/ 263067 h 1443378"/>
                <a:gd name="connsiteX540" fmla="*/ 174603 w 1443381"/>
                <a:gd name="connsiteY540" fmla="*/ 251427 h 1443378"/>
                <a:gd name="connsiteX541" fmla="*/ 197417 w 1443381"/>
                <a:gd name="connsiteY541" fmla="*/ 270983 h 1443378"/>
                <a:gd name="connsiteX542" fmla="*/ 188105 w 1443381"/>
                <a:gd name="connsiteY542" fmla="*/ 282157 h 1443378"/>
                <a:gd name="connsiteX543" fmla="*/ 1249689 w 1443381"/>
                <a:gd name="connsiteY543" fmla="*/ 272845 h 1443378"/>
                <a:gd name="connsiteX544" fmla="*/ 1239911 w 1443381"/>
                <a:gd name="connsiteY544" fmla="*/ 261670 h 1443378"/>
                <a:gd name="connsiteX545" fmla="*/ 1262260 w 1443381"/>
                <a:gd name="connsiteY545" fmla="*/ 241649 h 1443378"/>
                <a:gd name="connsiteX546" fmla="*/ 1272038 w 1443381"/>
                <a:gd name="connsiteY546" fmla="*/ 253290 h 1443378"/>
                <a:gd name="connsiteX547" fmla="*/ 1249689 w 1443381"/>
                <a:gd name="connsiteY547" fmla="*/ 272845 h 1443378"/>
                <a:gd name="connsiteX548" fmla="*/ 207195 w 1443381"/>
                <a:gd name="connsiteY548" fmla="*/ 259808 h 1443378"/>
                <a:gd name="connsiteX549" fmla="*/ 184846 w 1443381"/>
                <a:gd name="connsiteY549" fmla="*/ 239787 h 1443378"/>
                <a:gd name="connsiteX550" fmla="*/ 195089 w 1443381"/>
                <a:gd name="connsiteY550" fmla="*/ 228613 h 1443378"/>
                <a:gd name="connsiteX551" fmla="*/ 216973 w 1443381"/>
                <a:gd name="connsiteY551" fmla="*/ 249099 h 1443378"/>
                <a:gd name="connsiteX552" fmla="*/ 207195 w 1443381"/>
                <a:gd name="connsiteY552" fmla="*/ 259808 h 1443378"/>
                <a:gd name="connsiteX553" fmla="*/ 1230134 w 1443381"/>
                <a:gd name="connsiteY553" fmla="*/ 250962 h 1443378"/>
                <a:gd name="connsiteX554" fmla="*/ 1219890 w 1443381"/>
                <a:gd name="connsiteY554" fmla="*/ 240253 h 1443378"/>
                <a:gd name="connsiteX555" fmla="*/ 1241308 w 1443381"/>
                <a:gd name="connsiteY555" fmla="*/ 219300 h 1443378"/>
                <a:gd name="connsiteX556" fmla="*/ 1251552 w 1443381"/>
                <a:gd name="connsiteY556" fmla="*/ 230475 h 1443378"/>
                <a:gd name="connsiteX557" fmla="*/ 1230134 w 1443381"/>
                <a:gd name="connsiteY557" fmla="*/ 250962 h 1443378"/>
                <a:gd name="connsiteX558" fmla="*/ 226751 w 1443381"/>
                <a:gd name="connsiteY558" fmla="*/ 238390 h 1443378"/>
                <a:gd name="connsiteX559" fmla="*/ 205333 w 1443381"/>
                <a:gd name="connsiteY559" fmla="*/ 217438 h 1443378"/>
                <a:gd name="connsiteX560" fmla="*/ 216042 w 1443381"/>
                <a:gd name="connsiteY560" fmla="*/ 206729 h 1443378"/>
                <a:gd name="connsiteX561" fmla="*/ 236994 w 1443381"/>
                <a:gd name="connsiteY561" fmla="*/ 228147 h 1443378"/>
                <a:gd name="connsiteX562" fmla="*/ 226751 w 1443381"/>
                <a:gd name="connsiteY562" fmla="*/ 238390 h 1443378"/>
                <a:gd name="connsiteX563" fmla="*/ 1210113 w 1443381"/>
                <a:gd name="connsiteY563" fmla="*/ 230009 h 1443378"/>
                <a:gd name="connsiteX564" fmla="*/ 1199869 w 1443381"/>
                <a:gd name="connsiteY564" fmla="*/ 219766 h 1443378"/>
                <a:gd name="connsiteX565" fmla="*/ 1220356 w 1443381"/>
                <a:gd name="connsiteY565" fmla="*/ 197883 h 1443378"/>
                <a:gd name="connsiteX566" fmla="*/ 1231065 w 1443381"/>
                <a:gd name="connsiteY566" fmla="*/ 208591 h 1443378"/>
                <a:gd name="connsiteX567" fmla="*/ 1210113 w 1443381"/>
                <a:gd name="connsiteY567" fmla="*/ 230009 h 1443378"/>
                <a:gd name="connsiteX568" fmla="*/ 247703 w 1443381"/>
                <a:gd name="connsiteY568" fmla="*/ 218369 h 1443378"/>
                <a:gd name="connsiteX569" fmla="*/ 227216 w 1443381"/>
                <a:gd name="connsiteY569" fmla="*/ 196486 h 1443378"/>
                <a:gd name="connsiteX570" fmla="*/ 238391 w 1443381"/>
                <a:gd name="connsiteY570" fmla="*/ 186242 h 1443378"/>
                <a:gd name="connsiteX571" fmla="*/ 258412 w 1443381"/>
                <a:gd name="connsiteY571" fmla="*/ 208591 h 1443378"/>
                <a:gd name="connsiteX572" fmla="*/ 247703 w 1443381"/>
                <a:gd name="connsiteY572" fmla="*/ 218369 h 1443378"/>
                <a:gd name="connsiteX573" fmla="*/ 1188695 w 1443381"/>
                <a:gd name="connsiteY573" fmla="*/ 209988 h 1443378"/>
                <a:gd name="connsiteX574" fmla="*/ 1177986 w 1443381"/>
                <a:gd name="connsiteY574" fmla="*/ 200211 h 1443378"/>
                <a:gd name="connsiteX575" fmla="*/ 1197541 w 1443381"/>
                <a:gd name="connsiteY575" fmla="*/ 177396 h 1443378"/>
                <a:gd name="connsiteX576" fmla="*/ 1208716 w 1443381"/>
                <a:gd name="connsiteY576" fmla="*/ 187639 h 1443378"/>
                <a:gd name="connsiteX577" fmla="*/ 1188695 w 1443381"/>
                <a:gd name="connsiteY577" fmla="*/ 209988 h 1443378"/>
                <a:gd name="connsiteX578" fmla="*/ 269586 w 1443381"/>
                <a:gd name="connsiteY578" fmla="*/ 198814 h 1443378"/>
                <a:gd name="connsiteX579" fmla="*/ 250031 w 1443381"/>
                <a:gd name="connsiteY579" fmla="*/ 175999 h 1443378"/>
                <a:gd name="connsiteX580" fmla="*/ 261671 w 1443381"/>
                <a:gd name="connsiteY580" fmla="*/ 166221 h 1443378"/>
                <a:gd name="connsiteX581" fmla="*/ 280761 w 1443381"/>
                <a:gd name="connsiteY581" fmla="*/ 189502 h 1443378"/>
                <a:gd name="connsiteX582" fmla="*/ 269586 w 1443381"/>
                <a:gd name="connsiteY582" fmla="*/ 198814 h 1443378"/>
                <a:gd name="connsiteX583" fmla="*/ 1166811 w 1443381"/>
                <a:gd name="connsiteY583" fmla="*/ 190898 h 1443378"/>
                <a:gd name="connsiteX584" fmla="*/ 1155636 w 1443381"/>
                <a:gd name="connsiteY584" fmla="*/ 181586 h 1443378"/>
                <a:gd name="connsiteX585" fmla="*/ 1174261 w 1443381"/>
                <a:gd name="connsiteY585" fmla="*/ 158306 h 1443378"/>
                <a:gd name="connsiteX586" fmla="*/ 1185901 w 1443381"/>
                <a:gd name="connsiteY586" fmla="*/ 168084 h 1443378"/>
                <a:gd name="connsiteX587" fmla="*/ 1166811 w 1443381"/>
                <a:gd name="connsiteY587" fmla="*/ 190898 h 1443378"/>
                <a:gd name="connsiteX588" fmla="*/ 291936 w 1443381"/>
                <a:gd name="connsiteY588" fmla="*/ 180189 h 1443378"/>
                <a:gd name="connsiteX589" fmla="*/ 273311 w 1443381"/>
                <a:gd name="connsiteY589" fmla="*/ 156909 h 1443378"/>
                <a:gd name="connsiteX590" fmla="*/ 285417 w 1443381"/>
                <a:gd name="connsiteY590" fmla="*/ 147597 h 1443378"/>
                <a:gd name="connsiteX591" fmla="*/ 303576 w 1443381"/>
                <a:gd name="connsiteY591" fmla="*/ 171343 h 1443378"/>
                <a:gd name="connsiteX592" fmla="*/ 291936 w 1443381"/>
                <a:gd name="connsiteY592" fmla="*/ 180189 h 1443378"/>
                <a:gd name="connsiteX593" fmla="*/ 1143996 w 1443381"/>
                <a:gd name="connsiteY593" fmla="*/ 172740 h 1443378"/>
                <a:gd name="connsiteX594" fmla="*/ 1132356 w 1443381"/>
                <a:gd name="connsiteY594" fmla="*/ 163893 h 1443378"/>
                <a:gd name="connsiteX595" fmla="*/ 1150049 w 1443381"/>
                <a:gd name="connsiteY595" fmla="*/ 139682 h 1443378"/>
                <a:gd name="connsiteX596" fmla="*/ 1162155 w 1443381"/>
                <a:gd name="connsiteY596" fmla="*/ 148994 h 1443378"/>
                <a:gd name="connsiteX597" fmla="*/ 1143996 w 1443381"/>
                <a:gd name="connsiteY597" fmla="*/ 172740 h 1443378"/>
                <a:gd name="connsiteX598" fmla="*/ 314750 w 1443381"/>
                <a:gd name="connsiteY598" fmla="*/ 162497 h 1443378"/>
                <a:gd name="connsiteX599" fmla="*/ 297057 w 1443381"/>
                <a:gd name="connsiteY599" fmla="*/ 138285 h 1443378"/>
                <a:gd name="connsiteX600" fmla="*/ 309629 w 1443381"/>
                <a:gd name="connsiteY600" fmla="*/ 129438 h 1443378"/>
                <a:gd name="connsiteX601" fmla="*/ 326856 w 1443381"/>
                <a:gd name="connsiteY601" fmla="*/ 154116 h 1443378"/>
                <a:gd name="connsiteX602" fmla="*/ 314750 w 1443381"/>
                <a:gd name="connsiteY602" fmla="*/ 162497 h 1443378"/>
                <a:gd name="connsiteX603" fmla="*/ 1120716 w 1443381"/>
                <a:gd name="connsiteY603" fmla="*/ 155512 h 1443378"/>
                <a:gd name="connsiteX604" fmla="*/ 1108610 w 1443381"/>
                <a:gd name="connsiteY604" fmla="*/ 147131 h 1443378"/>
                <a:gd name="connsiteX605" fmla="*/ 1125372 w 1443381"/>
                <a:gd name="connsiteY605" fmla="*/ 122454 h 1443378"/>
                <a:gd name="connsiteX606" fmla="*/ 1137944 w 1443381"/>
                <a:gd name="connsiteY606" fmla="*/ 131301 h 1443378"/>
                <a:gd name="connsiteX607" fmla="*/ 1120716 w 1443381"/>
                <a:gd name="connsiteY607" fmla="*/ 155512 h 1443378"/>
                <a:gd name="connsiteX608" fmla="*/ 338962 w 1443381"/>
                <a:gd name="connsiteY608" fmla="*/ 145735 h 1443378"/>
                <a:gd name="connsiteX609" fmla="*/ 322200 w 1443381"/>
                <a:gd name="connsiteY609" fmla="*/ 120592 h 1443378"/>
                <a:gd name="connsiteX610" fmla="*/ 334772 w 1443381"/>
                <a:gd name="connsiteY610" fmla="*/ 112211 h 1443378"/>
                <a:gd name="connsiteX611" fmla="*/ 351068 w 1443381"/>
                <a:gd name="connsiteY611" fmla="*/ 137354 h 1443378"/>
                <a:gd name="connsiteX612" fmla="*/ 338962 w 1443381"/>
                <a:gd name="connsiteY612" fmla="*/ 145735 h 1443378"/>
                <a:gd name="connsiteX613" fmla="*/ 1096504 w 1443381"/>
                <a:gd name="connsiteY613" fmla="*/ 139216 h 1443378"/>
                <a:gd name="connsiteX614" fmla="*/ 1083933 w 1443381"/>
                <a:gd name="connsiteY614" fmla="*/ 131301 h 1443378"/>
                <a:gd name="connsiteX615" fmla="*/ 1099764 w 1443381"/>
                <a:gd name="connsiteY615" fmla="*/ 105693 h 1443378"/>
                <a:gd name="connsiteX616" fmla="*/ 1112801 w 1443381"/>
                <a:gd name="connsiteY616" fmla="*/ 113608 h 1443378"/>
                <a:gd name="connsiteX617" fmla="*/ 1096504 w 1443381"/>
                <a:gd name="connsiteY617" fmla="*/ 139216 h 1443378"/>
                <a:gd name="connsiteX618" fmla="*/ 363173 w 1443381"/>
                <a:gd name="connsiteY618" fmla="*/ 129904 h 1443378"/>
                <a:gd name="connsiteX619" fmla="*/ 347808 w 1443381"/>
                <a:gd name="connsiteY619" fmla="*/ 104296 h 1443378"/>
                <a:gd name="connsiteX620" fmla="*/ 360845 w 1443381"/>
                <a:gd name="connsiteY620" fmla="*/ 96380 h 1443378"/>
                <a:gd name="connsiteX621" fmla="*/ 375745 w 1443381"/>
                <a:gd name="connsiteY621" fmla="*/ 122454 h 1443378"/>
                <a:gd name="connsiteX622" fmla="*/ 363173 w 1443381"/>
                <a:gd name="connsiteY622" fmla="*/ 129904 h 1443378"/>
                <a:gd name="connsiteX623" fmla="*/ 1071362 w 1443381"/>
                <a:gd name="connsiteY623" fmla="*/ 123851 h 1443378"/>
                <a:gd name="connsiteX624" fmla="*/ 1058790 w 1443381"/>
                <a:gd name="connsiteY624" fmla="*/ 116401 h 1443378"/>
                <a:gd name="connsiteX625" fmla="*/ 1073224 w 1443381"/>
                <a:gd name="connsiteY625" fmla="*/ 90327 h 1443378"/>
                <a:gd name="connsiteX626" fmla="*/ 1086261 w 1443381"/>
                <a:gd name="connsiteY626" fmla="*/ 97777 h 1443378"/>
                <a:gd name="connsiteX627" fmla="*/ 1071362 w 1443381"/>
                <a:gd name="connsiteY627" fmla="*/ 123851 h 1443378"/>
                <a:gd name="connsiteX628" fmla="*/ 388316 w 1443381"/>
                <a:gd name="connsiteY628" fmla="*/ 115470 h 1443378"/>
                <a:gd name="connsiteX629" fmla="*/ 373883 w 1443381"/>
                <a:gd name="connsiteY629" fmla="*/ 89396 h 1443378"/>
                <a:gd name="connsiteX630" fmla="*/ 387385 w 1443381"/>
                <a:gd name="connsiteY630" fmla="*/ 82412 h 1443378"/>
                <a:gd name="connsiteX631" fmla="*/ 401353 w 1443381"/>
                <a:gd name="connsiteY631" fmla="*/ 108952 h 1443378"/>
                <a:gd name="connsiteX632" fmla="*/ 388316 w 1443381"/>
                <a:gd name="connsiteY632" fmla="*/ 115470 h 1443378"/>
                <a:gd name="connsiteX633" fmla="*/ 1045753 w 1443381"/>
                <a:gd name="connsiteY633" fmla="*/ 109417 h 1443378"/>
                <a:gd name="connsiteX634" fmla="*/ 1032716 w 1443381"/>
                <a:gd name="connsiteY634" fmla="*/ 102899 h 1443378"/>
                <a:gd name="connsiteX635" fmla="*/ 1046219 w 1443381"/>
                <a:gd name="connsiteY635" fmla="*/ 75894 h 1443378"/>
                <a:gd name="connsiteX636" fmla="*/ 1059722 w 1443381"/>
                <a:gd name="connsiteY636" fmla="*/ 82878 h 1443378"/>
                <a:gd name="connsiteX637" fmla="*/ 1045753 w 1443381"/>
                <a:gd name="connsiteY637" fmla="*/ 109417 h 1443378"/>
                <a:gd name="connsiteX638" fmla="*/ 414390 w 1443381"/>
                <a:gd name="connsiteY638" fmla="*/ 101968 h 1443378"/>
                <a:gd name="connsiteX639" fmla="*/ 400888 w 1443381"/>
                <a:gd name="connsiteY639" fmla="*/ 74963 h 1443378"/>
                <a:gd name="connsiteX640" fmla="*/ 414390 w 1443381"/>
                <a:gd name="connsiteY640" fmla="*/ 68444 h 1443378"/>
                <a:gd name="connsiteX641" fmla="*/ 427427 w 1443381"/>
                <a:gd name="connsiteY641" fmla="*/ 95449 h 1443378"/>
                <a:gd name="connsiteX642" fmla="*/ 414390 w 1443381"/>
                <a:gd name="connsiteY642" fmla="*/ 101968 h 1443378"/>
                <a:gd name="connsiteX643" fmla="*/ 1019679 w 1443381"/>
                <a:gd name="connsiteY643" fmla="*/ 96380 h 1443378"/>
                <a:gd name="connsiteX644" fmla="*/ 1006642 w 1443381"/>
                <a:gd name="connsiteY644" fmla="*/ 90327 h 1443378"/>
                <a:gd name="connsiteX645" fmla="*/ 1018748 w 1443381"/>
                <a:gd name="connsiteY645" fmla="*/ 62857 h 1443378"/>
                <a:gd name="connsiteX646" fmla="*/ 1032716 w 1443381"/>
                <a:gd name="connsiteY646" fmla="*/ 69375 h 1443378"/>
                <a:gd name="connsiteX647" fmla="*/ 1019679 w 1443381"/>
                <a:gd name="connsiteY647" fmla="*/ 96380 h 1443378"/>
                <a:gd name="connsiteX648" fmla="*/ 440464 w 1443381"/>
                <a:gd name="connsiteY648" fmla="*/ 89396 h 1443378"/>
                <a:gd name="connsiteX649" fmla="*/ 428358 w 1443381"/>
                <a:gd name="connsiteY649" fmla="*/ 61926 h 1443378"/>
                <a:gd name="connsiteX650" fmla="*/ 442327 w 1443381"/>
                <a:gd name="connsiteY650" fmla="*/ 55873 h 1443378"/>
                <a:gd name="connsiteX651" fmla="*/ 453967 w 1443381"/>
                <a:gd name="connsiteY651" fmla="*/ 83344 h 1443378"/>
                <a:gd name="connsiteX652" fmla="*/ 440464 w 1443381"/>
                <a:gd name="connsiteY652" fmla="*/ 89396 h 1443378"/>
                <a:gd name="connsiteX653" fmla="*/ 993140 w 1443381"/>
                <a:gd name="connsiteY653" fmla="*/ 84275 h 1443378"/>
                <a:gd name="connsiteX654" fmla="*/ 979637 w 1443381"/>
                <a:gd name="connsiteY654" fmla="*/ 78687 h 1443378"/>
                <a:gd name="connsiteX655" fmla="*/ 990812 w 1443381"/>
                <a:gd name="connsiteY655" fmla="*/ 50751 h 1443378"/>
                <a:gd name="connsiteX656" fmla="*/ 1004780 w 1443381"/>
                <a:gd name="connsiteY656" fmla="*/ 56804 h 1443378"/>
                <a:gd name="connsiteX657" fmla="*/ 993140 w 1443381"/>
                <a:gd name="connsiteY657" fmla="*/ 84275 h 1443378"/>
                <a:gd name="connsiteX658" fmla="*/ 467469 w 1443381"/>
                <a:gd name="connsiteY658" fmla="*/ 78222 h 1443378"/>
                <a:gd name="connsiteX659" fmla="*/ 456295 w 1443381"/>
                <a:gd name="connsiteY659" fmla="*/ 50286 h 1443378"/>
                <a:gd name="connsiteX660" fmla="*/ 470263 w 1443381"/>
                <a:gd name="connsiteY660" fmla="*/ 44698 h 1443378"/>
                <a:gd name="connsiteX661" fmla="*/ 480506 w 1443381"/>
                <a:gd name="connsiteY661" fmla="*/ 72635 h 1443378"/>
                <a:gd name="connsiteX662" fmla="*/ 467469 w 1443381"/>
                <a:gd name="connsiteY662" fmla="*/ 78222 h 1443378"/>
                <a:gd name="connsiteX663" fmla="*/ 966134 w 1443381"/>
                <a:gd name="connsiteY663" fmla="*/ 73566 h 1443378"/>
                <a:gd name="connsiteX664" fmla="*/ 952166 w 1443381"/>
                <a:gd name="connsiteY664" fmla="*/ 68444 h 1443378"/>
                <a:gd name="connsiteX665" fmla="*/ 961944 w 1443381"/>
                <a:gd name="connsiteY665" fmla="*/ 40042 h 1443378"/>
                <a:gd name="connsiteX666" fmla="*/ 976378 w 1443381"/>
                <a:gd name="connsiteY666" fmla="*/ 45164 h 1443378"/>
                <a:gd name="connsiteX667" fmla="*/ 966134 w 1443381"/>
                <a:gd name="connsiteY667" fmla="*/ 73566 h 1443378"/>
                <a:gd name="connsiteX668" fmla="*/ 494475 w 1443381"/>
                <a:gd name="connsiteY668" fmla="*/ 67978 h 1443378"/>
                <a:gd name="connsiteX669" fmla="*/ 484697 w 1443381"/>
                <a:gd name="connsiteY669" fmla="*/ 39576 h 1443378"/>
                <a:gd name="connsiteX670" fmla="*/ 499131 w 1443381"/>
                <a:gd name="connsiteY670" fmla="*/ 34920 h 1443378"/>
                <a:gd name="connsiteX671" fmla="*/ 508443 w 1443381"/>
                <a:gd name="connsiteY671" fmla="*/ 63322 h 1443378"/>
                <a:gd name="connsiteX672" fmla="*/ 494475 w 1443381"/>
                <a:gd name="connsiteY672" fmla="*/ 67978 h 1443378"/>
                <a:gd name="connsiteX673" fmla="*/ 938664 w 1443381"/>
                <a:gd name="connsiteY673" fmla="*/ 63788 h 1443378"/>
                <a:gd name="connsiteX674" fmla="*/ 924695 w 1443381"/>
                <a:gd name="connsiteY674" fmla="*/ 59598 h 1443378"/>
                <a:gd name="connsiteX675" fmla="*/ 933076 w 1443381"/>
                <a:gd name="connsiteY675" fmla="*/ 30730 h 1443378"/>
                <a:gd name="connsiteX676" fmla="*/ 947510 w 1443381"/>
                <a:gd name="connsiteY676" fmla="*/ 35386 h 1443378"/>
                <a:gd name="connsiteX677" fmla="*/ 938664 w 1443381"/>
                <a:gd name="connsiteY677" fmla="*/ 63788 h 1443378"/>
                <a:gd name="connsiteX678" fmla="*/ 522411 w 1443381"/>
                <a:gd name="connsiteY678" fmla="*/ 59132 h 1443378"/>
                <a:gd name="connsiteX679" fmla="*/ 513565 w 1443381"/>
                <a:gd name="connsiteY679" fmla="*/ 30264 h 1443378"/>
                <a:gd name="connsiteX680" fmla="*/ 527998 w 1443381"/>
                <a:gd name="connsiteY680" fmla="*/ 26074 h 1443378"/>
                <a:gd name="connsiteX681" fmla="*/ 535914 w 1443381"/>
                <a:gd name="connsiteY681" fmla="*/ 54942 h 1443378"/>
                <a:gd name="connsiteX682" fmla="*/ 522411 w 1443381"/>
                <a:gd name="connsiteY682" fmla="*/ 59132 h 1443378"/>
                <a:gd name="connsiteX683" fmla="*/ 910727 w 1443381"/>
                <a:gd name="connsiteY683" fmla="*/ 55407 h 1443378"/>
                <a:gd name="connsiteX684" fmla="*/ 896759 w 1443381"/>
                <a:gd name="connsiteY684" fmla="*/ 51682 h 1443378"/>
                <a:gd name="connsiteX685" fmla="*/ 904209 w 1443381"/>
                <a:gd name="connsiteY685" fmla="*/ 22815 h 1443378"/>
                <a:gd name="connsiteX686" fmla="*/ 919108 w 1443381"/>
                <a:gd name="connsiteY686" fmla="*/ 26540 h 1443378"/>
                <a:gd name="connsiteX687" fmla="*/ 910727 w 1443381"/>
                <a:gd name="connsiteY687" fmla="*/ 55407 h 1443378"/>
                <a:gd name="connsiteX688" fmla="*/ 550347 w 1443381"/>
                <a:gd name="connsiteY688" fmla="*/ 51217 h 1443378"/>
                <a:gd name="connsiteX689" fmla="*/ 542898 w 1443381"/>
                <a:gd name="connsiteY689" fmla="*/ 22349 h 1443378"/>
                <a:gd name="connsiteX690" fmla="*/ 557797 w 1443381"/>
                <a:gd name="connsiteY690" fmla="*/ 18624 h 1443378"/>
                <a:gd name="connsiteX691" fmla="*/ 564781 w 1443381"/>
                <a:gd name="connsiteY691" fmla="*/ 47957 h 1443378"/>
                <a:gd name="connsiteX692" fmla="*/ 550347 w 1443381"/>
                <a:gd name="connsiteY692" fmla="*/ 51217 h 1443378"/>
                <a:gd name="connsiteX693" fmla="*/ 882325 w 1443381"/>
                <a:gd name="connsiteY693" fmla="*/ 47957 h 1443378"/>
                <a:gd name="connsiteX694" fmla="*/ 867891 w 1443381"/>
                <a:gd name="connsiteY694" fmla="*/ 44698 h 1443378"/>
                <a:gd name="connsiteX695" fmla="*/ 873944 w 1443381"/>
                <a:gd name="connsiteY695" fmla="*/ 15365 h 1443378"/>
                <a:gd name="connsiteX696" fmla="*/ 888844 w 1443381"/>
                <a:gd name="connsiteY696" fmla="*/ 18624 h 1443378"/>
                <a:gd name="connsiteX697" fmla="*/ 882325 w 1443381"/>
                <a:gd name="connsiteY697" fmla="*/ 47957 h 1443378"/>
                <a:gd name="connsiteX698" fmla="*/ 578749 w 1443381"/>
                <a:gd name="connsiteY698" fmla="*/ 44698 h 1443378"/>
                <a:gd name="connsiteX699" fmla="*/ 572697 w 1443381"/>
                <a:gd name="connsiteY699" fmla="*/ 15365 h 1443378"/>
                <a:gd name="connsiteX700" fmla="*/ 587596 w 1443381"/>
                <a:gd name="connsiteY700" fmla="*/ 12571 h 1443378"/>
                <a:gd name="connsiteX701" fmla="*/ 593183 w 1443381"/>
                <a:gd name="connsiteY701" fmla="*/ 41905 h 1443378"/>
                <a:gd name="connsiteX702" fmla="*/ 578749 w 1443381"/>
                <a:gd name="connsiteY702" fmla="*/ 44698 h 1443378"/>
                <a:gd name="connsiteX703" fmla="*/ 853923 w 1443381"/>
                <a:gd name="connsiteY703" fmla="*/ 41905 h 1443378"/>
                <a:gd name="connsiteX704" fmla="*/ 839489 w 1443381"/>
                <a:gd name="connsiteY704" fmla="*/ 39111 h 1443378"/>
                <a:gd name="connsiteX705" fmla="*/ 844611 w 1443381"/>
                <a:gd name="connsiteY705" fmla="*/ 9778 h 1443378"/>
                <a:gd name="connsiteX706" fmla="*/ 859510 w 1443381"/>
                <a:gd name="connsiteY706" fmla="*/ 12571 h 1443378"/>
                <a:gd name="connsiteX707" fmla="*/ 853923 w 1443381"/>
                <a:gd name="connsiteY707" fmla="*/ 41905 h 1443378"/>
                <a:gd name="connsiteX708" fmla="*/ 607152 w 1443381"/>
                <a:gd name="connsiteY708" fmla="*/ 39111 h 1443378"/>
                <a:gd name="connsiteX709" fmla="*/ 602030 w 1443381"/>
                <a:gd name="connsiteY709" fmla="*/ 9312 h 1443378"/>
                <a:gd name="connsiteX710" fmla="*/ 616929 w 1443381"/>
                <a:gd name="connsiteY710" fmla="*/ 6984 h 1443378"/>
                <a:gd name="connsiteX711" fmla="*/ 621120 w 1443381"/>
                <a:gd name="connsiteY711" fmla="*/ 36783 h 1443378"/>
                <a:gd name="connsiteX712" fmla="*/ 607152 w 1443381"/>
                <a:gd name="connsiteY712" fmla="*/ 39111 h 1443378"/>
                <a:gd name="connsiteX713" fmla="*/ 825056 w 1443381"/>
                <a:gd name="connsiteY713" fmla="*/ 37248 h 1443378"/>
                <a:gd name="connsiteX714" fmla="*/ 810622 w 1443381"/>
                <a:gd name="connsiteY714" fmla="*/ 35386 h 1443378"/>
                <a:gd name="connsiteX715" fmla="*/ 814347 w 1443381"/>
                <a:gd name="connsiteY715" fmla="*/ 5587 h 1443378"/>
                <a:gd name="connsiteX716" fmla="*/ 829246 w 1443381"/>
                <a:gd name="connsiteY716" fmla="*/ 7450 h 1443378"/>
                <a:gd name="connsiteX717" fmla="*/ 825056 w 1443381"/>
                <a:gd name="connsiteY717" fmla="*/ 37248 h 1443378"/>
                <a:gd name="connsiteX718" fmla="*/ 636019 w 1443381"/>
                <a:gd name="connsiteY718" fmla="*/ 34920 h 1443378"/>
                <a:gd name="connsiteX719" fmla="*/ 632294 w 1443381"/>
                <a:gd name="connsiteY719" fmla="*/ 5122 h 1443378"/>
                <a:gd name="connsiteX720" fmla="*/ 647194 w 1443381"/>
                <a:gd name="connsiteY720" fmla="*/ 3259 h 1443378"/>
                <a:gd name="connsiteX721" fmla="*/ 650453 w 1443381"/>
                <a:gd name="connsiteY721" fmla="*/ 33058 h 1443378"/>
                <a:gd name="connsiteX722" fmla="*/ 636019 w 1443381"/>
                <a:gd name="connsiteY722" fmla="*/ 34920 h 1443378"/>
                <a:gd name="connsiteX723" fmla="*/ 796188 w 1443381"/>
                <a:gd name="connsiteY723" fmla="*/ 33524 h 1443378"/>
                <a:gd name="connsiteX724" fmla="*/ 781754 w 1443381"/>
                <a:gd name="connsiteY724" fmla="*/ 32127 h 1443378"/>
                <a:gd name="connsiteX725" fmla="*/ 784082 w 1443381"/>
                <a:gd name="connsiteY725" fmla="*/ 2328 h 1443378"/>
                <a:gd name="connsiteX726" fmla="*/ 799447 w 1443381"/>
                <a:gd name="connsiteY726" fmla="*/ 3725 h 1443378"/>
                <a:gd name="connsiteX727" fmla="*/ 796188 w 1443381"/>
                <a:gd name="connsiteY727" fmla="*/ 33524 h 1443378"/>
                <a:gd name="connsiteX728" fmla="*/ 665352 w 1443381"/>
                <a:gd name="connsiteY728" fmla="*/ 32127 h 1443378"/>
                <a:gd name="connsiteX729" fmla="*/ 663024 w 1443381"/>
                <a:gd name="connsiteY729" fmla="*/ 2328 h 1443378"/>
                <a:gd name="connsiteX730" fmla="*/ 678389 w 1443381"/>
                <a:gd name="connsiteY730" fmla="*/ 1397 h 1443378"/>
                <a:gd name="connsiteX731" fmla="*/ 680252 w 1443381"/>
                <a:gd name="connsiteY731" fmla="*/ 31196 h 1443378"/>
                <a:gd name="connsiteX732" fmla="*/ 665352 w 1443381"/>
                <a:gd name="connsiteY732" fmla="*/ 32127 h 1443378"/>
                <a:gd name="connsiteX733" fmla="*/ 767320 w 1443381"/>
                <a:gd name="connsiteY733" fmla="*/ 31196 h 1443378"/>
                <a:gd name="connsiteX734" fmla="*/ 752887 w 1443381"/>
                <a:gd name="connsiteY734" fmla="*/ 30264 h 1443378"/>
                <a:gd name="connsiteX735" fmla="*/ 754283 w 1443381"/>
                <a:gd name="connsiteY735" fmla="*/ 466 h 1443378"/>
                <a:gd name="connsiteX736" fmla="*/ 769648 w 1443381"/>
                <a:gd name="connsiteY736" fmla="*/ 1397 h 1443378"/>
                <a:gd name="connsiteX737" fmla="*/ 767320 w 1443381"/>
                <a:gd name="connsiteY737" fmla="*/ 31196 h 1443378"/>
                <a:gd name="connsiteX738" fmla="*/ 694220 w 1443381"/>
                <a:gd name="connsiteY738" fmla="*/ 30264 h 1443378"/>
                <a:gd name="connsiteX739" fmla="*/ 692823 w 1443381"/>
                <a:gd name="connsiteY739" fmla="*/ 466 h 1443378"/>
                <a:gd name="connsiteX740" fmla="*/ 708188 w 1443381"/>
                <a:gd name="connsiteY740" fmla="*/ 0 h 1443378"/>
                <a:gd name="connsiteX741" fmla="*/ 708654 w 1443381"/>
                <a:gd name="connsiteY741" fmla="*/ 29799 h 1443378"/>
                <a:gd name="connsiteX742" fmla="*/ 694220 w 1443381"/>
                <a:gd name="connsiteY742" fmla="*/ 30264 h 1443378"/>
                <a:gd name="connsiteX743" fmla="*/ 737987 w 1443381"/>
                <a:gd name="connsiteY743" fmla="*/ 29799 h 1443378"/>
                <a:gd name="connsiteX744" fmla="*/ 723553 w 1443381"/>
                <a:gd name="connsiteY744" fmla="*/ 29799 h 1443378"/>
                <a:gd name="connsiteX745" fmla="*/ 723553 w 1443381"/>
                <a:gd name="connsiteY745" fmla="*/ 0 h 1443378"/>
                <a:gd name="connsiteX746" fmla="*/ 738918 w 1443381"/>
                <a:gd name="connsiteY746" fmla="*/ 0 h 1443378"/>
                <a:gd name="connsiteX747" fmla="*/ 737987 w 1443381"/>
                <a:gd name="connsiteY747" fmla="*/ 29799 h 1443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Lst>
              <a:rect l="l" t="t" r="r" b="b"/>
              <a:pathLst>
                <a:path w="1443381" h="1443378">
                  <a:moveTo>
                    <a:pt x="722622" y="1444775"/>
                  </a:moveTo>
                  <a:cubicBezTo>
                    <a:pt x="720760" y="1444775"/>
                    <a:pt x="718897" y="1444775"/>
                    <a:pt x="717035" y="1444775"/>
                  </a:cubicBezTo>
                  <a:lnTo>
                    <a:pt x="717035" y="1414976"/>
                  </a:lnTo>
                  <a:cubicBezTo>
                    <a:pt x="721691" y="1414976"/>
                    <a:pt x="726812" y="1414976"/>
                    <a:pt x="731468" y="1414976"/>
                  </a:cubicBezTo>
                  <a:lnTo>
                    <a:pt x="731934" y="1444775"/>
                  </a:lnTo>
                  <a:cubicBezTo>
                    <a:pt x="729140" y="1444775"/>
                    <a:pt x="725881" y="1444775"/>
                    <a:pt x="722622" y="1444775"/>
                  </a:cubicBezTo>
                  <a:close/>
                  <a:moveTo>
                    <a:pt x="702135" y="1444775"/>
                  </a:moveTo>
                  <a:cubicBezTo>
                    <a:pt x="697014" y="1444775"/>
                    <a:pt x="691892" y="1444310"/>
                    <a:pt x="686770" y="1444310"/>
                  </a:cubicBezTo>
                  <a:lnTo>
                    <a:pt x="688167" y="1414511"/>
                  </a:lnTo>
                  <a:cubicBezTo>
                    <a:pt x="692823" y="1414976"/>
                    <a:pt x="697945" y="1414976"/>
                    <a:pt x="702601" y="1414976"/>
                  </a:cubicBezTo>
                  <a:lnTo>
                    <a:pt x="702135" y="1444775"/>
                  </a:lnTo>
                  <a:close/>
                  <a:moveTo>
                    <a:pt x="747765" y="1444310"/>
                  </a:moveTo>
                  <a:lnTo>
                    <a:pt x="746834" y="1414511"/>
                  </a:lnTo>
                  <a:cubicBezTo>
                    <a:pt x="751490" y="1414511"/>
                    <a:pt x="756611" y="1414045"/>
                    <a:pt x="761267" y="1414045"/>
                  </a:cubicBezTo>
                  <a:lnTo>
                    <a:pt x="763130" y="1443844"/>
                  </a:lnTo>
                  <a:cubicBezTo>
                    <a:pt x="757543" y="1443844"/>
                    <a:pt x="752887" y="1444310"/>
                    <a:pt x="747765" y="1444310"/>
                  </a:cubicBezTo>
                  <a:close/>
                  <a:moveTo>
                    <a:pt x="671405" y="1442913"/>
                  </a:moveTo>
                  <a:cubicBezTo>
                    <a:pt x="666284" y="1442447"/>
                    <a:pt x="661162" y="1441982"/>
                    <a:pt x="656040" y="1441516"/>
                  </a:cubicBezTo>
                  <a:lnTo>
                    <a:pt x="658834" y="1411717"/>
                  </a:lnTo>
                  <a:cubicBezTo>
                    <a:pt x="663490" y="1412183"/>
                    <a:pt x="668612" y="1412649"/>
                    <a:pt x="673268" y="1413114"/>
                  </a:cubicBezTo>
                  <a:lnTo>
                    <a:pt x="671405" y="1442913"/>
                  </a:lnTo>
                  <a:close/>
                  <a:moveTo>
                    <a:pt x="778029" y="1442913"/>
                  </a:moveTo>
                  <a:lnTo>
                    <a:pt x="775701" y="1413114"/>
                  </a:lnTo>
                  <a:cubicBezTo>
                    <a:pt x="780357" y="1412649"/>
                    <a:pt x="785479" y="1412183"/>
                    <a:pt x="790135" y="1411717"/>
                  </a:cubicBezTo>
                  <a:lnTo>
                    <a:pt x="792929" y="1441516"/>
                  </a:lnTo>
                  <a:cubicBezTo>
                    <a:pt x="788273" y="1441982"/>
                    <a:pt x="783151" y="1442447"/>
                    <a:pt x="778029" y="1442913"/>
                  </a:cubicBezTo>
                  <a:close/>
                  <a:moveTo>
                    <a:pt x="641141" y="1440119"/>
                  </a:moveTo>
                  <a:cubicBezTo>
                    <a:pt x="636019" y="1439654"/>
                    <a:pt x="630897" y="1438722"/>
                    <a:pt x="626241" y="1438257"/>
                  </a:cubicBezTo>
                  <a:lnTo>
                    <a:pt x="629966" y="1408458"/>
                  </a:lnTo>
                  <a:cubicBezTo>
                    <a:pt x="634622" y="1408924"/>
                    <a:pt x="639744" y="1409855"/>
                    <a:pt x="644400" y="1410320"/>
                  </a:cubicBezTo>
                  <a:lnTo>
                    <a:pt x="641141" y="1440119"/>
                  </a:lnTo>
                  <a:close/>
                  <a:moveTo>
                    <a:pt x="808294" y="1439654"/>
                  </a:moveTo>
                  <a:lnTo>
                    <a:pt x="804569" y="1409855"/>
                  </a:lnTo>
                  <a:cubicBezTo>
                    <a:pt x="809225" y="1409389"/>
                    <a:pt x="814347" y="1408458"/>
                    <a:pt x="819003" y="1407992"/>
                  </a:cubicBezTo>
                  <a:lnTo>
                    <a:pt x="823193" y="1437791"/>
                  </a:lnTo>
                  <a:cubicBezTo>
                    <a:pt x="818071" y="1438722"/>
                    <a:pt x="813415" y="1439188"/>
                    <a:pt x="808294" y="1439654"/>
                  </a:cubicBezTo>
                  <a:close/>
                  <a:moveTo>
                    <a:pt x="611342" y="1436394"/>
                  </a:moveTo>
                  <a:cubicBezTo>
                    <a:pt x="606220" y="1435463"/>
                    <a:pt x="601099" y="1434998"/>
                    <a:pt x="596443" y="1434067"/>
                  </a:cubicBezTo>
                  <a:lnTo>
                    <a:pt x="601564" y="1404733"/>
                  </a:lnTo>
                  <a:cubicBezTo>
                    <a:pt x="606220" y="1405665"/>
                    <a:pt x="611342" y="1406596"/>
                    <a:pt x="615998" y="1407061"/>
                  </a:cubicBezTo>
                  <a:lnTo>
                    <a:pt x="611342" y="1436394"/>
                  </a:lnTo>
                  <a:close/>
                  <a:moveTo>
                    <a:pt x="838093" y="1435463"/>
                  </a:moveTo>
                  <a:lnTo>
                    <a:pt x="833437" y="1405665"/>
                  </a:lnTo>
                  <a:cubicBezTo>
                    <a:pt x="838093" y="1404733"/>
                    <a:pt x="843214" y="1404268"/>
                    <a:pt x="847870" y="1403336"/>
                  </a:cubicBezTo>
                  <a:lnTo>
                    <a:pt x="853458" y="1432669"/>
                  </a:lnTo>
                  <a:cubicBezTo>
                    <a:pt x="848336" y="1434067"/>
                    <a:pt x="843214" y="1434998"/>
                    <a:pt x="838093" y="1435463"/>
                  </a:cubicBezTo>
                  <a:close/>
                  <a:moveTo>
                    <a:pt x="581077" y="1430807"/>
                  </a:moveTo>
                  <a:cubicBezTo>
                    <a:pt x="575956" y="1429876"/>
                    <a:pt x="571300" y="1428945"/>
                    <a:pt x="566178" y="1427548"/>
                  </a:cubicBezTo>
                  <a:lnTo>
                    <a:pt x="572697" y="1398215"/>
                  </a:lnTo>
                  <a:cubicBezTo>
                    <a:pt x="577353" y="1399146"/>
                    <a:pt x="582009" y="1400077"/>
                    <a:pt x="587130" y="1401009"/>
                  </a:cubicBezTo>
                  <a:lnTo>
                    <a:pt x="581077" y="1430807"/>
                  </a:lnTo>
                  <a:close/>
                  <a:moveTo>
                    <a:pt x="868357" y="1430342"/>
                  </a:moveTo>
                  <a:lnTo>
                    <a:pt x="862304" y="1401009"/>
                  </a:lnTo>
                  <a:cubicBezTo>
                    <a:pt x="866960" y="1400077"/>
                    <a:pt x="871616" y="1399146"/>
                    <a:pt x="876738" y="1397749"/>
                  </a:cubicBezTo>
                  <a:lnTo>
                    <a:pt x="883256" y="1427082"/>
                  </a:lnTo>
                  <a:cubicBezTo>
                    <a:pt x="878135" y="1428013"/>
                    <a:pt x="873013" y="1428945"/>
                    <a:pt x="868357" y="1430342"/>
                  </a:cubicBezTo>
                  <a:close/>
                  <a:moveTo>
                    <a:pt x="551744" y="1424289"/>
                  </a:moveTo>
                  <a:cubicBezTo>
                    <a:pt x="546623" y="1422892"/>
                    <a:pt x="541966" y="1421961"/>
                    <a:pt x="536845" y="1420564"/>
                  </a:cubicBezTo>
                  <a:lnTo>
                    <a:pt x="544760" y="1391696"/>
                  </a:lnTo>
                  <a:cubicBezTo>
                    <a:pt x="549416" y="1393093"/>
                    <a:pt x="554072" y="1394024"/>
                    <a:pt x="558728" y="1395421"/>
                  </a:cubicBezTo>
                  <a:lnTo>
                    <a:pt x="551744" y="1424289"/>
                  </a:lnTo>
                  <a:close/>
                  <a:moveTo>
                    <a:pt x="897690" y="1423357"/>
                  </a:moveTo>
                  <a:lnTo>
                    <a:pt x="890241" y="1394490"/>
                  </a:lnTo>
                  <a:cubicBezTo>
                    <a:pt x="894897" y="1393093"/>
                    <a:pt x="899553" y="1392162"/>
                    <a:pt x="904209" y="1390765"/>
                  </a:cubicBezTo>
                  <a:lnTo>
                    <a:pt x="912124" y="1419632"/>
                  </a:lnTo>
                  <a:cubicBezTo>
                    <a:pt x="907934" y="1421029"/>
                    <a:pt x="902812" y="1422426"/>
                    <a:pt x="897690" y="1423357"/>
                  </a:cubicBezTo>
                  <a:close/>
                  <a:moveTo>
                    <a:pt x="521945" y="1416839"/>
                  </a:moveTo>
                  <a:cubicBezTo>
                    <a:pt x="517289" y="1415442"/>
                    <a:pt x="512168" y="1414045"/>
                    <a:pt x="507512" y="1412649"/>
                  </a:cubicBezTo>
                  <a:lnTo>
                    <a:pt x="516358" y="1384247"/>
                  </a:lnTo>
                  <a:cubicBezTo>
                    <a:pt x="521014" y="1385643"/>
                    <a:pt x="525670" y="1387040"/>
                    <a:pt x="530326" y="1388437"/>
                  </a:cubicBezTo>
                  <a:lnTo>
                    <a:pt x="521945" y="1416839"/>
                  </a:lnTo>
                  <a:close/>
                  <a:moveTo>
                    <a:pt x="927023" y="1415442"/>
                  </a:moveTo>
                  <a:lnTo>
                    <a:pt x="918642" y="1386574"/>
                  </a:lnTo>
                  <a:cubicBezTo>
                    <a:pt x="923299" y="1385178"/>
                    <a:pt x="927955" y="1383781"/>
                    <a:pt x="932611" y="1382384"/>
                  </a:cubicBezTo>
                  <a:lnTo>
                    <a:pt x="941923" y="1410786"/>
                  </a:lnTo>
                  <a:cubicBezTo>
                    <a:pt x="936801" y="1412649"/>
                    <a:pt x="932145" y="1414045"/>
                    <a:pt x="927023" y="1415442"/>
                  </a:cubicBezTo>
                  <a:close/>
                  <a:moveTo>
                    <a:pt x="493078" y="1407527"/>
                  </a:moveTo>
                  <a:cubicBezTo>
                    <a:pt x="488422" y="1406130"/>
                    <a:pt x="483300" y="1404268"/>
                    <a:pt x="478644" y="1402405"/>
                  </a:cubicBezTo>
                  <a:lnTo>
                    <a:pt x="488887" y="1374003"/>
                  </a:lnTo>
                  <a:cubicBezTo>
                    <a:pt x="493543" y="1375866"/>
                    <a:pt x="498199" y="1377263"/>
                    <a:pt x="502855" y="1378659"/>
                  </a:cubicBezTo>
                  <a:lnTo>
                    <a:pt x="493078" y="1407527"/>
                  </a:lnTo>
                  <a:close/>
                  <a:moveTo>
                    <a:pt x="956357" y="1406130"/>
                  </a:moveTo>
                  <a:lnTo>
                    <a:pt x="946579" y="1377728"/>
                  </a:lnTo>
                  <a:cubicBezTo>
                    <a:pt x="951235" y="1376331"/>
                    <a:pt x="955891" y="1374469"/>
                    <a:pt x="960082" y="1373072"/>
                  </a:cubicBezTo>
                  <a:lnTo>
                    <a:pt x="970325" y="1401009"/>
                  </a:lnTo>
                  <a:cubicBezTo>
                    <a:pt x="965669" y="1402871"/>
                    <a:pt x="961013" y="1404733"/>
                    <a:pt x="956357" y="1406130"/>
                  </a:cubicBezTo>
                  <a:close/>
                  <a:moveTo>
                    <a:pt x="464210" y="1397284"/>
                  </a:moveTo>
                  <a:cubicBezTo>
                    <a:pt x="459554" y="1395421"/>
                    <a:pt x="454898" y="1393559"/>
                    <a:pt x="450242" y="1391696"/>
                  </a:cubicBezTo>
                  <a:lnTo>
                    <a:pt x="461416" y="1363760"/>
                  </a:lnTo>
                  <a:cubicBezTo>
                    <a:pt x="466073" y="1365622"/>
                    <a:pt x="470263" y="1367485"/>
                    <a:pt x="474919" y="1369347"/>
                  </a:cubicBezTo>
                  <a:lnTo>
                    <a:pt x="464210" y="1397284"/>
                  </a:lnTo>
                  <a:close/>
                  <a:moveTo>
                    <a:pt x="984759" y="1395887"/>
                  </a:moveTo>
                  <a:lnTo>
                    <a:pt x="974050" y="1367950"/>
                  </a:lnTo>
                  <a:cubicBezTo>
                    <a:pt x="978706" y="1366088"/>
                    <a:pt x="982896" y="1364225"/>
                    <a:pt x="987552" y="1362363"/>
                  </a:cubicBezTo>
                  <a:lnTo>
                    <a:pt x="999192" y="1389834"/>
                  </a:lnTo>
                  <a:cubicBezTo>
                    <a:pt x="994071" y="1392162"/>
                    <a:pt x="989415" y="1394024"/>
                    <a:pt x="984759" y="1395887"/>
                  </a:cubicBezTo>
                  <a:close/>
                  <a:moveTo>
                    <a:pt x="436274" y="1385643"/>
                  </a:moveTo>
                  <a:cubicBezTo>
                    <a:pt x="431618" y="1383781"/>
                    <a:pt x="426962" y="1381453"/>
                    <a:pt x="422305" y="1379591"/>
                  </a:cubicBezTo>
                  <a:lnTo>
                    <a:pt x="434877" y="1352120"/>
                  </a:lnTo>
                  <a:cubicBezTo>
                    <a:pt x="439533" y="1353982"/>
                    <a:pt x="443724" y="1356310"/>
                    <a:pt x="448380" y="1358173"/>
                  </a:cubicBezTo>
                  <a:lnTo>
                    <a:pt x="436274" y="1385643"/>
                  </a:lnTo>
                  <a:close/>
                  <a:moveTo>
                    <a:pt x="1012695" y="1384247"/>
                  </a:moveTo>
                  <a:lnTo>
                    <a:pt x="1000589" y="1356776"/>
                  </a:lnTo>
                  <a:cubicBezTo>
                    <a:pt x="1005245" y="1354913"/>
                    <a:pt x="1009436" y="1353051"/>
                    <a:pt x="1013626" y="1350723"/>
                  </a:cubicBezTo>
                  <a:lnTo>
                    <a:pt x="1026198" y="1377728"/>
                  </a:lnTo>
                  <a:cubicBezTo>
                    <a:pt x="1022007" y="1380056"/>
                    <a:pt x="1017351" y="1381919"/>
                    <a:pt x="1012695" y="1384247"/>
                  </a:cubicBezTo>
                  <a:close/>
                  <a:moveTo>
                    <a:pt x="408337" y="1373072"/>
                  </a:moveTo>
                  <a:cubicBezTo>
                    <a:pt x="403681" y="1370744"/>
                    <a:pt x="399025" y="1368416"/>
                    <a:pt x="394835" y="1366088"/>
                  </a:cubicBezTo>
                  <a:lnTo>
                    <a:pt x="408337" y="1339548"/>
                  </a:lnTo>
                  <a:cubicBezTo>
                    <a:pt x="412528" y="1341876"/>
                    <a:pt x="417184" y="1343739"/>
                    <a:pt x="421374" y="1346067"/>
                  </a:cubicBezTo>
                  <a:lnTo>
                    <a:pt x="408337" y="1373072"/>
                  </a:lnTo>
                  <a:close/>
                  <a:moveTo>
                    <a:pt x="1040166" y="1371210"/>
                  </a:moveTo>
                  <a:lnTo>
                    <a:pt x="1027129" y="1344204"/>
                  </a:lnTo>
                  <a:cubicBezTo>
                    <a:pt x="1031319" y="1341876"/>
                    <a:pt x="1035975" y="1340014"/>
                    <a:pt x="1040166" y="1337686"/>
                  </a:cubicBezTo>
                  <a:lnTo>
                    <a:pt x="1054134" y="1364225"/>
                  </a:lnTo>
                  <a:cubicBezTo>
                    <a:pt x="1049478" y="1367019"/>
                    <a:pt x="1044822" y="1369347"/>
                    <a:pt x="1040166" y="1371210"/>
                  </a:cubicBezTo>
                  <a:close/>
                  <a:moveTo>
                    <a:pt x="381332" y="1359104"/>
                  </a:moveTo>
                  <a:cubicBezTo>
                    <a:pt x="376676" y="1356776"/>
                    <a:pt x="372486" y="1354448"/>
                    <a:pt x="367830" y="1351654"/>
                  </a:cubicBezTo>
                  <a:lnTo>
                    <a:pt x="382729" y="1325580"/>
                  </a:lnTo>
                  <a:cubicBezTo>
                    <a:pt x="386919" y="1327908"/>
                    <a:pt x="391110" y="1330236"/>
                    <a:pt x="395300" y="1332564"/>
                  </a:cubicBezTo>
                  <a:lnTo>
                    <a:pt x="381332" y="1359104"/>
                  </a:lnTo>
                  <a:close/>
                  <a:moveTo>
                    <a:pt x="1067171" y="1357707"/>
                  </a:moveTo>
                  <a:lnTo>
                    <a:pt x="1052737" y="1331167"/>
                  </a:lnTo>
                  <a:cubicBezTo>
                    <a:pt x="1056928" y="1328839"/>
                    <a:pt x="1061118" y="1326511"/>
                    <a:pt x="1065309" y="1324183"/>
                  </a:cubicBezTo>
                  <a:lnTo>
                    <a:pt x="1080208" y="1350257"/>
                  </a:lnTo>
                  <a:cubicBezTo>
                    <a:pt x="1076018" y="1352585"/>
                    <a:pt x="1071827" y="1354913"/>
                    <a:pt x="1067171" y="1357707"/>
                  </a:cubicBezTo>
                  <a:close/>
                  <a:moveTo>
                    <a:pt x="354793" y="1344204"/>
                  </a:moveTo>
                  <a:cubicBezTo>
                    <a:pt x="350602" y="1341411"/>
                    <a:pt x="345946" y="1339083"/>
                    <a:pt x="341756" y="1336289"/>
                  </a:cubicBezTo>
                  <a:lnTo>
                    <a:pt x="357586" y="1310681"/>
                  </a:lnTo>
                  <a:cubicBezTo>
                    <a:pt x="361777" y="1313474"/>
                    <a:pt x="365967" y="1315803"/>
                    <a:pt x="370158" y="1318131"/>
                  </a:cubicBezTo>
                  <a:lnTo>
                    <a:pt x="354793" y="1344204"/>
                  </a:lnTo>
                  <a:close/>
                  <a:moveTo>
                    <a:pt x="1093711" y="1342342"/>
                  </a:moveTo>
                  <a:lnTo>
                    <a:pt x="1078346" y="1316734"/>
                  </a:lnTo>
                  <a:cubicBezTo>
                    <a:pt x="1082536" y="1314406"/>
                    <a:pt x="1086727" y="1311612"/>
                    <a:pt x="1090917" y="1309284"/>
                  </a:cubicBezTo>
                  <a:lnTo>
                    <a:pt x="1106748" y="1334892"/>
                  </a:lnTo>
                  <a:cubicBezTo>
                    <a:pt x="1102092" y="1337220"/>
                    <a:pt x="1097901" y="1340014"/>
                    <a:pt x="1093711" y="1342342"/>
                  </a:cubicBezTo>
                  <a:close/>
                  <a:moveTo>
                    <a:pt x="328719" y="1328374"/>
                  </a:moveTo>
                  <a:cubicBezTo>
                    <a:pt x="324528" y="1325580"/>
                    <a:pt x="320338" y="1322787"/>
                    <a:pt x="316147" y="1319993"/>
                  </a:cubicBezTo>
                  <a:lnTo>
                    <a:pt x="332909" y="1295316"/>
                  </a:lnTo>
                  <a:cubicBezTo>
                    <a:pt x="337100" y="1298109"/>
                    <a:pt x="340824" y="1300903"/>
                    <a:pt x="345015" y="1303231"/>
                  </a:cubicBezTo>
                  <a:lnTo>
                    <a:pt x="328719" y="1328374"/>
                  </a:lnTo>
                  <a:close/>
                  <a:moveTo>
                    <a:pt x="1119319" y="1326046"/>
                  </a:moveTo>
                  <a:lnTo>
                    <a:pt x="1103023" y="1300903"/>
                  </a:lnTo>
                  <a:cubicBezTo>
                    <a:pt x="1107213" y="1298109"/>
                    <a:pt x="1110938" y="1295316"/>
                    <a:pt x="1115129" y="1292988"/>
                  </a:cubicBezTo>
                  <a:lnTo>
                    <a:pt x="1132356" y="1317665"/>
                  </a:lnTo>
                  <a:cubicBezTo>
                    <a:pt x="1127700" y="1320459"/>
                    <a:pt x="1123510" y="1323718"/>
                    <a:pt x="1119319" y="1326046"/>
                  </a:cubicBezTo>
                  <a:close/>
                  <a:moveTo>
                    <a:pt x="303576" y="1311146"/>
                  </a:moveTo>
                  <a:cubicBezTo>
                    <a:pt x="299385" y="1308353"/>
                    <a:pt x="295195" y="1305093"/>
                    <a:pt x="291470" y="1302300"/>
                  </a:cubicBezTo>
                  <a:lnTo>
                    <a:pt x="309163" y="1278088"/>
                  </a:lnTo>
                  <a:cubicBezTo>
                    <a:pt x="312888" y="1280882"/>
                    <a:pt x="317078" y="1283676"/>
                    <a:pt x="320803" y="1286469"/>
                  </a:cubicBezTo>
                  <a:lnTo>
                    <a:pt x="303576" y="1311146"/>
                  </a:lnTo>
                  <a:close/>
                  <a:moveTo>
                    <a:pt x="1144462" y="1309284"/>
                  </a:moveTo>
                  <a:lnTo>
                    <a:pt x="1126769" y="1285072"/>
                  </a:lnTo>
                  <a:cubicBezTo>
                    <a:pt x="1130494" y="1282279"/>
                    <a:pt x="1134684" y="1279485"/>
                    <a:pt x="1138409" y="1276226"/>
                  </a:cubicBezTo>
                  <a:lnTo>
                    <a:pt x="1156568" y="1299972"/>
                  </a:lnTo>
                  <a:cubicBezTo>
                    <a:pt x="1152377" y="1303231"/>
                    <a:pt x="1148187" y="1306025"/>
                    <a:pt x="1144462" y="1309284"/>
                  </a:cubicBezTo>
                  <a:close/>
                  <a:moveTo>
                    <a:pt x="279364" y="1292988"/>
                  </a:moveTo>
                  <a:cubicBezTo>
                    <a:pt x="275174" y="1289729"/>
                    <a:pt x="271449" y="1286935"/>
                    <a:pt x="267258" y="1283676"/>
                  </a:cubicBezTo>
                  <a:lnTo>
                    <a:pt x="286348" y="1260395"/>
                  </a:lnTo>
                  <a:cubicBezTo>
                    <a:pt x="290073" y="1263655"/>
                    <a:pt x="293798" y="1266448"/>
                    <a:pt x="297989" y="1269707"/>
                  </a:cubicBezTo>
                  <a:lnTo>
                    <a:pt x="279364" y="1292988"/>
                  </a:lnTo>
                  <a:close/>
                  <a:moveTo>
                    <a:pt x="1168674" y="1290660"/>
                  </a:moveTo>
                  <a:lnTo>
                    <a:pt x="1150049" y="1266914"/>
                  </a:lnTo>
                  <a:cubicBezTo>
                    <a:pt x="1153774" y="1264120"/>
                    <a:pt x="1157499" y="1260861"/>
                    <a:pt x="1161224" y="1257602"/>
                  </a:cubicBezTo>
                  <a:lnTo>
                    <a:pt x="1180314" y="1280882"/>
                  </a:lnTo>
                  <a:cubicBezTo>
                    <a:pt x="1176589" y="1284607"/>
                    <a:pt x="1172398" y="1287866"/>
                    <a:pt x="1168674" y="1290660"/>
                  </a:cubicBezTo>
                  <a:close/>
                  <a:moveTo>
                    <a:pt x="255618" y="1273432"/>
                  </a:moveTo>
                  <a:cubicBezTo>
                    <a:pt x="251893" y="1270173"/>
                    <a:pt x="247703" y="1266914"/>
                    <a:pt x="243978" y="1263655"/>
                  </a:cubicBezTo>
                  <a:lnTo>
                    <a:pt x="263999" y="1241305"/>
                  </a:lnTo>
                  <a:cubicBezTo>
                    <a:pt x="267724" y="1244565"/>
                    <a:pt x="271449" y="1247824"/>
                    <a:pt x="275174" y="1251083"/>
                  </a:cubicBezTo>
                  <a:lnTo>
                    <a:pt x="255618" y="1273432"/>
                  </a:lnTo>
                  <a:close/>
                  <a:moveTo>
                    <a:pt x="1191954" y="1271570"/>
                  </a:moveTo>
                  <a:lnTo>
                    <a:pt x="1172398" y="1248755"/>
                  </a:lnTo>
                  <a:cubicBezTo>
                    <a:pt x="1176123" y="1245496"/>
                    <a:pt x="1179848" y="1242237"/>
                    <a:pt x="1183573" y="1238977"/>
                  </a:cubicBezTo>
                  <a:lnTo>
                    <a:pt x="1203594" y="1261327"/>
                  </a:lnTo>
                  <a:cubicBezTo>
                    <a:pt x="1199869" y="1265051"/>
                    <a:pt x="1195679" y="1268311"/>
                    <a:pt x="1191954" y="1271570"/>
                  </a:cubicBezTo>
                  <a:close/>
                  <a:moveTo>
                    <a:pt x="232803" y="1253411"/>
                  </a:moveTo>
                  <a:cubicBezTo>
                    <a:pt x="229079" y="1250152"/>
                    <a:pt x="225354" y="1246427"/>
                    <a:pt x="221629" y="1243168"/>
                  </a:cubicBezTo>
                  <a:lnTo>
                    <a:pt x="242581" y="1221750"/>
                  </a:lnTo>
                  <a:cubicBezTo>
                    <a:pt x="246306" y="1225009"/>
                    <a:pt x="249565" y="1228269"/>
                    <a:pt x="253290" y="1231528"/>
                  </a:cubicBezTo>
                  <a:lnTo>
                    <a:pt x="232803" y="1253411"/>
                  </a:lnTo>
                  <a:close/>
                  <a:moveTo>
                    <a:pt x="1214769" y="1251083"/>
                  </a:moveTo>
                  <a:lnTo>
                    <a:pt x="1194282" y="1229200"/>
                  </a:lnTo>
                  <a:cubicBezTo>
                    <a:pt x="1198007" y="1225941"/>
                    <a:pt x="1201266" y="1222681"/>
                    <a:pt x="1204991" y="1218956"/>
                  </a:cubicBezTo>
                  <a:lnTo>
                    <a:pt x="1225943" y="1240374"/>
                  </a:lnTo>
                  <a:cubicBezTo>
                    <a:pt x="1222218" y="1244565"/>
                    <a:pt x="1218493" y="1247824"/>
                    <a:pt x="1214769" y="1251083"/>
                  </a:cubicBezTo>
                  <a:close/>
                  <a:moveTo>
                    <a:pt x="210920" y="1232459"/>
                  </a:moveTo>
                  <a:cubicBezTo>
                    <a:pt x="207195" y="1228734"/>
                    <a:pt x="203936" y="1225475"/>
                    <a:pt x="200211" y="1221750"/>
                  </a:cubicBezTo>
                  <a:lnTo>
                    <a:pt x="222095" y="1200798"/>
                  </a:lnTo>
                  <a:cubicBezTo>
                    <a:pt x="225354" y="1204523"/>
                    <a:pt x="229079" y="1207782"/>
                    <a:pt x="232338" y="1211041"/>
                  </a:cubicBezTo>
                  <a:lnTo>
                    <a:pt x="210920" y="1232459"/>
                  </a:lnTo>
                  <a:close/>
                  <a:moveTo>
                    <a:pt x="1236652" y="1230131"/>
                  </a:moveTo>
                  <a:lnTo>
                    <a:pt x="1215234" y="1209179"/>
                  </a:lnTo>
                  <a:cubicBezTo>
                    <a:pt x="1218493" y="1205920"/>
                    <a:pt x="1222218" y="1202195"/>
                    <a:pt x="1225477" y="1198935"/>
                  </a:cubicBezTo>
                  <a:lnTo>
                    <a:pt x="1247361" y="1219422"/>
                  </a:lnTo>
                  <a:cubicBezTo>
                    <a:pt x="1243636" y="1222681"/>
                    <a:pt x="1239911" y="1226406"/>
                    <a:pt x="1236652" y="1230131"/>
                  </a:cubicBezTo>
                  <a:close/>
                  <a:moveTo>
                    <a:pt x="189968" y="1210576"/>
                  </a:moveTo>
                  <a:cubicBezTo>
                    <a:pt x="186708" y="1206851"/>
                    <a:pt x="182984" y="1203126"/>
                    <a:pt x="179724" y="1199401"/>
                  </a:cubicBezTo>
                  <a:lnTo>
                    <a:pt x="202073" y="1179380"/>
                  </a:lnTo>
                  <a:cubicBezTo>
                    <a:pt x="205333" y="1183105"/>
                    <a:pt x="208592" y="1186830"/>
                    <a:pt x="211851" y="1190089"/>
                  </a:cubicBezTo>
                  <a:lnTo>
                    <a:pt x="189968" y="1210576"/>
                  </a:lnTo>
                  <a:close/>
                  <a:moveTo>
                    <a:pt x="1257604" y="1208248"/>
                  </a:moveTo>
                  <a:lnTo>
                    <a:pt x="1235255" y="1188226"/>
                  </a:lnTo>
                  <a:cubicBezTo>
                    <a:pt x="1238515" y="1184502"/>
                    <a:pt x="1241774" y="1180777"/>
                    <a:pt x="1245033" y="1177518"/>
                  </a:cubicBezTo>
                  <a:lnTo>
                    <a:pt x="1267848" y="1197073"/>
                  </a:lnTo>
                  <a:cubicBezTo>
                    <a:pt x="1264123" y="1200332"/>
                    <a:pt x="1260864" y="1204057"/>
                    <a:pt x="1257604" y="1208248"/>
                  </a:cubicBezTo>
                  <a:close/>
                  <a:moveTo>
                    <a:pt x="169947" y="1187761"/>
                  </a:moveTo>
                  <a:cubicBezTo>
                    <a:pt x="166687" y="1184036"/>
                    <a:pt x="163428" y="1179846"/>
                    <a:pt x="160169" y="1176121"/>
                  </a:cubicBezTo>
                  <a:lnTo>
                    <a:pt x="183449" y="1157496"/>
                  </a:lnTo>
                  <a:cubicBezTo>
                    <a:pt x="186708" y="1161221"/>
                    <a:pt x="189502" y="1164946"/>
                    <a:pt x="192761" y="1168671"/>
                  </a:cubicBezTo>
                  <a:lnTo>
                    <a:pt x="169947" y="1187761"/>
                  </a:lnTo>
                  <a:close/>
                  <a:moveTo>
                    <a:pt x="1277626" y="1184967"/>
                  </a:moveTo>
                  <a:lnTo>
                    <a:pt x="1254811" y="1165877"/>
                  </a:lnTo>
                  <a:cubicBezTo>
                    <a:pt x="1258070" y="1162152"/>
                    <a:pt x="1260864" y="1158428"/>
                    <a:pt x="1264123" y="1154703"/>
                  </a:cubicBezTo>
                  <a:lnTo>
                    <a:pt x="1287403" y="1173327"/>
                  </a:lnTo>
                  <a:cubicBezTo>
                    <a:pt x="1283678" y="1177052"/>
                    <a:pt x="1280885" y="1181242"/>
                    <a:pt x="1277626" y="1184967"/>
                  </a:cubicBezTo>
                  <a:close/>
                  <a:moveTo>
                    <a:pt x="150857" y="1164015"/>
                  </a:moveTo>
                  <a:cubicBezTo>
                    <a:pt x="147597" y="1159824"/>
                    <a:pt x="144804" y="1156100"/>
                    <a:pt x="141545" y="1151909"/>
                  </a:cubicBezTo>
                  <a:lnTo>
                    <a:pt x="165756" y="1134216"/>
                  </a:lnTo>
                  <a:cubicBezTo>
                    <a:pt x="168550" y="1137941"/>
                    <a:pt x="171809" y="1142131"/>
                    <a:pt x="174603" y="1145856"/>
                  </a:cubicBezTo>
                  <a:lnTo>
                    <a:pt x="150857" y="1164015"/>
                  </a:lnTo>
                  <a:close/>
                  <a:moveTo>
                    <a:pt x="1296250" y="1161221"/>
                  </a:moveTo>
                  <a:lnTo>
                    <a:pt x="1272504" y="1143063"/>
                  </a:lnTo>
                  <a:cubicBezTo>
                    <a:pt x="1275297" y="1139338"/>
                    <a:pt x="1278557" y="1135147"/>
                    <a:pt x="1281350" y="1131422"/>
                  </a:cubicBezTo>
                  <a:lnTo>
                    <a:pt x="1305562" y="1149116"/>
                  </a:lnTo>
                  <a:cubicBezTo>
                    <a:pt x="1302768" y="1153306"/>
                    <a:pt x="1299509" y="1157496"/>
                    <a:pt x="1296250" y="1161221"/>
                  </a:cubicBezTo>
                  <a:close/>
                  <a:moveTo>
                    <a:pt x="132698" y="1139803"/>
                  </a:moveTo>
                  <a:cubicBezTo>
                    <a:pt x="129904" y="1135613"/>
                    <a:pt x="127111" y="1131422"/>
                    <a:pt x="123851" y="1127232"/>
                  </a:cubicBezTo>
                  <a:lnTo>
                    <a:pt x="148529" y="1110470"/>
                  </a:lnTo>
                  <a:cubicBezTo>
                    <a:pt x="151322" y="1114661"/>
                    <a:pt x="154116" y="1118386"/>
                    <a:pt x="156910" y="1122576"/>
                  </a:cubicBezTo>
                  <a:lnTo>
                    <a:pt x="132698" y="1139803"/>
                  </a:lnTo>
                  <a:close/>
                  <a:moveTo>
                    <a:pt x="1314409" y="1137010"/>
                  </a:moveTo>
                  <a:lnTo>
                    <a:pt x="1289731" y="1119782"/>
                  </a:lnTo>
                  <a:cubicBezTo>
                    <a:pt x="1292525" y="1115592"/>
                    <a:pt x="1295319" y="1111867"/>
                    <a:pt x="1298112" y="1107677"/>
                  </a:cubicBezTo>
                  <a:lnTo>
                    <a:pt x="1322790" y="1124438"/>
                  </a:lnTo>
                  <a:cubicBezTo>
                    <a:pt x="1319996" y="1128629"/>
                    <a:pt x="1317202" y="1132819"/>
                    <a:pt x="1314409" y="1137010"/>
                  </a:cubicBezTo>
                  <a:close/>
                  <a:moveTo>
                    <a:pt x="115936" y="1114661"/>
                  </a:moveTo>
                  <a:cubicBezTo>
                    <a:pt x="113143" y="1110470"/>
                    <a:pt x="110349" y="1106280"/>
                    <a:pt x="108021" y="1101624"/>
                  </a:cubicBezTo>
                  <a:lnTo>
                    <a:pt x="133629" y="1085793"/>
                  </a:lnTo>
                  <a:cubicBezTo>
                    <a:pt x="135957" y="1089984"/>
                    <a:pt x="138751" y="1094174"/>
                    <a:pt x="141545" y="1097899"/>
                  </a:cubicBezTo>
                  <a:lnTo>
                    <a:pt x="115936" y="1114661"/>
                  </a:lnTo>
                  <a:close/>
                  <a:moveTo>
                    <a:pt x="1331170" y="1111401"/>
                  </a:moveTo>
                  <a:lnTo>
                    <a:pt x="1306028" y="1095105"/>
                  </a:lnTo>
                  <a:cubicBezTo>
                    <a:pt x="1308821" y="1090915"/>
                    <a:pt x="1311149" y="1086724"/>
                    <a:pt x="1313943" y="1082534"/>
                  </a:cubicBezTo>
                  <a:lnTo>
                    <a:pt x="1339551" y="1098364"/>
                  </a:lnTo>
                  <a:cubicBezTo>
                    <a:pt x="1336758" y="1103020"/>
                    <a:pt x="1333964" y="1107211"/>
                    <a:pt x="1331170" y="1111401"/>
                  </a:cubicBezTo>
                  <a:close/>
                  <a:moveTo>
                    <a:pt x="99640" y="1088587"/>
                  </a:moveTo>
                  <a:cubicBezTo>
                    <a:pt x="96846" y="1084396"/>
                    <a:pt x="94518" y="1079740"/>
                    <a:pt x="92190" y="1075550"/>
                  </a:cubicBezTo>
                  <a:lnTo>
                    <a:pt x="118264" y="1060650"/>
                  </a:lnTo>
                  <a:cubicBezTo>
                    <a:pt x="120592" y="1064841"/>
                    <a:pt x="122920" y="1069031"/>
                    <a:pt x="125714" y="1073222"/>
                  </a:cubicBezTo>
                  <a:lnTo>
                    <a:pt x="99640" y="1088587"/>
                  </a:lnTo>
                  <a:close/>
                  <a:moveTo>
                    <a:pt x="1347467" y="1085328"/>
                  </a:moveTo>
                  <a:lnTo>
                    <a:pt x="1321392" y="1070428"/>
                  </a:lnTo>
                  <a:cubicBezTo>
                    <a:pt x="1323721" y="1066238"/>
                    <a:pt x="1326049" y="1062047"/>
                    <a:pt x="1328842" y="1057857"/>
                  </a:cubicBezTo>
                  <a:lnTo>
                    <a:pt x="1354916" y="1072290"/>
                  </a:lnTo>
                  <a:cubicBezTo>
                    <a:pt x="1352123" y="1076947"/>
                    <a:pt x="1349794" y="1081137"/>
                    <a:pt x="1347467" y="1085328"/>
                  </a:cubicBezTo>
                  <a:close/>
                  <a:moveTo>
                    <a:pt x="84740" y="1062047"/>
                  </a:moveTo>
                  <a:cubicBezTo>
                    <a:pt x="82412" y="1057391"/>
                    <a:pt x="80084" y="1053201"/>
                    <a:pt x="77756" y="1048545"/>
                  </a:cubicBezTo>
                  <a:lnTo>
                    <a:pt x="104296" y="1035042"/>
                  </a:lnTo>
                  <a:cubicBezTo>
                    <a:pt x="106624" y="1039232"/>
                    <a:pt x="108952" y="1043889"/>
                    <a:pt x="110815" y="1048079"/>
                  </a:cubicBezTo>
                  <a:lnTo>
                    <a:pt x="84740" y="1062047"/>
                  </a:lnTo>
                  <a:close/>
                  <a:moveTo>
                    <a:pt x="1361900" y="1058788"/>
                  </a:moveTo>
                  <a:lnTo>
                    <a:pt x="1335361" y="1044820"/>
                  </a:lnTo>
                  <a:cubicBezTo>
                    <a:pt x="1337689" y="1040629"/>
                    <a:pt x="1340017" y="1035973"/>
                    <a:pt x="1341879" y="1031783"/>
                  </a:cubicBezTo>
                  <a:lnTo>
                    <a:pt x="1368885" y="1045285"/>
                  </a:lnTo>
                  <a:cubicBezTo>
                    <a:pt x="1366556" y="1049941"/>
                    <a:pt x="1364229" y="1054598"/>
                    <a:pt x="1361900" y="1058788"/>
                  </a:cubicBezTo>
                  <a:close/>
                  <a:moveTo>
                    <a:pt x="71238" y="1035042"/>
                  </a:moveTo>
                  <a:cubicBezTo>
                    <a:pt x="68910" y="1030386"/>
                    <a:pt x="67048" y="1025730"/>
                    <a:pt x="64719" y="1021539"/>
                  </a:cubicBezTo>
                  <a:lnTo>
                    <a:pt x="92190" y="1008968"/>
                  </a:lnTo>
                  <a:cubicBezTo>
                    <a:pt x="94053" y="1013159"/>
                    <a:pt x="96381" y="1017815"/>
                    <a:pt x="98243" y="1022005"/>
                  </a:cubicBezTo>
                  <a:lnTo>
                    <a:pt x="71238" y="1035042"/>
                  </a:lnTo>
                  <a:close/>
                  <a:moveTo>
                    <a:pt x="1375869" y="1031783"/>
                  </a:moveTo>
                  <a:lnTo>
                    <a:pt x="1348863" y="1018746"/>
                  </a:lnTo>
                  <a:cubicBezTo>
                    <a:pt x="1350726" y="1014555"/>
                    <a:pt x="1353054" y="1009899"/>
                    <a:pt x="1354916" y="1005709"/>
                  </a:cubicBezTo>
                  <a:lnTo>
                    <a:pt x="1382387" y="1017815"/>
                  </a:lnTo>
                  <a:cubicBezTo>
                    <a:pt x="1380059" y="1022471"/>
                    <a:pt x="1377731" y="1027127"/>
                    <a:pt x="1375869" y="1031783"/>
                  </a:cubicBezTo>
                  <a:close/>
                  <a:moveTo>
                    <a:pt x="58667" y="1007571"/>
                  </a:moveTo>
                  <a:cubicBezTo>
                    <a:pt x="56804" y="1002915"/>
                    <a:pt x="54942" y="998259"/>
                    <a:pt x="52614" y="993603"/>
                  </a:cubicBezTo>
                  <a:lnTo>
                    <a:pt x="80550" y="982428"/>
                  </a:lnTo>
                  <a:cubicBezTo>
                    <a:pt x="82412" y="987085"/>
                    <a:pt x="84275" y="991275"/>
                    <a:pt x="86137" y="995931"/>
                  </a:cubicBezTo>
                  <a:lnTo>
                    <a:pt x="58667" y="1007571"/>
                  </a:lnTo>
                  <a:close/>
                  <a:moveTo>
                    <a:pt x="1387974" y="1003847"/>
                  </a:moveTo>
                  <a:lnTo>
                    <a:pt x="1360504" y="992206"/>
                  </a:lnTo>
                  <a:cubicBezTo>
                    <a:pt x="1362366" y="987550"/>
                    <a:pt x="1364229" y="983360"/>
                    <a:pt x="1366091" y="978704"/>
                  </a:cubicBezTo>
                  <a:lnTo>
                    <a:pt x="1394027" y="989878"/>
                  </a:lnTo>
                  <a:cubicBezTo>
                    <a:pt x="1392165" y="994534"/>
                    <a:pt x="1390302" y="999190"/>
                    <a:pt x="1387974" y="1003847"/>
                  </a:cubicBezTo>
                  <a:close/>
                  <a:moveTo>
                    <a:pt x="47026" y="979635"/>
                  </a:moveTo>
                  <a:cubicBezTo>
                    <a:pt x="45164" y="974979"/>
                    <a:pt x="43301" y="970323"/>
                    <a:pt x="41905" y="965201"/>
                  </a:cubicBezTo>
                  <a:lnTo>
                    <a:pt x="70307" y="954958"/>
                  </a:lnTo>
                  <a:cubicBezTo>
                    <a:pt x="72169" y="959614"/>
                    <a:pt x="73566" y="964270"/>
                    <a:pt x="75428" y="968460"/>
                  </a:cubicBezTo>
                  <a:lnTo>
                    <a:pt x="47026" y="979635"/>
                  </a:lnTo>
                  <a:close/>
                  <a:moveTo>
                    <a:pt x="1399614" y="975445"/>
                  </a:moveTo>
                  <a:lnTo>
                    <a:pt x="1371678" y="964736"/>
                  </a:lnTo>
                  <a:cubicBezTo>
                    <a:pt x="1373541" y="960079"/>
                    <a:pt x="1374937" y="955423"/>
                    <a:pt x="1376800" y="950767"/>
                  </a:cubicBezTo>
                  <a:lnTo>
                    <a:pt x="1405202" y="960545"/>
                  </a:lnTo>
                  <a:cubicBezTo>
                    <a:pt x="1402874" y="966132"/>
                    <a:pt x="1401012" y="970788"/>
                    <a:pt x="1399614" y="975445"/>
                  </a:cubicBezTo>
                  <a:close/>
                  <a:moveTo>
                    <a:pt x="36783" y="950767"/>
                  </a:moveTo>
                  <a:cubicBezTo>
                    <a:pt x="35386" y="946111"/>
                    <a:pt x="33524" y="940990"/>
                    <a:pt x="32127" y="936334"/>
                  </a:cubicBezTo>
                  <a:lnTo>
                    <a:pt x="60529" y="927487"/>
                  </a:lnTo>
                  <a:cubicBezTo>
                    <a:pt x="61926" y="932143"/>
                    <a:pt x="63323" y="936799"/>
                    <a:pt x="65185" y="941455"/>
                  </a:cubicBezTo>
                  <a:lnTo>
                    <a:pt x="36783" y="950767"/>
                  </a:lnTo>
                  <a:close/>
                  <a:moveTo>
                    <a:pt x="1409392" y="946577"/>
                  </a:moveTo>
                  <a:lnTo>
                    <a:pt x="1380990" y="937265"/>
                  </a:lnTo>
                  <a:cubicBezTo>
                    <a:pt x="1382387" y="932609"/>
                    <a:pt x="1383784" y="927953"/>
                    <a:pt x="1385181" y="923297"/>
                  </a:cubicBezTo>
                  <a:lnTo>
                    <a:pt x="1414048" y="932143"/>
                  </a:lnTo>
                  <a:cubicBezTo>
                    <a:pt x="1412652" y="936799"/>
                    <a:pt x="1411255" y="941921"/>
                    <a:pt x="1409392" y="946577"/>
                  </a:cubicBezTo>
                  <a:close/>
                  <a:moveTo>
                    <a:pt x="27937" y="921900"/>
                  </a:moveTo>
                  <a:cubicBezTo>
                    <a:pt x="26540" y="917244"/>
                    <a:pt x="25143" y="912122"/>
                    <a:pt x="23746" y="907466"/>
                  </a:cubicBezTo>
                  <a:lnTo>
                    <a:pt x="52614" y="900016"/>
                  </a:lnTo>
                  <a:cubicBezTo>
                    <a:pt x="54010" y="904672"/>
                    <a:pt x="54942" y="909328"/>
                    <a:pt x="56338" y="913985"/>
                  </a:cubicBezTo>
                  <a:lnTo>
                    <a:pt x="27937" y="921900"/>
                  </a:lnTo>
                  <a:close/>
                  <a:moveTo>
                    <a:pt x="1418239" y="917709"/>
                  </a:moveTo>
                  <a:lnTo>
                    <a:pt x="1389371" y="909794"/>
                  </a:lnTo>
                  <a:cubicBezTo>
                    <a:pt x="1390768" y="905138"/>
                    <a:pt x="1392165" y="900482"/>
                    <a:pt x="1393096" y="895826"/>
                  </a:cubicBezTo>
                  <a:lnTo>
                    <a:pt x="1421964" y="903276"/>
                  </a:lnTo>
                  <a:cubicBezTo>
                    <a:pt x="1421033" y="907932"/>
                    <a:pt x="1419635" y="912588"/>
                    <a:pt x="1418239" y="917709"/>
                  </a:cubicBezTo>
                  <a:close/>
                  <a:moveTo>
                    <a:pt x="20021" y="892567"/>
                  </a:moveTo>
                  <a:cubicBezTo>
                    <a:pt x="18624" y="887445"/>
                    <a:pt x="17693" y="882789"/>
                    <a:pt x="16762" y="877667"/>
                  </a:cubicBezTo>
                  <a:lnTo>
                    <a:pt x="46095" y="871149"/>
                  </a:lnTo>
                  <a:cubicBezTo>
                    <a:pt x="47026" y="875805"/>
                    <a:pt x="48423" y="880461"/>
                    <a:pt x="49354" y="885583"/>
                  </a:cubicBezTo>
                  <a:lnTo>
                    <a:pt x="20021" y="892567"/>
                  </a:lnTo>
                  <a:close/>
                  <a:moveTo>
                    <a:pt x="1426154" y="887911"/>
                  </a:moveTo>
                  <a:lnTo>
                    <a:pt x="1396821" y="880927"/>
                  </a:lnTo>
                  <a:cubicBezTo>
                    <a:pt x="1397752" y="876270"/>
                    <a:pt x="1399149" y="871614"/>
                    <a:pt x="1400080" y="866493"/>
                  </a:cubicBezTo>
                  <a:lnTo>
                    <a:pt x="1429414" y="872546"/>
                  </a:lnTo>
                  <a:cubicBezTo>
                    <a:pt x="1428016" y="878133"/>
                    <a:pt x="1427085" y="883255"/>
                    <a:pt x="1426154" y="887911"/>
                  </a:cubicBezTo>
                  <a:close/>
                  <a:moveTo>
                    <a:pt x="13503" y="862768"/>
                  </a:moveTo>
                  <a:cubicBezTo>
                    <a:pt x="12571" y="857646"/>
                    <a:pt x="11640" y="852990"/>
                    <a:pt x="10709" y="847868"/>
                  </a:cubicBezTo>
                  <a:lnTo>
                    <a:pt x="40042" y="842747"/>
                  </a:lnTo>
                  <a:cubicBezTo>
                    <a:pt x="40973" y="847403"/>
                    <a:pt x="41905" y="852525"/>
                    <a:pt x="42836" y="857181"/>
                  </a:cubicBezTo>
                  <a:lnTo>
                    <a:pt x="13503" y="862768"/>
                  </a:lnTo>
                  <a:close/>
                  <a:moveTo>
                    <a:pt x="1432207" y="858112"/>
                  </a:moveTo>
                  <a:lnTo>
                    <a:pt x="1402874" y="852525"/>
                  </a:lnTo>
                  <a:cubicBezTo>
                    <a:pt x="1403805" y="847868"/>
                    <a:pt x="1404736" y="843212"/>
                    <a:pt x="1405667" y="838091"/>
                  </a:cubicBezTo>
                  <a:lnTo>
                    <a:pt x="1435466" y="843212"/>
                  </a:lnTo>
                  <a:cubicBezTo>
                    <a:pt x="1434070" y="848334"/>
                    <a:pt x="1433138" y="853456"/>
                    <a:pt x="1432207" y="858112"/>
                  </a:cubicBezTo>
                  <a:close/>
                  <a:moveTo>
                    <a:pt x="8381" y="832504"/>
                  </a:moveTo>
                  <a:cubicBezTo>
                    <a:pt x="7450" y="827382"/>
                    <a:pt x="6984" y="822260"/>
                    <a:pt x="6053" y="817604"/>
                  </a:cubicBezTo>
                  <a:lnTo>
                    <a:pt x="35852" y="813879"/>
                  </a:lnTo>
                  <a:cubicBezTo>
                    <a:pt x="36317" y="818535"/>
                    <a:pt x="37249" y="823657"/>
                    <a:pt x="37714" y="828313"/>
                  </a:cubicBezTo>
                  <a:lnTo>
                    <a:pt x="8381" y="832504"/>
                  </a:lnTo>
                  <a:close/>
                  <a:moveTo>
                    <a:pt x="1437329" y="828313"/>
                  </a:moveTo>
                  <a:lnTo>
                    <a:pt x="1407530" y="824123"/>
                  </a:lnTo>
                  <a:cubicBezTo>
                    <a:pt x="1408461" y="819466"/>
                    <a:pt x="1408927" y="814345"/>
                    <a:pt x="1409392" y="809689"/>
                  </a:cubicBezTo>
                  <a:lnTo>
                    <a:pt x="1439191" y="813414"/>
                  </a:lnTo>
                  <a:cubicBezTo>
                    <a:pt x="1438726" y="818070"/>
                    <a:pt x="1438260" y="823191"/>
                    <a:pt x="1437329" y="828313"/>
                  </a:cubicBezTo>
                  <a:close/>
                  <a:moveTo>
                    <a:pt x="4656" y="802705"/>
                  </a:moveTo>
                  <a:cubicBezTo>
                    <a:pt x="4190" y="797583"/>
                    <a:pt x="3725" y="792461"/>
                    <a:pt x="3259" y="787805"/>
                  </a:cubicBezTo>
                  <a:lnTo>
                    <a:pt x="33058" y="785012"/>
                  </a:lnTo>
                  <a:cubicBezTo>
                    <a:pt x="33524" y="789668"/>
                    <a:pt x="33989" y="794789"/>
                    <a:pt x="34455" y="799446"/>
                  </a:cubicBezTo>
                  <a:lnTo>
                    <a:pt x="4656" y="802705"/>
                  </a:lnTo>
                  <a:close/>
                  <a:moveTo>
                    <a:pt x="1441054" y="798049"/>
                  </a:moveTo>
                  <a:lnTo>
                    <a:pt x="1411255" y="794789"/>
                  </a:lnTo>
                  <a:cubicBezTo>
                    <a:pt x="1411720" y="790133"/>
                    <a:pt x="1412186" y="785012"/>
                    <a:pt x="1412652" y="780356"/>
                  </a:cubicBezTo>
                  <a:lnTo>
                    <a:pt x="1442450" y="782684"/>
                  </a:lnTo>
                  <a:cubicBezTo>
                    <a:pt x="1441985" y="788271"/>
                    <a:pt x="1441519" y="792927"/>
                    <a:pt x="1441054" y="798049"/>
                  </a:cubicBezTo>
                  <a:close/>
                  <a:moveTo>
                    <a:pt x="1862" y="772440"/>
                  </a:moveTo>
                  <a:cubicBezTo>
                    <a:pt x="1397" y="767319"/>
                    <a:pt x="1397" y="762197"/>
                    <a:pt x="931" y="757075"/>
                  </a:cubicBezTo>
                  <a:lnTo>
                    <a:pt x="30730" y="755678"/>
                  </a:lnTo>
                  <a:cubicBezTo>
                    <a:pt x="30730" y="760335"/>
                    <a:pt x="31196" y="765456"/>
                    <a:pt x="31661" y="770112"/>
                  </a:cubicBezTo>
                  <a:lnTo>
                    <a:pt x="1862" y="772440"/>
                  </a:lnTo>
                  <a:close/>
                  <a:moveTo>
                    <a:pt x="1443847" y="767784"/>
                  </a:moveTo>
                  <a:lnTo>
                    <a:pt x="1414048" y="765922"/>
                  </a:lnTo>
                  <a:cubicBezTo>
                    <a:pt x="1414514" y="761266"/>
                    <a:pt x="1414514" y="756144"/>
                    <a:pt x="1414979" y="751488"/>
                  </a:cubicBezTo>
                  <a:lnTo>
                    <a:pt x="1444778" y="752885"/>
                  </a:lnTo>
                  <a:cubicBezTo>
                    <a:pt x="1444313" y="757541"/>
                    <a:pt x="1443847" y="762663"/>
                    <a:pt x="1443847" y="767784"/>
                  </a:cubicBezTo>
                  <a:close/>
                  <a:moveTo>
                    <a:pt x="466" y="741710"/>
                  </a:moveTo>
                  <a:cubicBezTo>
                    <a:pt x="466" y="736589"/>
                    <a:pt x="466" y="731467"/>
                    <a:pt x="0" y="726345"/>
                  </a:cubicBezTo>
                  <a:lnTo>
                    <a:pt x="29799" y="726345"/>
                  </a:lnTo>
                  <a:cubicBezTo>
                    <a:pt x="29799" y="731001"/>
                    <a:pt x="29799" y="736123"/>
                    <a:pt x="30265" y="740779"/>
                  </a:cubicBezTo>
                  <a:lnTo>
                    <a:pt x="466" y="741710"/>
                  </a:lnTo>
                  <a:close/>
                  <a:moveTo>
                    <a:pt x="1444778" y="737520"/>
                  </a:moveTo>
                  <a:lnTo>
                    <a:pt x="1414979" y="737054"/>
                  </a:lnTo>
                  <a:cubicBezTo>
                    <a:pt x="1414979" y="732398"/>
                    <a:pt x="1414979" y="727276"/>
                    <a:pt x="1414979" y="722620"/>
                  </a:cubicBezTo>
                  <a:cubicBezTo>
                    <a:pt x="1414979" y="719827"/>
                    <a:pt x="1414979" y="717033"/>
                    <a:pt x="1414979" y="714240"/>
                  </a:cubicBezTo>
                  <a:lnTo>
                    <a:pt x="1444778" y="713774"/>
                  </a:lnTo>
                  <a:cubicBezTo>
                    <a:pt x="1444778" y="716568"/>
                    <a:pt x="1444778" y="719827"/>
                    <a:pt x="1444778" y="722620"/>
                  </a:cubicBezTo>
                  <a:cubicBezTo>
                    <a:pt x="1445244" y="727276"/>
                    <a:pt x="1444778" y="732398"/>
                    <a:pt x="1444778" y="737520"/>
                  </a:cubicBezTo>
                  <a:close/>
                  <a:moveTo>
                    <a:pt x="30265" y="711912"/>
                  </a:moveTo>
                  <a:lnTo>
                    <a:pt x="466" y="711446"/>
                  </a:lnTo>
                  <a:cubicBezTo>
                    <a:pt x="466" y="706324"/>
                    <a:pt x="466" y="701203"/>
                    <a:pt x="931" y="696081"/>
                  </a:cubicBezTo>
                  <a:lnTo>
                    <a:pt x="30730" y="697012"/>
                  </a:lnTo>
                  <a:cubicBezTo>
                    <a:pt x="30265" y="702134"/>
                    <a:pt x="30265" y="707255"/>
                    <a:pt x="30265" y="711912"/>
                  </a:cubicBezTo>
                  <a:close/>
                  <a:moveTo>
                    <a:pt x="1414514" y="698875"/>
                  </a:moveTo>
                  <a:cubicBezTo>
                    <a:pt x="1414514" y="694218"/>
                    <a:pt x="1414048" y="689097"/>
                    <a:pt x="1414048" y="684441"/>
                  </a:cubicBezTo>
                  <a:lnTo>
                    <a:pt x="1443847" y="683044"/>
                  </a:lnTo>
                  <a:cubicBezTo>
                    <a:pt x="1444313" y="688166"/>
                    <a:pt x="1444313" y="693287"/>
                    <a:pt x="1444313" y="698409"/>
                  </a:cubicBezTo>
                  <a:lnTo>
                    <a:pt x="1414514" y="698875"/>
                  </a:lnTo>
                  <a:close/>
                  <a:moveTo>
                    <a:pt x="31196" y="683044"/>
                  </a:moveTo>
                  <a:lnTo>
                    <a:pt x="1397" y="681182"/>
                  </a:lnTo>
                  <a:cubicBezTo>
                    <a:pt x="1862" y="676060"/>
                    <a:pt x="1862" y="670938"/>
                    <a:pt x="2328" y="665816"/>
                  </a:cubicBezTo>
                  <a:lnTo>
                    <a:pt x="32127" y="668144"/>
                  </a:lnTo>
                  <a:cubicBezTo>
                    <a:pt x="31661" y="673266"/>
                    <a:pt x="31661" y="677922"/>
                    <a:pt x="31196" y="683044"/>
                  </a:cubicBezTo>
                  <a:close/>
                  <a:moveTo>
                    <a:pt x="1413117" y="670007"/>
                  </a:moveTo>
                  <a:cubicBezTo>
                    <a:pt x="1412652" y="665351"/>
                    <a:pt x="1412186" y="660229"/>
                    <a:pt x="1411720" y="655573"/>
                  </a:cubicBezTo>
                  <a:lnTo>
                    <a:pt x="1441519" y="652780"/>
                  </a:lnTo>
                  <a:cubicBezTo>
                    <a:pt x="1441985" y="657901"/>
                    <a:pt x="1442450" y="663023"/>
                    <a:pt x="1442916" y="668144"/>
                  </a:cubicBezTo>
                  <a:lnTo>
                    <a:pt x="1413117" y="670007"/>
                  </a:lnTo>
                  <a:close/>
                  <a:moveTo>
                    <a:pt x="33524" y="653711"/>
                  </a:moveTo>
                  <a:lnTo>
                    <a:pt x="3725" y="650917"/>
                  </a:lnTo>
                  <a:cubicBezTo>
                    <a:pt x="4190" y="645795"/>
                    <a:pt x="4656" y="640674"/>
                    <a:pt x="5587" y="636018"/>
                  </a:cubicBezTo>
                  <a:lnTo>
                    <a:pt x="35386" y="639743"/>
                  </a:lnTo>
                  <a:cubicBezTo>
                    <a:pt x="34455" y="643933"/>
                    <a:pt x="33989" y="649055"/>
                    <a:pt x="33524" y="653711"/>
                  </a:cubicBezTo>
                  <a:close/>
                  <a:moveTo>
                    <a:pt x="1410323" y="641139"/>
                  </a:moveTo>
                  <a:cubicBezTo>
                    <a:pt x="1409858" y="636483"/>
                    <a:pt x="1408927" y="631362"/>
                    <a:pt x="1408461" y="626706"/>
                  </a:cubicBezTo>
                  <a:lnTo>
                    <a:pt x="1438260" y="622515"/>
                  </a:lnTo>
                  <a:cubicBezTo>
                    <a:pt x="1438726" y="627637"/>
                    <a:pt x="1439657" y="632759"/>
                    <a:pt x="1440122" y="637414"/>
                  </a:cubicBezTo>
                  <a:lnTo>
                    <a:pt x="1410323" y="641139"/>
                  </a:lnTo>
                  <a:close/>
                  <a:moveTo>
                    <a:pt x="36783" y="624843"/>
                  </a:moveTo>
                  <a:lnTo>
                    <a:pt x="6984" y="620653"/>
                  </a:lnTo>
                  <a:cubicBezTo>
                    <a:pt x="7915" y="615531"/>
                    <a:pt x="8381" y="610409"/>
                    <a:pt x="9312" y="605753"/>
                  </a:cubicBezTo>
                  <a:lnTo>
                    <a:pt x="39111" y="610409"/>
                  </a:lnTo>
                  <a:cubicBezTo>
                    <a:pt x="38180" y="615065"/>
                    <a:pt x="37714" y="620187"/>
                    <a:pt x="36783" y="624843"/>
                  </a:cubicBezTo>
                  <a:close/>
                  <a:moveTo>
                    <a:pt x="1406133" y="612272"/>
                  </a:moveTo>
                  <a:cubicBezTo>
                    <a:pt x="1405202" y="607616"/>
                    <a:pt x="1404736" y="602494"/>
                    <a:pt x="1403805" y="597838"/>
                  </a:cubicBezTo>
                  <a:lnTo>
                    <a:pt x="1433138" y="592716"/>
                  </a:lnTo>
                  <a:cubicBezTo>
                    <a:pt x="1434070" y="597838"/>
                    <a:pt x="1435001" y="602494"/>
                    <a:pt x="1435932" y="607616"/>
                  </a:cubicBezTo>
                  <a:lnTo>
                    <a:pt x="1406133" y="612272"/>
                  </a:lnTo>
                  <a:close/>
                  <a:moveTo>
                    <a:pt x="41439" y="595976"/>
                  </a:moveTo>
                  <a:lnTo>
                    <a:pt x="12106" y="590388"/>
                  </a:lnTo>
                  <a:cubicBezTo>
                    <a:pt x="13037" y="585267"/>
                    <a:pt x="13968" y="580611"/>
                    <a:pt x="14899" y="575489"/>
                  </a:cubicBezTo>
                  <a:lnTo>
                    <a:pt x="44233" y="581542"/>
                  </a:lnTo>
                  <a:cubicBezTo>
                    <a:pt x="43301" y="586663"/>
                    <a:pt x="42370" y="591320"/>
                    <a:pt x="41439" y="595976"/>
                  </a:cubicBezTo>
                  <a:close/>
                  <a:moveTo>
                    <a:pt x="1401012" y="583404"/>
                  </a:moveTo>
                  <a:cubicBezTo>
                    <a:pt x="1400080" y="578748"/>
                    <a:pt x="1399149" y="574092"/>
                    <a:pt x="1397752" y="568971"/>
                  </a:cubicBezTo>
                  <a:lnTo>
                    <a:pt x="1427085" y="562452"/>
                  </a:lnTo>
                  <a:cubicBezTo>
                    <a:pt x="1428016" y="567574"/>
                    <a:pt x="1429414" y="572230"/>
                    <a:pt x="1430345" y="577351"/>
                  </a:cubicBezTo>
                  <a:lnTo>
                    <a:pt x="1401012" y="583404"/>
                  </a:lnTo>
                  <a:close/>
                  <a:moveTo>
                    <a:pt x="47492" y="567574"/>
                  </a:moveTo>
                  <a:lnTo>
                    <a:pt x="18159" y="561055"/>
                  </a:lnTo>
                  <a:cubicBezTo>
                    <a:pt x="19090" y="555933"/>
                    <a:pt x="20487" y="551277"/>
                    <a:pt x="21884" y="546156"/>
                  </a:cubicBezTo>
                  <a:lnTo>
                    <a:pt x="50751" y="553605"/>
                  </a:lnTo>
                  <a:cubicBezTo>
                    <a:pt x="49820" y="558262"/>
                    <a:pt x="48423" y="562918"/>
                    <a:pt x="47492" y="567574"/>
                  </a:cubicBezTo>
                  <a:close/>
                  <a:moveTo>
                    <a:pt x="1394958" y="555002"/>
                  </a:moveTo>
                  <a:cubicBezTo>
                    <a:pt x="1393562" y="550346"/>
                    <a:pt x="1392631" y="545690"/>
                    <a:pt x="1391233" y="541034"/>
                  </a:cubicBezTo>
                  <a:lnTo>
                    <a:pt x="1420101" y="533119"/>
                  </a:lnTo>
                  <a:cubicBezTo>
                    <a:pt x="1421498" y="537775"/>
                    <a:pt x="1422895" y="542897"/>
                    <a:pt x="1423826" y="548018"/>
                  </a:cubicBezTo>
                  <a:lnTo>
                    <a:pt x="1394958" y="555002"/>
                  </a:lnTo>
                  <a:close/>
                  <a:moveTo>
                    <a:pt x="54476" y="539172"/>
                  </a:moveTo>
                  <a:lnTo>
                    <a:pt x="25608" y="531256"/>
                  </a:lnTo>
                  <a:cubicBezTo>
                    <a:pt x="27005" y="526135"/>
                    <a:pt x="28402" y="521479"/>
                    <a:pt x="29799" y="516823"/>
                  </a:cubicBezTo>
                  <a:lnTo>
                    <a:pt x="58667" y="525203"/>
                  </a:lnTo>
                  <a:cubicBezTo>
                    <a:pt x="57270" y="529860"/>
                    <a:pt x="55873" y="534516"/>
                    <a:pt x="54476" y="539172"/>
                  </a:cubicBezTo>
                  <a:close/>
                  <a:moveTo>
                    <a:pt x="1387043" y="527066"/>
                  </a:moveTo>
                  <a:cubicBezTo>
                    <a:pt x="1385646" y="522410"/>
                    <a:pt x="1384250" y="517754"/>
                    <a:pt x="1382853" y="513098"/>
                  </a:cubicBezTo>
                  <a:lnTo>
                    <a:pt x="1411255" y="504251"/>
                  </a:lnTo>
                  <a:cubicBezTo>
                    <a:pt x="1412652" y="508907"/>
                    <a:pt x="1414048" y="514029"/>
                    <a:pt x="1415911" y="518685"/>
                  </a:cubicBezTo>
                  <a:lnTo>
                    <a:pt x="1387043" y="527066"/>
                  </a:lnTo>
                  <a:close/>
                  <a:moveTo>
                    <a:pt x="62857" y="511235"/>
                  </a:moveTo>
                  <a:lnTo>
                    <a:pt x="34455" y="501923"/>
                  </a:lnTo>
                  <a:cubicBezTo>
                    <a:pt x="35852" y="497267"/>
                    <a:pt x="37714" y="492145"/>
                    <a:pt x="39111" y="487489"/>
                  </a:cubicBezTo>
                  <a:lnTo>
                    <a:pt x="67513" y="497267"/>
                  </a:lnTo>
                  <a:cubicBezTo>
                    <a:pt x="65651" y="501923"/>
                    <a:pt x="64254" y="506579"/>
                    <a:pt x="62857" y="511235"/>
                  </a:cubicBezTo>
                  <a:close/>
                  <a:moveTo>
                    <a:pt x="1378197" y="499130"/>
                  </a:moveTo>
                  <a:cubicBezTo>
                    <a:pt x="1376800" y="494473"/>
                    <a:pt x="1374937" y="489817"/>
                    <a:pt x="1373541" y="485161"/>
                  </a:cubicBezTo>
                  <a:lnTo>
                    <a:pt x="1401943" y="474918"/>
                  </a:lnTo>
                  <a:cubicBezTo>
                    <a:pt x="1403805" y="479574"/>
                    <a:pt x="1405202" y="484230"/>
                    <a:pt x="1407064" y="489352"/>
                  </a:cubicBezTo>
                  <a:lnTo>
                    <a:pt x="1378197" y="499130"/>
                  </a:lnTo>
                  <a:close/>
                  <a:moveTo>
                    <a:pt x="72169" y="483765"/>
                  </a:moveTo>
                  <a:lnTo>
                    <a:pt x="44233" y="473521"/>
                  </a:lnTo>
                  <a:cubicBezTo>
                    <a:pt x="46095" y="468865"/>
                    <a:pt x="47958" y="464209"/>
                    <a:pt x="49820" y="459088"/>
                  </a:cubicBezTo>
                  <a:lnTo>
                    <a:pt x="77756" y="470262"/>
                  </a:lnTo>
                  <a:cubicBezTo>
                    <a:pt x="75894" y="474452"/>
                    <a:pt x="74032" y="479109"/>
                    <a:pt x="72169" y="483765"/>
                  </a:cubicBezTo>
                  <a:close/>
                  <a:moveTo>
                    <a:pt x="1368419" y="471659"/>
                  </a:moveTo>
                  <a:cubicBezTo>
                    <a:pt x="1366556" y="467003"/>
                    <a:pt x="1364694" y="462812"/>
                    <a:pt x="1362832" y="458156"/>
                  </a:cubicBezTo>
                  <a:lnTo>
                    <a:pt x="1390768" y="446516"/>
                  </a:lnTo>
                  <a:cubicBezTo>
                    <a:pt x="1392631" y="451172"/>
                    <a:pt x="1394493" y="455828"/>
                    <a:pt x="1396355" y="460484"/>
                  </a:cubicBezTo>
                  <a:lnTo>
                    <a:pt x="1368419" y="471659"/>
                  </a:lnTo>
                  <a:close/>
                  <a:moveTo>
                    <a:pt x="82878" y="456294"/>
                  </a:moveTo>
                  <a:lnTo>
                    <a:pt x="55407" y="444654"/>
                  </a:lnTo>
                  <a:cubicBezTo>
                    <a:pt x="57270" y="439998"/>
                    <a:pt x="59598" y="435341"/>
                    <a:pt x="61460" y="430686"/>
                  </a:cubicBezTo>
                  <a:lnTo>
                    <a:pt x="88931" y="442791"/>
                  </a:lnTo>
                  <a:cubicBezTo>
                    <a:pt x="86603" y="447447"/>
                    <a:pt x="84740" y="452103"/>
                    <a:pt x="82878" y="456294"/>
                  </a:cubicBezTo>
                  <a:close/>
                  <a:moveTo>
                    <a:pt x="1357244" y="444654"/>
                  </a:moveTo>
                  <a:cubicBezTo>
                    <a:pt x="1355382" y="439998"/>
                    <a:pt x="1353519" y="435807"/>
                    <a:pt x="1351192" y="431617"/>
                  </a:cubicBezTo>
                  <a:lnTo>
                    <a:pt x="1378197" y="419045"/>
                  </a:lnTo>
                  <a:cubicBezTo>
                    <a:pt x="1380525" y="423701"/>
                    <a:pt x="1382387" y="428358"/>
                    <a:pt x="1384250" y="433014"/>
                  </a:cubicBezTo>
                  <a:lnTo>
                    <a:pt x="1357244" y="444654"/>
                  </a:lnTo>
                  <a:close/>
                  <a:moveTo>
                    <a:pt x="94518" y="429754"/>
                  </a:moveTo>
                  <a:lnTo>
                    <a:pt x="67513" y="417183"/>
                  </a:lnTo>
                  <a:cubicBezTo>
                    <a:pt x="69841" y="412527"/>
                    <a:pt x="71704" y="407871"/>
                    <a:pt x="74032" y="403215"/>
                  </a:cubicBezTo>
                  <a:lnTo>
                    <a:pt x="101037" y="416252"/>
                  </a:lnTo>
                  <a:cubicBezTo>
                    <a:pt x="98709" y="420908"/>
                    <a:pt x="96846" y="425098"/>
                    <a:pt x="94518" y="429754"/>
                  </a:cubicBezTo>
                  <a:close/>
                  <a:moveTo>
                    <a:pt x="1345138" y="418580"/>
                  </a:moveTo>
                  <a:cubicBezTo>
                    <a:pt x="1342811" y="414389"/>
                    <a:pt x="1340948" y="409733"/>
                    <a:pt x="1338620" y="405543"/>
                  </a:cubicBezTo>
                  <a:lnTo>
                    <a:pt x="1365160" y="392040"/>
                  </a:lnTo>
                  <a:cubicBezTo>
                    <a:pt x="1367488" y="396696"/>
                    <a:pt x="1369816" y="400887"/>
                    <a:pt x="1372144" y="405543"/>
                  </a:cubicBezTo>
                  <a:lnTo>
                    <a:pt x="1345138" y="418580"/>
                  </a:lnTo>
                  <a:close/>
                  <a:moveTo>
                    <a:pt x="107555" y="403680"/>
                  </a:moveTo>
                  <a:lnTo>
                    <a:pt x="81016" y="389712"/>
                  </a:lnTo>
                  <a:cubicBezTo>
                    <a:pt x="83344" y="385056"/>
                    <a:pt x="85672" y="380866"/>
                    <a:pt x="88000" y="376210"/>
                  </a:cubicBezTo>
                  <a:lnTo>
                    <a:pt x="114074" y="390643"/>
                  </a:lnTo>
                  <a:cubicBezTo>
                    <a:pt x="112211" y="394834"/>
                    <a:pt x="109883" y="399024"/>
                    <a:pt x="107555" y="403680"/>
                  </a:cubicBezTo>
                  <a:close/>
                  <a:moveTo>
                    <a:pt x="1331636" y="392506"/>
                  </a:moveTo>
                  <a:cubicBezTo>
                    <a:pt x="1329308" y="388315"/>
                    <a:pt x="1326980" y="384125"/>
                    <a:pt x="1324652" y="379934"/>
                  </a:cubicBezTo>
                  <a:lnTo>
                    <a:pt x="1350726" y="365035"/>
                  </a:lnTo>
                  <a:cubicBezTo>
                    <a:pt x="1353054" y="369226"/>
                    <a:pt x="1355848" y="373882"/>
                    <a:pt x="1358175" y="378072"/>
                  </a:cubicBezTo>
                  <a:lnTo>
                    <a:pt x="1331636" y="392506"/>
                  </a:lnTo>
                  <a:close/>
                  <a:moveTo>
                    <a:pt x="121523" y="378072"/>
                  </a:moveTo>
                  <a:lnTo>
                    <a:pt x="95449" y="363173"/>
                  </a:lnTo>
                  <a:cubicBezTo>
                    <a:pt x="97778" y="358982"/>
                    <a:pt x="100571" y="354326"/>
                    <a:pt x="103365" y="350136"/>
                  </a:cubicBezTo>
                  <a:lnTo>
                    <a:pt x="128973" y="365501"/>
                  </a:lnTo>
                  <a:cubicBezTo>
                    <a:pt x="126645" y="369226"/>
                    <a:pt x="123851" y="373416"/>
                    <a:pt x="121523" y="378072"/>
                  </a:cubicBezTo>
                  <a:close/>
                  <a:moveTo>
                    <a:pt x="1317202" y="367363"/>
                  </a:moveTo>
                  <a:cubicBezTo>
                    <a:pt x="1314874" y="363173"/>
                    <a:pt x="1312080" y="358982"/>
                    <a:pt x="1309752" y="354792"/>
                  </a:cubicBezTo>
                  <a:lnTo>
                    <a:pt x="1335361" y="338961"/>
                  </a:lnTo>
                  <a:cubicBezTo>
                    <a:pt x="1338154" y="343152"/>
                    <a:pt x="1340482" y="347342"/>
                    <a:pt x="1343276" y="351998"/>
                  </a:cubicBezTo>
                  <a:lnTo>
                    <a:pt x="1317202" y="367363"/>
                  </a:lnTo>
                  <a:close/>
                  <a:moveTo>
                    <a:pt x="136889" y="352929"/>
                  </a:moveTo>
                  <a:lnTo>
                    <a:pt x="111746" y="337099"/>
                  </a:lnTo>
                  <a:cubicBezTo>
                    <a:pt x="114539" y="332908"/>
                    <a:pt x="117333" y="328718"/>
                    <a:pt x="120127" y="324527"/>
                  </a:cubicBezTo>
                  <a:lnTo>
                    <a:pt x="145269" y="341289"/>
                  </a:lnTo>
                  <a:cubicBezTo>
                    <a:pt x="142010" y="344548"/>
                    <a:pt x="139217" y="348739"/>
                    <a:pt x="136889" y="352929"/>
                  </a:cubicBezTo>
                  <a:close/>
                  <a:moveTo>
                    <a:pt x="1301837" y="342686"/>
                  </a:moveTo>
                  <a:cubicBezTo>
                    <a:pt x="1299043" y="338496"/>
                    <a:pt x="1296250" y="334771"/>
                    <a:pt x="1293922" y="330580"/>
                  </a:cubicBezTo>
                  <a:lnTo>
                    <a:pt x="1318599" y="313818"/>
                  </a:lnTo>
                  <a:cubicBezTo>
                    <a:pt x="1321392" y="318009"/>
                    <a:pt x="1324186" y="322199"/>
                    <a:pt x="1326980" y="326390"/>
                  </a:cubicBezTo>
                  <a:lnTo>
                    <a:pt x="1301837" y="342686"/>
                  </a:lnTo>
                  <a:close/>
                  <a:moveTo>
                    <a:pt x="152719" y="328718"/>
                  </a:moveTo>
                  <a:lnTo>
                    <a:pt x="128042" y="311490"/>
                  </a:lnTo>
                  <a:cubicBezTo>
                    <a:pt x="130836" y="307300"/>
                    <a:pt x="134095" y="303110"/>
                    <a:pt x="136889" y="298919"/>
                  </a:cubicBezTo>
                  <a:lnTo>
                    <a:pt x="161100" y="316612"/>
                  </a:lnTo>
                  <a:cubicBezTo>
                    <a:pt x="158306" y="320337"/>
                    <a:pt x="155513" y="324527"/>
                    <a:pt x="152719" y="328718"/>
                  </a:cubicBezTo>
                  <a:close/>
                  <a:moveTo>
                    <a:pt x="1285541" y="318474"/>
                  </a:moveTo>
                  <a:cubicBezTo>
                    <a:pt x="1282747" y="314750"/>
                    <a:pt x="1279954" y="310559"/>
                    <a:pt x="1276694" y="306834"/>
                  </a:cubicBezTo>
                  <a:lnTo>
                    <a:pt x="1300906" y="288676"/>
                  </a:lnTo>
                  <a:cubicBezTo>
                    <a:pt x="1304165" y="292866"/>
                    <a:pt x="1306959" y="296591"/>
                    <a:pt x="1309752" y="300781"/>
                  </a:cubicBezTo>
                  <a:lnTo>
                    <a:pt x="1285541" y="318474"/>
                  </a:lnTo>
                  <a:close/>
                  <a:moveTo>
                    <a:pt x="169947" y="304972"/>
                  </a:moveTo>
                  <a:lnTo>
                    <a:pt x="146201" y="286813"/>
                  </a:lnTo>
                  <a:cubicBezTo>
                    <a:pt x="149460" y="282623"/>
                    <a:pt x="152253" y="278898"/>
                    <a:pt x="155513" y="274708"/>
                  </a:cubicBezTo>
                  <a:lnTo>
                    <a:pt x="179259" y="293332"/>
                  </a:lnTo>
                  <a:cubicBezTo>
                    <a:pt x="176000" y="297057"/>
                    <a:pt x="172740" y="300781"/>
                    <a:pt x="169947" y="304972"/>
                  </a:cubicBezTo>
                  <a:close/>
                  <a:moveTo>
                    <a:pt x="1267848" y="295194"/>
                  </a:moveTo>
                  <a:cubicBezTo>
                    <a:pt x="1265054" y="291469"/>
                    <a:pt x="1261795" y="287745"/>
                    <a:pt x="1258536" y="284020"/>
                  </a:cubicBezTo>
                  <a:lnTo>
                    <a:pt x="1281816" y="264930"/>
                  </a:lnTo>
                  <a:cubicBezTo>
                    <a:pt x="1285075" y="268655"/>
                    <a:pt x="1288335" y="272845"/>
                    <a:pt x="1291128" y="276570"/>
                  </a:cubicBezTo>
                  <a:lnTo>
                    <a:pt x="1267848" y="295194"/>
                  </a:lnTo>
                  <a:close/>
                  <a:moveTo>
                    <a:pt x="188105" y="282157"/>
                  </a:moveTo>
                  <a:lnTo>
                    <a:pt x="164825" y="263067"/>
                  </a:lnTo>
                  <a:cubicBezTo>
                    <a:pt x="168084" y="259343"/>
                    <a:pt x="171343" y="255152"/>
                    <a:pt x="174603" y="251427"/>
                  </a:cubicBezTo>
                  <a:lnTo>
                    <a:pt x="197417" y="270983"/>
                  </a:lnTo>
                  <a:cubicBezTo>
                    <a:pt x="194158" y="274708"/>
                    <a:pt x="190899" y="278432"/>
                    <a:pt x="188105" y="282157"/>
                  </a:cubicBezTo>
                  <a:close/>
                  <a:moveTo>
                    <a:pt x="1249689" y="272845"/>
                  </a:moveTo>
                  <a:cubicBezTo>
                    <a:pt x="1246430" y="269120"/>
                    <a:pt x="1243171" y="265395"/>
                    <a:pt x="1239911" y="261670"/>
                  </a:cubicBezTo>
                  <a:lnTo>
                    <a:pt x="1262260" y="241649"/>
                  </a:lnTo>
                  <a:cubicBezTo>
                    <a:pt x="1265520" y="245374"/>
                    <a:pt x="1268779" y="249099"/>
                    <a:pt x="1272038" y="253290"/>
                  </a:cubicBezTo>
                  <a:lnTo>
                    <a:pt x="1249689" y="272845"/>
                  </a:lnTo>
                  <a:close/>
                  <a:moveTo>
                    <a:pt x="207195" y="259808"/>
                  </a:moveTo>
                  <a:lnTo>
                    <a:pt x="184846" y="239787"/>
                  </a:lnTo>
                  <a:cubicBezTo>
                    <a:pt x="188105" y="236062"/>
                    <a:pt x="191830" y="232337"/>
                    <a:pt x="195089" y="228613"/>
                  </a:cubicBezTo>
                  <a:lnTo>
                    <a:pt x="216973" y="249099"/>
                  </a:lnTo>
                  <a:cubicBezTo>
                    <a:pt x="213714" y="252824"/>
                    <a:pt x="210454" y="256083"/>
                    <a:pt x="207195" y="259808"/>
                  </a:cubicBezTo>
                  <a:close/>
                  <a:moveTo>
                    <a:pt x="1230134" y="250962"/>
                  </a:moveTo>
                  <a:cubicBezTo>
                    <a:pt x="1226874" y="247237"/>
                    <a:pt x="1223615" y="243978"/>
                    <a:pt x="1219890" y="240253"/>
                  </a:cubicBezTo>
                  <a:lnTo>
                    <a:pt x="1241308" y="219300"/>
                  </a:lnTo>
                  <a:cubicBezTo>
                    <a:pt x="1245033" y="223025"/>
                    <a:pt x="1248292" y="226750"/>
                    <a:pt x="1251552" y="230475"/>
                  </a:cubicBezTo>
                  <a:lnTo>
                    <a:pt x="1230134" y="250962"/>
                  </a:lnTo>
                  <a:close/>
                  <a:moveTo>
                    <a:pt x="226751" y="238390"/>
                  </a:moveTo>
                  <a:lnTo>
                    <a:pt x="205333" y="217438"/>
                  </a:lnTo>
                  <a:cubicBezTo>
                    <a:pt x="209058" y="213713"/>
                    <a:pt x="212317" y="210454"/>
                    <a:pt x="216042" y="206729"/>
                  </a:cubicBezTo>
                  <a:lnTo>
                    <a:pt x="236994" y="228147"/>
                  </a:lnTo>
                  <a:cubicBezTo>
                    <a:pt x="233735" y="231872"/>
                    <a:pt x="230475" y="235131"/>
                    <a:pt x="226751" y="238390"/>
                  </a:cubicBezTo>
                  <a:close/>
                  <a:moveTo>
                    <a:pt x="1210113" y="230009"/>
                  </a:moveTo>
                  <a:cubicBezTo>
                    <a:pt x="1206853" y="226750"/>
                    <a:pt x="1203128" y="223025"/>
                    <a:pt x="1199869" y="219766"/>
                  </a:cubicBezTo>
                  <a:lnTo>
                    <a:pt x="1220356" y="197883"/>
                  </a:lnTo>
                  <a:cubicBezTo>
                    <a:pt x="1224081" y="201142"/>
                    <a:pt x="1227806" y="204867"/>
                    <a:pt x="1231065" y="208591"/>
                  </a:cubicBezTo>
                  <a:lnTo>
                    <a:pt x="1210113" y="230009"/>
                  </a:lnTo>
                  <a:close/>
                  <a:moveTo>
                    <a:pt x="247703" y="218369"/>
                  </a:moveTo>
                  <a:lnTo>
                    <a:pt x="227216" y="196486"/>
                  </a:lnTo>
                  <a:cubicBezTo>
                    <a:pt x="230941" y="193227"/>
                    <a:pt x="234666" y="189502"/>
                    <a:pt x="238391" y="186242"/>
                  </a:cubicBezTo>
                  <a:lnTo>
                    <a:pt x="258412" y="208591"/>
                  </a:lnTo>
                  <a:cubicBezTo>
                    <a:pt x="254687" y="211385"/>
                    <a:pt x="251428" y="214644"/>
                    <a:pt x="247703" y="218369"/>
                  </a:cubicBezTo>
                  <a:close/>
                  <a:moveTo>
                    <a:pt x="1188695" y="209988"/>
                  </a:moveTo>
                  <a:cubicBezTo>
                    <a:pt x="1184970" y="206729"/>
                    <a:pt x="1181245" y="203470"/>
                    <a:pt x="1177986" y="200211"/>
                  </a:cubicBezTo>
                  <a:lnTo>
                    <a:pt x="1197541" y="177396"/>
                  </a:lnTo>
                  <a:cubicBezTo>
                    <a:pt x="1201266" y="180655"/>
                    <a:pt x="1204991" y="183914"/>
                    <a:pt x="1208716" y="187639"/>
                  </a:cubicBezTo>
                  <a:lnTo>
                    <a:pt x="1188695" y="209988"/>
                  </a:lnTo>
                  <a:close/>
                  <a:moveTo>
                    <a:pt x="269586" y="198814"/>
                  </a:moveTo>
                  <a:lnTo>
                    <a:pt x="250031" y="175999"/>
                  </a:lnTo>
                  <a:cubicBezTo>
                    <a:pt x="253756" y="172740"/>
                    <a:pt x="257946" y="169481"/>
                    <a:pt x="261671" y="166221"/>
                  </a:cubicBezTo>
                  <a:lnTo>
                    <a:pt x="280761" y="189502"/>
                  </a:lnTo>
                  <a:cubicBezTo>
                    <a:pt x="276571" y="192295"/>
                    <a:pt x="272846" y="195555"/>
                    <a:pt x="269586" y="198814"/>
                  </a:cubicBezTo>
                  <a:close/>
                  <a:moveTo>
                    <a:pt x="1166811" y="190898"/>
                  </a:moveTo>
                  <a:cubicBezTo>
                    <a:pt x="1163086" y="187639"/>
                    <a:pt x="1159361" y="184846"/>
                    <a:pt x="1155636" y="181586"/>
                  </a:cubicBezTo>
                  <a:lnTo>
                    <a:pt x="1174261" y="158306"/>
                  </a:lnTo>
                  <a:cubicBezTo>
                    <a:pt x="1177986" y="161565"/>
                    <a:pt x="1182176" y="164825"/>
                    <a:pt x="1185901" y="168084"/>
                  </a:cubicBezTo>
                  <a:lnTo>
                    <a:pt x="1166811" y="190898"/>
                  </a:lnTo>
                  <a:close/>
                  <a:moveTo>
                    <a:pt x="291936" y="180189"/>
                  </a:moveTo>
                  <a:lnTo>
                    <a:pt x="273311" y="156909"/>
                  </a:lnTo>
                  <a:cubicBezTo>
                    <a:pt x="277502" y="153650"/>
                    <a:pt x="281227" y="150856"/>
                    <a:pt x="285417" y="147597"/>
                  </a:cubicBezTo>
                  <a:lnTo>
                    <a:pt x="303576" y="171343"/>
                  </a:lnTo>
                  <a:cubicBezTo>
                    <a:pt x="299385" y="174137"/>
                    <a:pt x="295661" y="176930"/>
                    <a:pt x="291936" y="180189"/>
                  </a:cubicBezTo>
                  <a:close/>
                  <a:moveTo>
                    <a:pt x="1143996" y="172740"/>
                  </a:moveTo>
                  <a:cubicBezTo>
                    <a:pt x="1140272" y="169946"/>
                    <a:pt x="1136081" y="166687"/>
                    <a:pt x="1132356" y="163893"/>
                  </a:cubicBezTo>
                  <a:lnTo>
                    <a:pt x="1150049" y="139682"/>
                  </a:lnTo>
                  <a:cubicBezTo>
                    <a:pt x="1154240" y="142475"/>
                    <a:pt x="1157965" y="145735"/>
                    <a:pt x="1162155" y="148994"/>
                  </a:cubicBezTo>
                  <a:lnTo>
                    <a:pt x="1143996" y="172740"/>
                  </a:lnTo>
                  <a:close/>
                  <a:moveTo>
                    <a:pt x="314750" y="162497"/>
                  </a:moveTo>
                  <a:lnTo>
                    <a:pt x="297057" y="138285"/>
                  </a:lnTo>
                  <a:cubicBezTo>
                    <a:pt x="301248" y="135491"/>
                    <a:pt x="305438" y="132232"/>
                    <a:pt x="309629" y="129438"/>
                  </a:cubicBezTo>
                  <a:lnTo>
                    <a:pt x="326856" y="154116"/>
                  </a:lnTo>
                  <a:cubicBezTo>
                    <a:pt x="322666" y="156909"/>
                    <a:pt x="318941" y="159703"/>
                    <a:pt x="314750" y="162497"/>
                  </a:cubicBezTo>
                  <a:close/>
                  <a:moveTo>
                    <a:pt x="1120716" y="155512"/>
                  </a:moveTo>
                  <a:cubicBezTo>
                    <a:pt x="1116525" y="152719"/>
                    <a:pt x="1112801" y="149925"/>
                    <a:pt x="1108610" y="147131"/>
                  </a:cubicBezTo>
                  <a:lnTo>
                    <a:pt x="1125372" y="122454"/>
                  </a:lnTo>
                  <a:cubicBezTo>
                    <a:pt x="1129563" y="125248"/>
                    <a:pt x="1133753" y="128042"/>
                    <a:pt x="1137944" y="131301"/>
                  </a:cubicBezTo>
                  <a:lnTo>
                    <a:pt x="1120716" y="155512"/>
                  </a:lnTo>
                  <a:close/>
                  <a:moveTo>
                    <a:pt x="338962" y="145735"/>
                  </a:moveTo>
                  <a:lnTo>
                    <a:pt x="322200" y="120592"/>
                  </a:lnTo>
                  <a:cubicBezTo>
                    <a:pt x="326391" y="117798"/>
                    <a:pt x="330581" y="115005"/>
                    <a:pt x="334772" y="112211"/>
                  </a:cubicBezTo>
                  <a:lnTo>
                    <a:pt x="351068" y="137354"/>
                  </a:lnTo>
                  <a:cubicBezTo>
                    <a:pt x="346877" y="140147"/>
                    <a:pt x="342687" y="142941"/>
                    <a:pt x="338962" y="145735"/>
                  </a:cubicBezTo>
                  <a:close/>
                  <a:moveTo>
                    <a:pt x="1096504" y="139216"/>
                  </a:moveTo>
                  <a:cubicBezTo>
                    <a:pt x="1092314" y="136423"/>
                    <a:pt x="1088124" y="134095"/>
                    <a:pt x="1083933" y="131301"/>
                  </a:cubicBezTo>
                  <a:lnTo>
                    <a:pt x="1099764" y="105693"/>
                  </a:lnTo>
                  <a:cubicBezTo>
                    <a:pt x="1103954" y="108486"/>
                    <a:pt x="1108610" y="110814"/>
                    <a:pt x="1112801" y="113608"/>
                  </a:cubicBezTo>
                  <a:lnTo>
                    <a:pt x="1096504" y="139216"/>
                  </a:lnTo>
                  <a:close/>
                  <a:moveTo>
                    <a:pt x="363173" y="129904"/>
                  </a:moveTo>
                  <a:lnTo>
                    <a:pt x="347808" y="104296"/>
                  </a:lnTo>
                  <a:cubicBezTo>
                    <a:pt x="351999" y="101502"/>
                    <a:pt x="356655" y="99174"/>
                    <a:pt x="360845" y="96380"/>
                  </a:cubicBezTo>
                  <a:lnTo>
                    <a:pt x="375745" y="122454"/>
                  </a:lnTo>
                  <a:cubicBezTo>
                    <a:pt x="371554" y="125248"/>
                    <a:pt x="367364" y="127576"/>
                    <a:pt x="363173" y="129904"/>
                  </a:cubicBezTo>
                  <a:close/>
                  <a:moveTo>
                    <a:pt x="1071362" y="123851"/>
                  </a:moveTo>
                  <a:cubicBezTo>
                    <a:pt x="1067171" y="121523"/>
                    <a:pt x="1062981" y="119195"/>
                    <a:pt x="1058790" y="116401"/>
                  </a:cubicBezTo>
                  <a:lnTo>
                    <a:pt x="1073224" y="90327"/>
                  </a:lnTo>
                  <a:cubicBezTo>
                    <a:pt x="1077880" y="92656"/>
                    <a:pt x="1082071" y="95449"/>
                    <a:pt x="1086261" y="97777"/>
                  </a:cubicBezTo>
                  <a:lnTo>
                    <a:pt x="1071362" y="123851"/>
                  </a:lnTo>
                  <a:close/>
                  <a:moveTo>
                    <a:pt x="388316" y="115470"/>
                  </a:moveTo>
                  <a:lnTo>
                    <a:pt x="373883" y="89396"/>
                  </a:lnTo>
                  <a:cubicBezTo>
                    <a:pt x="378073" y="87068"/>
                    <a:pt x="382729" y="84740"/>
                    <a:pt x="387385" y="82412"/>
                  </a:cubicBezTo>
                  <a:lnTo>
                    <a:pt x="401353" y="108952"/>
                  </a:lnTo>
                  <a:cubicBezTo>
                    <a:pt x="397163" y="110814"/>
                    <a:pt x="392507" y="113142"/>
                    <a:pt x="388316" y="115470"/>
                  </a:cubicBezTo>
                  <a:close/>
                  <a:moveTo>
                    <a:pt x="1045753" y="109417"/>
                  </a:moveTo>
                  <a:cubicBezTo>
                    <a:pt x="1041563" y="107089"/>
                    <a:pt x="1036907" y="104761"/>
                    <a:pt x="1032716" y="102899"/>
                  </a:cubicBezTo>
                  <a:lnTo>
                    <a:pt x="1046219" y="75894"/>
                  </a:lnTo>
                  <a:cubicBezTo>
                    <a:pt x="1050875" y="78222"/>
                    <a:pt x="1055065" y="80550"/>
                    <a:pt x="1059722" y="82878"/>
                  </a:cubicBezTo>
                  <a:lnTo>
                    <a:pt x="1045753" y="109417"/>
                  </a:lnTo>
                  <a:close/>
                  <a:moveTo>
                    <a:pt x="414390" y="101968"/>
                  </a:moveTo>
                  <a:lnTo>
                    <a:pt x="400888" y="74963"/>
                  </a:lnTo>
                  <a:cubicBezTo>
                    <a:pt x="405544" y="72635"/>
                    <a:pt x="409734" y="70307"/>
                    <a:pt x="414390" y="68444"/>
                  </a:cubicBezTo>
                  <a:lnTo>
                    <a:pt x="427427" y="95449"/>
                  </a:lnTo>
                  <a:cubicBezTo>
                    <a:pt x="422771" y="97777"/>
                    <a:pt x="418581" y="99640"/>
                    <a:pt x="414390" y="101968"/>
                  </a:cubicBezTo>
                  <a:close/>
                  <a:moveTo>
                    <a:pt x="1019679" y="96380"/>
                  </a:moveTo>
                  <a:cubicBezTo>
                    <a:pt x="1015489" y="94518"/>
                    <a:pt x="1010833" y="92190"/>
                    <a:pt x="1006642" y="90327"/>
                  </a:cubicBezTo>
                  <a:lnTo>
                    <a:pt x="1018748" y="62857"/>
                  </a:lnTo>
                  <a:cubicBezTo>
                    <a:pt x="1023404" y="64719"/>
                    <a:pt x="1028060" y="67047"/>
                    <a:pt x="1032716" y="69375"/>
                  </a:cubicBezTo>
                  <a:lnTo>
                    <a:pt x="1019679" y="96380"/>
                  </a:lnTo>
                  <a:close/>
                  <a:moveTo>
                    <a:pt x="440464" y="89396"/>
                  </a:moveTo>
                  <a:lnTo>
                    <a:pt x="428358" y="61926"/>
                  </a:lnTo>
                  <a:cubicBezTo>
                    <a:pt x="433014" y="60063"/>
                    <a:pt x="437671" y="57735"/>
                    <a:pt x="442327" y="55873"/>
                  </a:cubicBezTo>
                  <a:lnTo>
                    <a:pt x="453967" y="83344"/>
                  </a:lnTo>
                  <a:cubicBezTo>
                    <a:pt x="449311" y="85672"/>
                    <a:pt x="445120" y="87534"/>
                    <a:pt x="440464" y="89396"/>
                  </a:cubicBezTo>
                  <a:close/>
                  <a:moveTo>
                    <a:pt x="993140" y="84275"/>
                  </a:moveTo>
                  <a:cubicBezTo>
                    <a:pt x="988484" y="82412"/>
                    <a:pt x="984293" y="80550"/>
                    <a:pt x="979637" y="78687"/>
                  </a:cubicBezTo>
                  <a:lnTo>
                    <a:pt x="990812" y="50751"/>
                  </a:lnTo>
                  <a:cubicBezTo>
                    <a:pt x="995468" y="52614"/>
                    <a:pt x="1000124" y="54476"/>
                    <a:pt x="1004780" y="56804"/>
                  </a:cubicBezTo>
                  <a:lnTo>
                    <a:pt x="993140" y="84275"/>
                  </a:lnTo>
                  <a:close/>
                  <a:moveTo>
                    <a:pt x="467469" y="78222"/>
                  </a:moveTo>
                  <a:lnTo>
                    <a:pt x="456295" y="50286"/>
                  </a:lnTo>
                  <a:cubicBezTo>
                    <a:pt x="460951" y="48423"/>
                    <a:pt x="465607" y="46561"/>
                    <a:pt x="470263" y="44698"/>
                  </a:cubicBezTo>
                  <a:lnTo>
                    <a:pt x="480506" y="72635"/>
                  </a:lnTo>
                  <a:cubicBezTo>
                    <a:pt x="476316" y="74963"/>
                    <a:pt x="471660" y="76359"/>
                    <a:pt x="467469" y="78222"/>
                  </a:cubicBezTo>
                  <a:close/>
                  <a:moveTo>
                    <a:pt x="966134" y="73566"/>
                  </a:moveTo>
                  <a:cubicBezTo>
                    <a:pt x="961478" y="71703"/>
                    <a:pt x="956822" y="70307"/>
                    <a:pt x="952166" y="68444"/>
                  </a:cubicBezTo>
                  <a:lnTo>
                    <a:pt x="961944" y="40042"/>
                  </a:lnTo>
                  <a:cubicBezTo>
                    <a:pt x="966600" y="41905"/>
                    <a:pt x="971722" y="43301"/>
                    <a:pt x="976378" y="45164"/>
                  </a:cubicBezTo>
                  <a:lnTo>
                    <a:pt x="966134" y="73566"/>
                  </a:lnTo>
                  <a:close/>
                  <a:moveTo>
                    <a:pt x="494475" y="67978"/>
                  </a:moveTo>
                  <a:lnTo>
                    <a:pt x="484697" y="39576"/>
                  </a:lnTo>
                  <a:cubicBezTo>
                    <a:pt x="489353" y="37714"/>
                    <a:pt x="494475" y="36317"/>
                    <a:pt x="499131" y="34920"/>
                  </a:cubicBezTo>
                  <a:lnTo>
                    <a:pt x="508443" y="63322"/>
                  </a:lnTo>
                  <a:cubicBezTo>
                    <a:pt x="503787" y="65185"/>
                    <a:pt x="499131" y="66582"/>
                    <a:pt x="494475" y="67978"/>
                  </a:cubicBezTo>
                  <a:close/>
                  <a:moveTo>
                    <a:pt x="938664" y="63788"/>
                  </a:moveTo>
                  <a:cubicBezTo>
                    <a:pt x="934008" y="62391"/>
                    <a:pt x="929351" y="60994"/>
                    <a:pt x="924695" y="59598"/>
                  </a:cubicBezTo>
                  <a:lnTo>
                    <a:pt x="933076" y="30730"/>
                  </a:lnTo>
                  <a:cubicBezTo>
                    <a:pt x="937732" y="32127"/>
                    <a:pt x="942854" y="33524"/>
                    <a:pt x="947510" y="35386"/>
                  </a:cubicBezTo>
                  <a:lnTo>
                    <a:pt x="938664" y="63788"/>
                  </a:lnTo>
                  <a:close/>
                  <a:moveTo>
                    <a:pt x="522411" y="59132"/>
                  </a:moveTo>
                  <a:lnTo>
                    <a:pt x="513565" y="30264"/>
                  </a:lnTo>
                  <a:cubicBezTo>
                    <a:pt x="518221" y="28868"/>
                    <a:pt x="523342" y="27471"/>
                    <a:pt x="527998" y="26074"/>
                  </a:cubicBezTo>
                  <a:lnTo>
                    <a:pt x="535914" y="54942"/>
                  </a:lnTo>
                  <a:cubicBezTo>
                    <a:pt x="531723" y="56338"/>
                    <a:pt x="527067" y="57735"/>
                    <a:pt x="522411" y="59132"/>
                  </a:cubicBezTo>
                  <a:close/>
                  <a:moveTo>
                    <a:pt x="910727" y="55407"/>
                  </a:moveTo>
                  <a:cubicBezTo>
                    <a:pt x="906071" y="54010"/>
                    <a:pt x="901415" y="52614"/>
                    <a:pt x="896759" y="51682"/>
                  </a:cubicBezTo>
                  <a:lnTo>
                    <a:pt x="904209" y="22815"/>
                  </a:lnTo>
                  <a:cubicBezTo>
                    <a:pt x="909330" y="24212"/>
                    <a:pt x="913986" y="25608"/>
                    <a:pt x="919108" y="26540"/>
                  </a:cubicBezTo>
                  <a:lnTo>
                    <a:pt x="910727" y="55407"/>
                  </a:lnTo>
                  <a:close/>
                  <a:moveTo>
                    <a:pt x="550347" y="51217"/>
                  </a:moveTo>
                  <a:lnTo>
                    <a:pt x="542898" y="22349"/>
                  </a:lnTo>
                  <a:cubicBezTo>
                    <a:pt x="548019" y="20952"/>
                    <a:pt x="552676" y="20021"/>
                    <a:pt x="557797" y="18624"/>
                  </a:cubicBezTo>
                  <a:lnTo>
                    <a:pt x="564781" y="47957"/>
                  </a:lnTo>
                  <a:cubicBezTo>
                    <a:pt x="559660" y="48889"/>
                    <a:pt x="555004" y="50286"/>
                    <a:pt x="550347" y="51217"/>
                  </a:cubicBezTo>
                  <a:close/>
                  <a:moveTo>
                    <a:pt x="882325" y="47957"/>
                  </a:moveTo>
                  <a:cubicBezTo>
                    <a:pt x="877669" y="47026"/>
                    <a:pt x="873013" y="45629"/>
                    <a:pt x="867891" y="44698"/>
                  </a:cubicBezTo>
                  <a:lnTo>
                    <a:pt x="873944" y="15365"/>
                  </a:lnTo>
                  <a:cubicBezTo>
                    <a:pt x="879066" y="16296"/>
                    <a:pt x="883722" y="17693"/>
                    <a:pt x="888844" y="18624"/>
                  </a:cubicBezTo>
                  <a:lnTo>
                    <a:pt x="882325" y="47957"/>
                  </a:lnTo>
                  <a:close/>
                  <a:moveTo>
                    <a:pt x="578749" y="44698"/>
                  </a:moveTo>
                  <a:lnTo>
                    <a:pt x="572697" y="15365"/>
                  </a:lnTo>
                  <a:cubicBezTo>
                    <a:pt x="577818" y="14434"/>
                    <a:pt x="582474" y="13503"/>
                    <a:pt x="587596" y="12571"/>
                  </a:cubicBezTo>
                  <a:lnTo>
                    <a:pt x="593183" y="41905"/>
                  </a:lnTo>
                  <a:cubicBezTo>
                    <a:pt x="588062" y="42836"/>
                    <a:pt x="583406" y="43767"/>
                    <a:pt x="578749" y="44698"/>
                  </a:cubicBezTo>
                  <a:close/>
                  <a:moveTo>
                    <a:pt x="853923" y="41905"/>
                  </a:moveTo>
                  <a:cubicBezTo>
                    <a:pt x="849267" y="40973"/>
                    <a:pt x="844611" y="40042"/>
                    <a:pt x="839489" y="39111"/>
                  </a:cubicBezTo>
                  <a:lnTo>
                    <a:pt x="844611" y="9778"/>
                  </a:lnTo>
                  <a:cubicBezTo>
                    <a:pt x="849733" y="10709"/>
                    <a:pt x="854389" y="11640"/>
                    <a:pt x="859510" y="12571"/>
                  </a:cubicBezTo>
                  <a:lnTo>
                    <a:pt x="853923" y="41905"/>
                  </a:lnTo>
                  <a:close/>
                  <a:moveTo>
                    <a:pt x="607152" y="39111"/>
                  </a:moveTo>
                  <a:lnTo>
                    <a:pt x="602030" y="9312"/>
                  </a:lnTo>
                  <a:cubicBezTo>
                    <a:pt x="607152" y="8381"/>
                    <a:pt x="611808" y="7915"/>
                    <a:pt x="616929" y="6984"/>
                  </a:cubicBezTo>
                  <a:lnTo>
                    <a:pt x="621120" y="36783"/>
                  </a:lnTo>
                  <a:cubicBezTo>
                    <a:pt x="616929" y="37714"/>
                    <a:pt x="612273" y="38180"/>
                    <a:pt x="607152" y="39111"/>
                  </a:cubicBezTo>
                  <a:close/>
                  <a:moveTo>
                    <a:pt x="825056" y="37248"/>
                  </a:moveTo>
                  <a:cubicBezTo>
                    <a:pt x="820400" y="36317"/>
                    <a:pt x="815278" y="35852"/>
                    <a:pt x="810622" y="35386"/>
                  </a:cubicBezTo>
                  <a:lnTo>
                    <a:pt x="814347" y="5587"/>
                  </a:lnTo>
                  <a:cubicBezTo>
                    <a:pt x="819468" y="6053"/>
                    <a:pt x="824590" y="6984"/>
                    <a:pt x="829246" y="7450"/>
                  </a:cubicBezTo>
                  <a:lnTo>
                    <a:pt x="825056" y="37248"/>
                  </a:lnTo>
                  <a:close/>
                  <a:moveTo>
                    <a:pt x="636019" y="34920"/>
                  </a:moveTo>
                  <a:lnTo>
                    <a:pt x="632294" y="5122"/>
                  </a:lnTo>
                  <a:cubicBezTo>
                    <a:pt x="637416" y="4656"/>
                    <a:pt x="642538" y="3725"/>
                    <a:pt x="647194" y="3259"/>
                  </a:cubicBezTo>
                  <a:lnTo>
                    <a:pt x="650453" y="33058"/>
                  </a:lnTo>
                  <a:cubicBezTo>
                    <a:pt x="645797" y="33989"/>
                    <a:pt x="641141" y="34455"/>
                    <a:pt x="636019" y="34920"/>
                  </a:cubicBezTo>
                  <a:close/>
                  <a:moveTo>
                    <a:pt x="796188" y="33524"/>
                  </a:moveTo>
                  <a:cubicBezTo>
                    <a:pt x="791532" y="33058"/>
                    <a:pt x="786410" y="32592"/>
                    <a:pt x="781754" y="32127"/>
                  </a:cubicBezTo>
                  <a:lnTo>
                    <a:pt x="784082" y="2328"/>
                  </a:lnTo>
                  <a:cubicBezTo>
                    <a:pt x="789204" y="2794"/>
                    <a:pt x="794326" y="3259"/>
                    <a:pt x="799447" y="3725"/>
                  </a:cubicBezTo>
                  <a:lnTo>
                    <a:pt x="796188" y="33524"/>
                  </a:lnTo>
                  <a:close/>
                  <a:moveTo>
                    <a:pt x="665352" y="32127"/>
                  </a:moveTo>
                  <a:lnTo>
                    <a:pt x="663024" y="2328"/>
                  </a:lnTo>
                  <a:cubicBezTo>
                    <a:pt x="668146" y="1862"/>
                    <a:pt x="673268" y="1397"/>
                    <a:pt x="678389" y="1397"/>
                  </a:cubicBezTo>
                  <a:lnTo>
                    <a:pt x="680252" y="31196"/>
                  </a:lnTo>
                  <a:cubicBezTo>
                    <a:pt x="674665" y="31196"/>
                    <a:pt x="670008" y="31661"/>
                    <a:pt x="665352" y="32127"/>
                  </a:cubicBezTo>
                  <a:close/>
                  <a:moveTo>
                    <a:pt x="767320" y="31196"/>
                  </a:moveTo>
                  <a:cubicBezTo>
                    <a:pt x="762664" y="30730"/>
                    <a:pt x="757543" y="30730"/>
                    <a:pt x="752887" y="30264"/>
                  </a:cubicBezTo>
                  <a:lnTo>
                    <a:pt x="754283" y="466"/>
                  </a:lnTo>
                  <a:cubicBezTo>
                    <a:pt x="759405" y="466"/>
                    <a:pt x="764527" y="931"/>
                    <a:pt x="769648" y="1397"/>
                  </a:cubicBezTo>
                  <a:lnTo>
                    <a:pt x="767320" y="31196"/>
                  </a:lnTo>
                  <a:close/>
                  <a:moveTo>
                    <a:pt x="694220" y="30264"/>
                  </a:moveTo>
                  <a:lnTo>
                    <a:pt x="692823" y="466"/>
                  </a:lnTo>
                  <a:cubicBezTo>
                    <a:pt x="697945" y="466"/>
                    <a:pt x="703067" y="0"/>
                    <a:pt x="708188" y="0"/>
                  </a:cubicBezTo>
                  <a:lnTo>
                    <a:pt x="708654" y="29799"/>
                  </a:lnTo>
                  <a:cubicBezTo>
                    <a:pt x="703998" y="29799"/>
                    <a:pt x="699342" y="30264"/>
                    <a:pt x="694220" y="30264"/>
                  </a:cubicBezTo>
                  <a:close/>
                  <a:moveTo>
                    <a:pt x="737987" y="29799"/>
                  </a:moveTo>
                  <a:cubicBezTo>
                    <a:pt x="733331" y="29799"/>
                    <a:pt x="728209" y="29799"/>
                    <a:pt x="723553" y="29799"/>
                  </a:cubicBezTo>
                  <a:lnTo>
                    <a:pt x="723553" y="0"/>
                  </a:lnTo>
                  <a:cubicBezTo>
                    <a:pt x="728675" y="0"/>
                    <a:pt x="733797" y="0"/>
                    <a:pt x="738918" y="0"/>
                  </a:cubicBezTo>
                  <a:lnTo>
                    <a:pt x="737987" y="29799"/>
                  </a:lnTo>
                  <a:close/>
                </a:path>
              </a:pathLst>
            </a:custGeom>
            <a:solidFill>
              <a:srgbClr val="E3E3E3">
                <a:alpha val="50000"/>
              </a:srgbClr>
            </a:solidFill>
            <a:ln w="46493" cap="flat">
              <a:noFill/>
              <a:prstDash val="solid"/>
              <a:miter/>
            </a:ln>
          </p:spPr>
          <p:txBody>
            <a:bodyPr rtlCol="0" anchor="ctr"/>
            <a:lstStyle/>
            <a:p>
              <a:endParaRPr lang="zh-CN" altLang="en-US" sz="2800" dirty="0">
                <a:latin typeface="Times New Roman" panose="02020603050405020304" pitchFamily="18" charset="0"/>
                <a:ea typeface="微软雅黑" panose="020B0503020204020204" charset="-122"/>
                <a:sym typeface="Times New Roman" panose="02020603050405020304" pitchFamily="18" charset="0"/>
              </a:endParaRPr>
            </a:p>
          </p:txBody>
        </p:sp>
        <p:sp>
          <p:nvSpPr>
            <p:cNvPr id="860" name="PA-同心圆 120"/>
            <p:cNvSpPr/>
            <p:nvPr>
              <p:custDataLst>
                <p:tags r:id="rId7"/>
              </p:custDataLst>
            </p:nvPr>
          </p:nvSpPr>
          <p:spPr>
            <a:xfrm>
              <a:off x="4605170" y="2123689"/>
              <a:ext cx="2981658" cy="2981653"/>
            </a:xfrm>
            <a:prstGeom prst="donut">
              <a:avLst>
                <a:gd name="adj" fmla="val 5070"/>
              </a:avLst>
            </a:prstGeom>
            <a:solidFill>
              <a:sysClr val="window" lastClr="FFFFFF"/>
            </a:solidFill>
            <a:ln>
              <a:noFill/>
            </a:ln>
            <a:effectLst>
              <a:outerShdw blurRad="254000" algn="tl" rotWithShape="0">
                <a:srgbClr val="53D2FF">
                  <a:alpha val="80000"/>
                </a:srgbClr>
              </a:outerShdw>
            </a:effectLst>
          </p:spPr>
          <p:txBody>
            <a:bodyPr/>
            <a:lstStyle/>
            <a:p>
              <a:pPr algn="ctr"/>
              <a:endParaRPr lang="zh-CN" altLang="en-US" sz="2000" dirty="0">
                <a:latin typeface="Times New Roman" panose="02020603050405020304" pitchFamily="18" charset="0"/>
                <a:ea typeface="微软雅黑" panose="020B0503020204020204" charset="-122"/>
                <a:cs typeface="思源黑体 CN Light" charset="0"/>
                <a:sym typeface="Times New Roman" panose="02020603050405020304" pitchFamily="18" charset="0"/>
              </a:endParaRPr>
            </a:p>
          </p:txBody>
        </p:sp>
      </p:grpSp>
      <p:sp>
        <p:nvSpPr>
          <p:cNvPr id="6" name="文本框 5"/>
          <p:cNvSpPr txBox="1"/>
          <p:nvPr/>
        </p:nvSpPr>
        <p:spPr>
          <a:xfrm>
            <a:off x="1408898" y="2499169"/>
            <a:ext cx="3371329"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8000" dirty="0">
                <a:gradFill>
                  <a:gsLst>
                    <a:gs pos="0">
                      <a:srgbClr val="80FFFF"/>
                    </a:gs>
                    <a:gs pos="100000">
                      <a:srgbClr val="FFFFFF"/>
                    </a:gs>
                  </a:gsLst>
                  <a:lin ang="16200000" scaled="0"/>
                </a:gradFill>
                <a:effectLst>
                  <a:glow rad="101600">
                    <a:srgbClr val="F2F7FA">
                      <a:alpha val="10000"/>
                    </a:srgbClr>
                  </a:glow>
                </a:effectLst>
                <a:latin typeface="方正粗黑宋简体" panose="02000000000000000000" pitchFamily="2" charset="-122"/>
                <a:ea typeface="方正粗黑宋简体" panose="02000000000000000000" pitchFamily="2" charset="-122"/>
                <a:cs typeface="优设标题黑" panose="00000500000000000000" charset="-122"/>
                <a:sym typeface="Times New Roman" panose="02020603050405020304" pitchFamily="18" charset="0"/>
              </a:rPr>
              <a:t>第一章</a:t>
            </a:r>
            <a:endParaRPr kumimoji="0" lang="zh-CN" altLang="en-US" sz="8000" b="0" i="0" u="none" strike="noStrike" kern="1200" cap="none" spc="0" normalizeH="0" baseline="0" dirty="0">
              <a:ln>
                <a:noFill/>
              </a:ln>
              <a:gradFill>
                <a:gsLst>
                  <a:gs pos="0">
                    <a:srgbClr val="80FFFF"/>
                  </a:gs>
                  <a:gs pos="100000">
                    <a:srgbClr val="FFFFFF"/>
                  </a:gs>
                </a:gsLst>
                <a:lin ang="16200000" scaled="0"/>
              </a:gradFill>
              <a:effectLst>
                <a:glow rad="101600">
                  <a:srgbClr val="F2F7FA">
                    <a:alpha val="10000"/>
                  </a:srgbClr>
                </a:glow>
              </a:effectLst>
              <a:latin typeface="方正粗黑宋简体" panose="02000000000000000000" pitchFamily="2" charset="-122"/>
              <a:ea typeface="方正粗黑宋简体" panose="02000000000000000000" pitchFamily="2" charset="-122"/>
              <a:cs typeface="优设标题黑" panose="00000500000000000000" charset="-122"/>
              <a:sym typeface="Times New Roman" panose="02020603050405020304" pitchFamily="18" charset="0"/>
            </a:endParaRPr>
          </a:p>
        </p:txBody>
      </p:sp>
      <p:sp>
        <p:nvSpPr>
          <p:cNvPr id="8" name="文本框 7"/>
          <p:cNvSpPr txBox="1"/>
          <p:nvPr/>
        </p:nvSpPr>
        <p:spPr>
          <a:xfrm>
            <a:off x="7981315" y="4583430"/>
            <a:ext cx="2762885" cy="429895"/>
          </a:xfrm>
          <a:prstGeom prst="rect">
            <a:avLst/>
          </a:prstGeom>
          <a:noFill/>
        </p:spPr>
        <p:txBody>
          <a:bodyPr wrap="square">
            <a:spAutoFit/>
          </a:bodyPr>
          <a:lstStyle/>
          <a:p>
            <a:pPr algn="l"/>
            <a:r>
              <a:rPr lang="zh-CN" altLang="en-US" sz="2200" dirty="0">
                <a:solidFill>
                  <a:schemeClr val="bg1"/>
                </a:solidFill>
                <a:latin typeface="Times New Roman" panose="02020603050405020304" pitchFamily="18" charset="0"/>
                <a:ea typeface="微软雅黑" panose="020B0503020204020204" charset="-122"/>
                <a:sym typeface="Times New Roman" panose="02020603050405020304" pitchFamily="18" charset="0"/>
              </a:rPr>
              <a:t>主讲人：</a:t>
            </a:r>
          </a:p>
        </p:txBody>
      </p:sp>
      <p:grpSp>
        <p:nvGrpSpPr>
          <p:cNvPr id="24" name="组合 23"/>
          <p:cNvGrpSpPr/>
          <p:nvPr/>
        </p:nvGrpSpPr>
        <p:grpSpPr>
          <a:xfrm>
            <a:off x="7626635" y="4651602"/>
            <a:ext cx="304548" cy="294435"/>
            <a:chOff x="238125" y="297656"/>
            <a:chExt cx="1416248" cy="1369218"/>
          </a:xfrm>
          <a:solidFill>
            <a:schemeClr val="bg1"/>
          </a:solidFill>
        </p:grpSpPr>
        <p:sp>
          <p:nvSpPr>
            <p:cNvPr id="19" name="任意多边形: 形状 18"/>
            <p:cNvSpPr/>
            <p:nvPr/>
          </p:nvSpPr>
          <p:spPr>
            <a:xfrm>
              <a:off x="1153001" y="714374"/>
              <a:ext cx="300811" cy="601563"/>
            </a:xfrm>
            <a:custGeom>
              <a:avLst/>
              <a:gdLst>
                <a:gd name="connsiteX0" fmla="*/ 150436 w 300811"/>
                <a:gd name="connsiteY0" fmla="*/ 601563 h 601563"/>
                <a:gd name="connsiteX1" fmla="*/ 300812 w 300811"/>
                <a:gd name="connsiteY1" fmla="*/ 451545 h 601563"/>
                <a:gd name="connsiteX2" fmla="*/ 300812 w 300811"/>
                <a:gd name="connsiteY2" fmla="*/ 451187 h 601563"/>
                <a:gd name="connsiteX3" fmla="*/ 300812 w 300811"/>
                <a:gd name="connsiteY3" fmla="*/ 150376 h 601563"/>
                <a:gd name="connsiteX4" fmla="*/ 150793 w 300811"/>
                <a:gd name="connsiteY4" fmla="*/ 0 h 601563"/>
                <a:gd name="connsiteX5" fmla="*/ 150436 w 300811"/>
                <a:gd name="connsiteY5" fmla="*/ 0 h 601563"/>
                <a:gd name="connsiteX6" fmla="*/ 0 w 300811"/>
                <a:gd name="connsiteY6" fmla="*/ 149959 h 601563"/>
                <a:gd name="connsiteX7" fmla="*/ 0 w 300811"/>
                <a:gd name="connsiteY7" fmla="*/ 150376 h 601563"/>
                <a:gd name="connsiteX8" fmla="*/ 0 w 300811"/>
                <a:gd name="connsiteY8" fmla="*/ 451188 h 601563"/>
                <a:gd name="connsiteX9" fmla="*/ 150019 w 300811"/>
                <a:gd name="connsiteY9" fmla="*/ 601564 h 601563"/>
                <a:gd name="connsiteX10" fmla="*/ 150436 w 300811"/>
                <a:gd name="connsiteY10" fmla="*/ 601563 h 601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0811" h="601563">
                  <a:moveTo>
                    <a:pt x="150436" y="601563"/>
                  </a:moveTo>
                  <a:cubicBezTo>
                    <a:pt x="233387" y="601662"/>
                    <a:pt x="300713" y="534497"/>
                    <a:pt x="300812" y="451545"/>
                  </a:cubicBezTo>
                  <a:cubicBezTo>
                    <a:pt x="300812" y="451426"/>
                    <a:pt x="300812" y="451307"/>
                    <a:pt x="300812" y="451187"/>
                  </a:cubicBezTo>
                  <a:lnTo>
                    <a:pt x="300812" y="150376"/>
                  </a:lnTo>
                  <a:cubicBezTo>
                    <a:pt x="300910" y="67424"/>
                    <a:pt x="233745" y="99"/>
                    <a:pt x="150793" y="0"/>
                  </a:cubicBezTo>
                  <a:cubicBezTo>
                    <a:pt x="150674" y="0"/>
                    <a:pt x="150555" y="0"/>
                    <a:pt x="150436" y="0"/>
                  </a:cubicBezTo>
                  <a:cubicBezTo>
                    <a:pt x="67484" y="-131"/>
                    <a:pt x="132" y="67008"/>
                    <a:pt x="0" y="149959"/>
                  </a:cubicBezTo>
                  <a:cubicBezTo>
                    <a:pt x="0" y="150098"/>
                    <a:pt x="0" y="150237"/>
                    <a:pt x="0" y="150376"/>
                  </a:cubicBezTo>
                  <a:lnTo>
                    <a:pt x="0" y="451188"/>
                  </a:lnTo>
                  <a:cubicBezTo>
                    <a:pt x="-99" y="534139"/>
                    <a:pt x="67067" y="601465"/>
                    <a:pt x="150019" y="601564"/>
                  </a:cubicBezTo>
                  <a:cubicBezTo>
                    <a:pt x="150158" y="601564"/>
                    <a:pt x="150297" y="601564"/>
                    <a:pt x="150436" y="601563"/>
                  </a:cubicBezTo>
                  <a:close/>
                </a:path>
              </a:pathLst>
            </a:custGeom>
            <a:grpFill/>
            <a:ln w="1860"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21" name="任意多边形: 形状 20"/>
            <p:cNvSpPr/>
            <p:nvPr/>
          </p:nvSpPr>
          <p:spPr>
            <a:xfrm>
              <a:off x="238125" y="297656"/>
              <a:ext cx="1416248" cy="1369218"/>
            </a:xfrm>
            <a:custGeom>
              <a:avLst/>
              <a:gdLst>
                <a:gd name="connsiteX0" fmla="*/ 1315938 w 1416248"/>
                <a:gd name="connsiteY0" fmla="*/ 867906 h 1369218"/>
                <a:gd name="connsiteX1" fmla="*/ 1065312 w 1416248"/>
                <a:gd name="connsiteY1" fmla="*/ 1118533 h 1369218"/>
                <a:gd name="connsiteX2" fmla="*/ 814685 w 1416248"/>
                <a:gd name="connsiteY2" fmla="*/ 867906 h 1369218"/>
                <a:gd name="connsiteX3" fmla="*/ 714375 w 1416248"/>
                <a:gd name="connsiteY3" fmla="*/ 867906 h 1369218"/>
                <a:gd name="connsiteX4" fmla="*/ 1015186 w 1416248"/>
                <a:gd name="connsiteY4" fmla="*/ 1214795 h 1369218"/>
                <a:gd name="connsiteX5" fmla="*/ 1015186 w 1416248"/>
                <a:gd name="connsiteY5" fmla="*/ 1369219 h 1369218"/>
                <a:gd name="connsiteX6" fmla="*/ 1115437 w 1416248"/>
                <a:gd name="connsiteY6" fmla="*/ 1369219 h 1369218"/>
                <a:gd name="connsiteX7" fmla="*/ 1115437 w 1416248"/>
                <a:gd name="connsiteY7" fmla="*/ 1214795 h 1369218"/>
                <a:gd name="connsiteX8" fmla="*/ 1416249 w 1416248"/>
                <a:gd name="connsiteY8" fmla="*/ 867906 h 1369218"/>
                <a:gd name="connsiteX9" fmla="*/ 1315938 w 1416248"/>
                <a:gd name="connsiteY9" fmla="*/ 867906 h 1369218"/>
                <a:gd name="connsiteX10" fmla="*/ 535781 w 1416248"/>
                <a:gd name="connsiteY10" fmla="*/ 535781 h 1369218"/>
                <a:gd name="connsiteX11" fmla="*/ 803672 w 1416248"/>
                <a:gd name="connsiteY11" fmla="*/ 267891 h 1369218"/>
                <a:gd name="connsiteX12" fmla="*/ 535781 w 1416248"/>
                <a:gd name="connsiteY12" fmla="*/ 0 h 1369218"/>
                <a:gd name="connsiteX13" fmla="*/ 267891 w 1416248"/>
                <a:gd name="connsiteY13" fmla="*/ 267772 h 1369218"/>
                <a:gd name="connsiteX14" fmla="*/ 267891 w 1416248"/>
                <a:gd name="connsiteY14" fmla="*/ 267891 h 1369218"/>
                <a:gd name="connsiteX15" fmla="*/ 535781 w 1416248"/>
                <a:gd name="connsiteY15" fmla="*/ 535781 h 1369218"/>
                <a:gd name="connsiteX16" fmla="*/ 535781 w 1416248"/>
                <a:gd name="connsiteY16" fmla="*/ 133945 h 1369218"/>
                <a:gd name="connsiteX17" fmla="*/ 669727 w 1416248"/>
                <a:gd name="connsiteY17" fmla="*/ 267891 h 1369218"/>
                <a:gd name="connsiteX18" fmla="*/ 535781 w 1416248"/>
                <a:gd name="connsiteY18" fmla="*/ 401836 h 1369218"/>
                <a:gd name="connsiteX19" fmla="*/ 401836 w 1416248"/>
                <a:gd name="connsiteY19" fmla="*/ 267891 h 1369218"/>
                <a:gd name="connsiteX20" fmla="*/ 535781 w 1416248"/>
                <a:gd name="connsiteY20" fmla="*/ 133945 h 1369218"/>
                <a:gd name="connsiteX21" fmla="*/ 133945 w 1416248"/>
                <a:gd name="connsiteY21" fmla="*/ 937617 h 1369218"/>
                <a:gd name="connsiteX22" fmla="*/ 535781 w 1416248"/>
                <a:gd name="connsiteY22" fmla="*/ 803672 h 1369218"/>
                <a:gd name="connsiteX23" fmla="*/ 559237 w 1416248"/>
                <a:gd name="connsiteY23" fmla="*/ 670381 h 1369218"/>
                <a:gd name="connsiteX24" fmla="*/ 0 w 1416248"/>
                <a:gd name="connsiteY24" fmla="*/ 937617 h 1369218"/>
                <a:gd name="connsiteX25" fmla="*/ 0 w 1416248"/>
                <a:gd name="connsiteY25" fmla="*/ 1071563 h 1369218"/>
                <a:gd name="connsiteX26" fmla="*/ 638889 w 1416248"/>
                <a:gd name="connsiteY26" fmla="*/ 1071563 h 1369218"/>
                <a:gd name="connsiteX27" fmla="*/ 559237 w 1416248"/>
                <a:gd name="connsiteY27" fmla="*/ 937617 h 1369218"/>
                <a:gd name="connsiteX28" fmla="*/ 133945 w 1416248"/>
                <a:gd name="connsiteY28" fmla="*/ 937617 h 1369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16248" h="1369218">
                  <a:moveTo>
                    <a:pt x="1315938" y="867906"/>
                  </a:moveTo>
                  <a:cubicBezTo>
                    <a:pt x="1315873" y="1006296"/>
                    <a:pt x="1203702" y="1118467"/>
                    <a:pt x="1065312" y="1118533"/>
                  </a:cubicBezTo>
                  <a:cubicBezTo>
                    <a:pt x="926922" y="1118467"/>
                    <a:pt x="814751" y="1006296"/>
                    <a:pt x="814685" y="867906"/>
                  </a:cubicBezTo>
                  <a:lnTo>
                    <a:pt x="714375" y="867906"/>
                  </a:lnTo>
                  <a:cubicBezTo>
                    <a:pt x="714375" y="1044893"/>
                    <a:pt x="845225" y="1190268"/>
                    <a:pt x="1015186" y="1214795"/>
                  </a:cubicBezTo>
                  <a:lnTo>
                    <a:pt x="1015186" y="1369219"/>
                  </a:lnTo>
                  <a:lnTo>
                    <a:pt x="1115437" y="1369219"/>
                  </a:lnTo>
                  <a:lnTo>
                    <a:pt x="1115437" y="1214795"/>
                  </a:lnTo>
                  <a:cubicBezTo>
                    <a:pt x="1285399" y="1190268"/>
                    <a:pt x="1416249" y="1044893"/>
                    <a:pt x="1416249" y="867906"/>
                  </a:cubicBezTo>
                  <a:lnTo>
                    <a:pt x="1315938" y="867906"/>
                  </a:lnTo>
                  <a:close/>
                  <a:moveTo>
                    <a:pt x="535781" y="535781"/>
                  </a:moveTo>
                  <a:cubicBezTo>
                    <a:pt x="683776" y="535781"/>
                    <a:pt x="803672" y="415885"/>
                    <a:pt x="803672" y="267891"/>
                  </a:cubicBezTo>
                  <a:cubicBezTo>
                    <a:pt x="803672" y="119896"/>
                    <a:pt x="683776" y="0"/>
                    <a:pt x="535781" y="0"/>
                  </a:cubicBezTo>
                  <a:cubicBezTo>
                    <a:pt x="387862" y="-33"/>
                    <a:pt x="267924" y="119853"/>
                    <a:pt x="267891" y="267772"/>
                  </a:cubicBezTo>
                  <a:cubicBezTo>
                    <a:pt x="267891" y="267811"/>
                    <a:pt x="267891" y="267851"/>
                    <a:pt x="267891" y="267891"/>
                  </a:cubicBezTo>
                  <a:cubicBezTo>
                    <a:pt x="267891" y="415885"/>
                    <a:pt x="387787" y="535781"/>
                    <a:pt x="535781" y="535781"/>
                  </a:cubicBezTo>
                  <a:close/>
                  <a:moveTo>
                    <a:pt x="535781" y="133945"/>
                  </a:moveTo>
                  <a:cubicBezTo>
                    <a:pt x="609662" y="134174"/>
                    <a:pt x="669498" y="194010"/>
                    <a:pt x="669727" y="267891"/>
                  </a:cubicBezTo>
                  <a:cubicBezTo>
                    <a:pt x="669498" y="341772"/>
                    <a:pt x="609662" y="401607"/>
                    <a:pt x="535781" y="401836"/>
                  </a:cubicBezTo>
                  <a:cubicBezTo>
                    <a:pt x="461900" y="401607"/>
                    <a:pt x="402065" y="341772"/>
                    <a:pt x="401836" y="267891"/>
                  </a:cubicBezTo>
                  <a:cubicBezTo>
                    <a:pt x="402065" y="194010"/>
                    <a:pt x="461900" y="134174"/>
                    <a:pt x="535781" y="133945"/>
                  </a:cubicBezTo>
                  <a:close/>
                  <a:moveTo>
                    <a:pt x="133945" y="937617"/>
                  </a:moveTo>
                  <a:cubicBezTo>
                    <a:pt x="148650" y="889397"/>
                    <a:pt x="355640" y="803672"/>
                    <a:pt x="535781" y="803672"/>
                  </a:cubicBezTo>
                  <a:cubicBezTo>
                    <a:pt x="535781" y="756761"/>
                    <a:pt x="544473" y="711934"/>
                    <a:pt x="559237" y="670381"/>
                  </a:cubicBezTo>
                  <a:cubicBezTo>
                    <a:pt x="376357" y="663773"/>
                    <a:pt x="0" y="754856"/>
                    <a:pt x="0" y="937617"/>
                  </a:cubicBezTo>
                  <a:lnTo>
                    <a:pt x="0" y="1071563"/>
                  </a:lnTo>
                  <a:lnTo>
                    <a:pt x="638889" y="1071563"/>
                  </a:lnTo>
                  <a:cubicBezTo>
                    <a:pt x="603674" y="1032671"/>
                    <a:pt x="576593" y="987129"/>
                    <a:pt x="559237" y="937617"/>
                  </a:cubicBezTo>
                  <a:lnTo>
                    <a:pt x="133945" y="937617"/>
                  </a:lnTo>
                  <a:close/>
                </a:path>
              </a:pathLst>
            </a:custGeom>
            <a:grpFill/>
            <a:ln w="1860"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sp>
        <p:nvSpPr>
          <p:cNvPr id="27" name="矩形: 圆角 26"/>
          <p:cNvSpPr/>
          <p:nvPr/>
        </p:nvSpPr>
        <p:spPr>
          <a:xfrm>
            <a:off x="12350644" y="27517"/>
            <a:ext cx="312729" cy="312729"/>
          </a:xfrm>
          <a:prstGeom prst="roundRect">
            <a:avLst/>
          </a:prstGeom>
          <a:solidFill>
            <a:srgbClr val="2D8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28" name="矩形: 圆角 27"/>
          <p:cNvSpPr/>
          <p:nvPr/>
        </p:nvSpPr>
        <p:spPr>
          <a:xfrm>
            <a:off x="12350644" y="458379"/>
            <a:ext cx="312729" cy="312729"/>
          </a:xfrm>
          <a:prstGeom prst="roundRect">
            <a:avLst/>
          </a:prstGeom>
          <a:solidFill>
            <a:srgbClr val="80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29" name="矩形: 圆角 28"/>
          <p:cNvSpPr/>
          <p:nvPr/>
        </p:nvSpPr>
        <p:spPr>
          <a:xfrm>
            <a:off x="12350644" y="889241"/>
            <a:ext cx="312729" cy="312729"/>
          </a:xfrm>
          <a:prstGeom prst="roundRect">
            <a:avLst/>
          </a:prstGeom>
          <a:solidFill>
            <a:srgbClr val="035A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30" name="矩形: 圆角 29"/>
          <p:cNvSpPr/>
          <p:nvPr/>
        </p:nvSpPr>
        <p:spPr>
          <a:xfrm>
            <a:off x="12350644" y="1320103"/>
            <a:ext cx="312729" cy="312729"/>
          </a:xfrm>
          <a:prstGeom prst="roundRect">
            <a:avLst/>
          </a:prstGeom>
          <a:solidFill>
            <a:srgbClr val="0C27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800" fill="hold">
                                          <p:stCondLst>
                                            <p:cond delay="0"/>
                                          </p:stCondLst>
                                        </p:cTn>
                                        <p:tgtEl>
                                          <p:spTgt spid="562"/>
                                        </p:tgtEl>
                                        <p:attrNameLst>
                                          <p:attrName>style.visibility</p:attrName>
                                        </p:attrNameLst>
                                      </p:cBhvr>
                                      <p:to>
                                        <p:strVal val="visible"/>
                                      </p:to>
                                    </p:set>
                                    <p:anim to="" calcmode="lin" valueType="num">
                                      <p:cBhvr>
                                        <p:cTn id="7" dur="800" fill="hold">
                                          <p:stCondLst>
                                            <p:cond delay="0"/>
                                          </p:stCondLst>
                                        </p:cTn>
                                        <p:tgtEl>
                                          <p:spTgt spid="562"/>
                                        </p:tgtEl>
                                        <p:attrNameLst>
                                          <p:attrName>ppt_h</p:attrName>
                                        </p:attrNameLst>
                                      </p:cBhvr>
                                      <p:tavLst>
                                        <p:tav tm="0" fmla="#ppt_h-#ppt_h*((1.5-1.5*$)^3-(1.5-1.5*$)^2)">
                                          <p:val>
                                            <p:fltVal val="0"/>
                                          </p:val>
                                        </p:tav>
                                        <p:tav tm="100000">
                                          <p:val>
                                            <p:fltVal val="1"/>
                                          </p:val>
                                        </p:tav>
                                      </p:tavLst>
                                    </p:anim>
                                    <p:anim to="" calcmode="lin" valueType="num">
                                      <p:cBhvr>
                                        <p:cTn id="8" dur="800" fill="hold">
                                          <p:stCondLst>
                                            <p:cond delay="0"/>
                                          </p:stCondLst>
                                        </p:cTn>
                                        <p:tgtEl>
                                          <p:spTgt spid="562"/>
                                        </p:tgtEl>
                                        <p:attrNameLst>
                                          <p:attrName>ppt_w</p:attrName>
                                        </p:attrNameLst>
                                      </p:cBhvr>
                                      <p:tavLst>
                                        <p:tav tm="0" fmla="#ppt_w-#ppt_w*((1.5-1.5*$)^3-(1.5-1.5*$)^2)">
                                          <p:val>
                                            <p:fltVal val="0"/>
                                          </p:val>
                                        </p:tav>
                                        <p:tav tm="100000">
                                          <p:val>
                                            <p:fltVal val="1"/>
                                          </p:val>
                                        </p:tav>
                                      </p:tavLst>
                                    </p:anim>
                                  </p:childTnLst>
                                </p:cTn>
                              </p:par>
                              <p:par>
                                <p:cTn id="9" presetID="8" presetClass="emph" presetSubtype="0" repeatCount="indefinite" fill="hold" grpId="1" nodeType="withEffect">
                                  <p:stCondLst>
                                    <p:cond delay="100"/>
                                  </p:stCondLst>
                                  <p:childTnLst>
                                    <p:animRot by="21600000">
                                      <p:cBhvr>
                                        <p:cTn id="10" dur="2000" fill="hold"/>
                                        <p:tgtEl>
                                          <p:spTgt spid="562"/>
                                        </p:tgtEl>
                                        <p:attrNameLst>
                                          <p:attrName>r</p:attrName>
                                        </p:attrNameLst>
                                      </p:cBhvr>
                                    </p:animRot>
                                  </p:childTnLst>
                                </p:cTn>
                              </p:par>
                              <p:par>
                                <p:cTn id="11" presetID="0" presetClass="entr" presetSubtype="0" fill="hold" grpId="0" nodeType="withEffect">
                                  <p:stCondLst>
                                    <p:cond delay="200"/>
                                  </p:stCondLst>
                                  <p:childTnLst>
                                    <p:set>
                                      <p:cBhvr>
                                        <p:cTn id="12" dur="800" fill="hold">
                                          <p:stCondLst>
                                            <p:cond delay="0"/>
                                          </p:stCondLst>
                                        </p:cTn>
                                        <p:tgtEl>
                                          <p:spTgt spid="563"/>
                                        </p:tgtEl>
                                        <p:attrNameLst>
                                          <p:attrName>style.visibility</p:attrName>
                                        </p:attrNameLst>
                                      </p:cBhvr>
                                      <p:to>
                                        <p:strVal val="visible"/>
                                      </p:to>
                                    </p:set>
                                    <p:anim to="" calcmode="lin" valueType="num">
                                      <p:cBhvr>
                                        <p:cTn id="13" dur="800" fill="hold">
                                          <p:stCondLst>
                                            <p:cond delay="0"/>
                                          </p:stCondLst>
                                        </p:cTn>
                                        <p:tgtEl>
                                          <p:spTgt spid="563"/>
                                        </p:tgtEl>
                                        <p:attrNameLst>
                                          <p:attrName>ppt_h</p:attrName>
                                        </p:attrNameLst>
                                      </p:cBhvr>
                                      <p:tavLst>
                                        <p:tav tm="0" fmla="#ppt_h-#ppt_h*((1.5-1.5*$)^3-(1.5-1.5*$)^2)">
                                          <p:val>
                                            <p:fltVal val="0"/>
                                          </p:val>
                                        </p:tav>
                                        <p:tav tm="100000">
                                          <p:val>
                                            <p:fltVal val="1"/>
                                          </p:val>
                                        </p:tav>
                                      </p:tavLst>
                                    </p:anim>
                                    <p:anim to="" calcmode="lin" valueType="num">
                                      <p:cBhvr>
                                        <p:cTn id="14" dur="800" fill="hold">
                                          <p:stCondLst>
                                            <p:cond delay="0"/>
                                          </p:stCondLst>
                                        </p:cTn>
                                        <p:tgtEl>
                                          <p:spTgt spid="563"/>
                                        </p:tgtEl>
                                        <p:attrNameLst>
                                          <p:attrName>ppt_w</p:attrName>
                                        </p:attrNameLst>
                                      </p:cBhvr>
                                      <p:tavLst>
                                        <p:tav tm="0" fmla="#ppt_w-#ppt_w*((1.5-1.5*$)^3-(1.5-1.5*$)^2)">
                                          <p:val>
                                            <p:fltVal val="0"/>
                                          </p:val>
                                        </p:tav>
                                        <p:tav tm="100000">
                                          <p:val>
                                            <p:fltVal val="1"/>
                                          </p:val>
                                        </p:tav>
                                      </p:tavLst>
                                    </p:anim>
                                  </p:childTnLst>
                                </p:cTn>
                              </p:par>
                              <p:par>
                                <p:cTn id="15" presetID="8" presetClass="emph" presetSubtype="0" repeatCount="indefinite" fill="hold" grpId="1" nodeType="withEffect">
                                  <p:stCondLst>
                                    <p:cond delay="300"/>
                                  </p:stCondLst>
                                  <p:childTnLst>
                                    <p:animRot by="-21600000">
                                      <p:cBhvr>
                                        <p:cTn id="16" dur="2000" fill="hold"/>
                                        <p:tgtEl>
                                          <p:spTgt spid="56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 grpId="0" bldLvl="0" animBg="1"/>
      <p:bldP spid="562" grpId="1" bldLvl="0" animBg="1"/>
      <p:bldP spid="563" grpId="0" bldLvl="0" animBg="1"/>
      <p:bldP spid="563" grpId="1"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任意多边形: 形状 179"/>
          <p:cNvSpPr/>
          <p:nvPr>
            <p:custDataLst>
              <p:tags r:id="rId1"/>
            </p:custDataLst>
          </p:nvPr>
        </p:nvSpPr>
        <p:spPr>
          <a:xfrm rot="21019816">
            <a:off x="4909838" y="4683878"/>
            <a:ext cx="8115305" cy="3192694"/>
          </a:xfrm>
          <a:custGeom>
            <a:avLst/>
            <a:gdLst>
              <a:gd name="connsiteX0" fmla="*/ 4234736 w 8115305"/>
              <a:gd name="connsiteY0" fmla="*/ 3069959 h 3192694"/>
              <a:gd name="connsiteX1" fmla="*/ 4243983 w 8115305"/>
              <a:gd name="connsiteY1" fmla="*/ 3070105 h 3192694"/>
              <a:gd name="connsiteX2" fmla="*/ 4304644 w 8115305"/>
              <a:gd name="connsiteY2" fmla="*/ 3132937 h 3192694"/>
              <a:gd name="connsiteX3" fmla="*/ 4245983 w 8115305"/>
              <a:gd name="connsiteY3" fmla="*/ 3192694 h 3192694"/>
              <a:gd name="connsiteX4" fmla="*/ 4244707 w 8115305"/>
              <a:gd name="connsiteY4" fmla="*/ 3192694 h 3192694"/>
              <a:gd name="connsiteX5" fmla="*/ 4179158 w 8115305"/>
              <a:gd name="connsiteY5" fmla="*/ 3132937 h 3192694"/>
              <a:gd name="connsiteX6" fmla="*/ 4234736 w 8115305"/>
              <a:gd name="connsiteY6" fmla="*/ 3069959 h 3192694"/>
              <a:gd name="connsiteX7" fmla="*/ 3636106 w 8115305"/>
              <a:gd name="connsiteY7" fmla="*/ 3007634 h 3192694"/>
              <a:gd name="connsiteX8" fmla="*/ 3692089 w 8115305"/>
              <a:gd name="connsiteY8" fmla="*/ 3052849 h 3192694"/>
              <a:gd name="connsiteX9" fmla="*/ 3692239 w 8115305"/>
              <a:gd name="connsiteY9" fmla="*/ 3061957 h 3192694"/>
              <a:gd name="connsiteX10" fmla="*/ 3624337 w 8115305"/>
              <a:gd name="connsiteY10" fmla="*/ 3130405 h 3192694"/>
              <a:gd name="connsiteX11" fmla="*/ 3563624 w 8115305"/>
              <a:gd name="connsiteY11" fmla="*/ 3086312 h 3192694"/>
              <a:gd name="connsiteX12" fmla="*/ 3563675 w 8115305"/>
              <a:gd name="connsiteY12" fmla="*/ 3069381 h 3192694"/>
              <a:gd name="connsiteX13" fmla="*/ 3636106 w 8115305"/>
              <a:gd name="connsiteY13" fmla="*/ 3007634 h 3192694"/>
              <a:gd name="connsiteX14" fmla="*/ 3062089 w 8115305"/>
              <a:gd name="connsiteY14" fmla="*/ 2969970 h 3192694"/>
              <a:gd name="connsiteX15" fmla="*/ 3111357 w 8115305"/>
              <a:gd name="connsiteY15" fmla="*/ 3009227 h 3192694"/>
              <a:gd name="connsiteX16" fmla="*/ 3110798 w 8115305"/>
              <a:gd name="connsiteY16" fmla="*/ 3022844 h 3192694"/>
              <a:gd name="connsiteX17" fmla="*/ 3039999 w 8115305"/>
              <a:gd name="connsiteY17" fmla="*/ 3086947 h 3192694"/>
              <a:gd name="connsiteX18" fmla="*/ 2986109 w 8115305"/>
              <a:gd name="connsiteY18" fmla="*/ 3051437 h 3192694"/>
              <a:gd name="connsiteX19" fmla="*/ 2987666 w 8115305"/>
              <a:gd name="connsiteY19" fmla="*/ 3027371 h 3192694"/>
              <a:gd name="connsiteX20" fmla="*/ 3062089 w 8115305"/>
              <a:gd name="connsiteY20" fmla="*/ 2969970 h 3192694"/>
              <a:gd name="connsiteX21" fmla="*/ 2514513 w 8115305"/>
              <a:gd name="connsiteY21" fmla="*/ 2932123 h 3192694"/>
              <a:gd name="connsiteX22" fmla="*/ 2540768 w 8115305"/>
              <a:gd name="connsiteY22" fmla="*/ 2992965 h 3192694"/>
              <a:gd name="connsiteX23" fmla="*/ 2454575 w 8115305"/>
              <a:gd name="connsiteY23" fmla="*/ 3046203 h 3192694"/>
              <a:gd name="connsiteX24" fmla="*/ 2427052 w 8115305"/>
              <a:gd name="connsiteY24" fmla="*/ 2978659 h 3192694"/>
              <a:gd name="connsiteX25" fmla="*/ 2514513 w 8115305"/>
              <a:gd name="connsiteY25" fmla="*/ 2932123 h 3192694"/>
              <a:gd name="connsiteX26" fmla="*/ 6417275 w 8115305"/>
              <a:gd name="connsiteY26" fmla="*/ 2735474 h 3192694"/>
              <a:gd name="connsiteX27" fmla="*/ 6515600 w 8115305"/>
              <a:gd name="connsiteY27" fmla="*/ 2785632 h 3192694"/>
              <a:gd name="connsiteX28" fmla="*/ 6494052 w 8115305"/>
              <a:gd name="connsiteY28" fmla="*/ 2839955 h 3192694"/>
              <a:gd name="connsiteX29" fmla="*/ 6396270 w 8115305"/>
              <a:gd name="connsiteY29" fmla="*/ 2783098 h 3192694"/>
              <a:gd name="connsiteX30" fmla="*/ 6417275 w 8115305"/>
              <a:gd name="connsiteY30" fmla="*/ 2735474 h 3192694"/>
              <a:gd name="connsiteX31" fmla="*/ 5858834 w 8115305"/>
              <a:gd name="connsiteY31" fmla="*/ 2681512 h 3192694"/>
              <a:gd name="connsiteX32" fmla="*/ 5945932 w 8115305"/>
              <a:gd name="connsiteY32" fmla="*/ 2734569 h 3192694"/>
              <a:gd name="connsiteX33" fmla="*/ 5911889 w 8115305"/>
              <a:gd name="connsiteY33" fmla="*/ 2790702 h 3192694"/>
              <a:gd name="connsiteX34" fmla="*/ 5823343 w 8115305"/>
              <a:gd name="connsiteY34" fmla="*/ 2736379 h 3192694"/>
              <a:gd name="connsiteX35" fmla="*/ 5858834 w 8115305"/>
              <a:gd name="connsiteY35" fmla="*/ 2681512 h 3192694"/>
              <a:gd name="connsiteX36" fmla="*/ 5293689 w 8115305"/>
              <a:gd name="connsiteY36" fmla="*/ 2641494 h 3192694"/>
              <a:gd name="connsiteX37" fmla="*/ 5388030 w 8115305"/>
              <a:gd name="connsiteY37" fmla="*/ 2704872 h 3192694"/>
              <a:gd name="connsiteX38" fmla="*/ 5353643 w 8115305"/>
              <a:gd name="connsiteY38" fmla="*/ 2763376 h 3192694"/>
              <a:gd name="connsiteX39" fmla="*/ 5333707 w 8115305"/>
              <a:gd name="connsiteY39" fmla="*/ 2764266 h 3192694"/>
              <a:gd name="connsiteX40" fmla="*/ 5243168 w 8115305"/>
              <a:gd name="connsiteY40" fmla="*/ 2694551 h 3192694"/>
              <a:gd name="connsiteX41" fmla="*/ 5284927 w 8115305"/>
              <a:gd name="connsiteY41" fmla="*/ 2641709 h 3192694"/>
              <a:gd name="connsiteX42" fmla="*/ 5293689 w 8115305"/>
              <a:gd name="connsiteY42" fmla="*/ 2641494 h 3192694"/>
              <a:gd name="connsiteX43" fmla="*/ 4759512 w 8115305"/>
              <a:gd name="connsiteY43" fmla="*/ 2591153 h 3192694"/>
              <a:gd name="connsiteX44" fmla="*/ 4849327 w 8115305"/>
              <a:gd name="connsiteY44" fmla="*/ 2654892 h 3192694"/>
              <a:gd name="connsiteX45" fmla="*/ 4792650 w 8115305"/>
              <a:gd name="connsiteY45" fmla="*/ 2717366 h 3192694"/>
              <a:gd name="connsiteX46" fmla="*/ 4702111 w 8115305"/>
              <a:gd name="connsiteY46" fmla="*/ 2651271 h 3192694"/>
              <a:gd name="connsiteX47" fmla="*/ 4759512 w 8115305"/>
              <a:gd name="connsiteY47" fmla="*/ 2591153 h 3192694"/>
              <a:gd name="connsiteX48" fmla="*/ 4245432 w 8115305"/>
              <a:gd name="connsiteY48" fmla="*/ 2559828 h 3192694"/>
              <a:gd name="connsiteX49" fmla="*/ 4324925 w 8115305"/>
              <a:gd name="connsiteY49" fmla="*/ 2621938 h 3192694"/>
              <a:gd name="connsiteX50" fmla="*/ 4252494 w 8115305"/>
              <a:gd name="connsiteY50" fmla="*/ 2685496 h 3192694"/>
              <a:gd name="connsiteX51" fmla="*/ 4177346 w 8115305"/>
              <a:gd name="connsiteY51" fmla="*/ 2624835 h 3192694"/>
              <a:gd name="connsiteX52" fmla="*/ 4245432 w 8115305"/>
              <a:gd name="connsiteY52" fmla="*/ 2559828 h 3192694"/>
              <a:gd name="connsiteX53" fmla="*/ 3742036 w 8115305"/>
              <a:gd name="connsiteY53" fmla="*/ 2514196 h 3192694"/>
              <a:gd name="connsiteX54" fmla="*/ 3812295 w 8115305"/>
              <a:gd name="connsiteY54" fmla="*/ 2573589 h 3192694"/>
              <a:gd name="connsiteX55" fmla="*/ 3733525 w 8115305"/>
              <a:gd name="connsiteY55" fmla="*/ 2638416 h 3192694"/>
              <a:gd name="connsiteX56" fmla="*/ 3663267 w 8115305"/>
              <a:gd name="connsiteY56" fmla="*/ 2576486 h 3192694"/>
              <a:gd name="connsiteX57" fmla="*/ 3742036 w 8115305"/>
              <a:gd name="connsiteY57" fmla="*/ 2514196 h 3192694"/>
              <a:gd name="connsiteX58" fmla="*/ 3249687 w 8115305"/>
              <a:gd name="connsiteY58" fmla="*/ 2485950 h 3192694"/>
              <a:gd name="connsiteX59" fmla="*/ 3309805 w 8115305"/>
              <a:gd name="connsiteY59" fmla="*/ 2544256 h 3192694"/>
              <a:gd name="connsiteX60" fmla="*/ 3221619 w 8115305"/>
              <a:gd name="connsiteY60" fmla="*/ 2607815 h 3192694"/>
              <a:gd name="connsiteX61" fmla="*/ 3161865 w 8115305"/>
              <a:gd name="connsiteY61" fmla="*/ 2547154 h 3192694"/>
              <a:gd name="connsiteX62" fmla="*/ 3249687 w 8115305"/>
              <a:gd name="connsiteY62" fmla="*/ 2485950 h 3192694"/>
              <a:gd name="connsiteX63" fmla="*/ 2772383 w 8115305"/>
              <a:gd name="connsiteY63" fmla="*/ 2443758 h 3192694"/>
              <a:gd name="connsiteX64" fmla="*/ 2820550 w 8115305"/>
              <a:gd name="connsiteY64" fmla="*/ 2501702 h 3192694"/>
              <a:gd name="connsiteX65" fmla="*/ 2721318 w 8115305"/>
              <a:gd name="connsiteY65" fmla="*/ 2560191 h 3192694"/>
              <a:gd name="connsiteX66" fmla="*/ 2676955 w 8115305"/>
              <a:gd name="connsiteY66" fmla="*/ 2503695 h 3192694"/>
              <a:gd name="connsiteX67" fmla="*/ 2772383 w 8115305"/>
              <a:gd name="connsiteY67" fmla="*/ 2443758 h 3192694"/>
              <a:gd name="connsiteX68" fmla="*/ 2285460 w 8115305"/>
              <a:gd name="connsiteY68" fmla="*/ 2416958 h 3192694"/>
              <a:gd name="connsiteX69" fmla="*/ 2321674 w 8115305"/>
              <a:gd name="connsiteY69" fmla="*/ 2470196 h 3192694"/>
              <a:gd name="connsiteX70" fmla="*/ 2215381 w 8115305"/>
              <a:gd name="connsiteY70" fmla="*/ 2529407 h 3192694"/>
              <a:gd name="connsiteX71" fmla="*/ 2180251 w 8115305"/>
              <a:gd name="connsiteY71" fmla="*/ 2473998 h 3192694"/>
              <a:gd name="connsiteX72" fmla="*/ 2285460 w 8115305"/>
              <a:gd name="connsiteY72" fmla="*/ 2416958 h 3192694"/>
              <a:gd name="connsiteX73" fmla="*/ 1830592 w 8115305"/>
              <a:gd name="connsiteY73" fmla="*/ 2376760 h 3192694"/>
              <a:gd name="connsiteX74" fmla="*/ 1857029 w 8115305"/>
              <a:gd name="connsiteY74" fmla="*/ 2429454 h 3192694"/>
              <a:gd name="connsiteX75" fmla="*/ 1751460 w 8115305"/>
              <a:gd name="connsiteY75" fmla="*/ 2483777 h 3192694"/>
              <a:gd name="connsiteX76" fmla="*/ 1724660 w 8115305"/>
              <a:gd name="connsiteY76" fmla="*/ 2426376 h 3192694"/>
              <a:gd name="connsiteX77" fmla="*/ 1830592 w 8115305"/>
              <a:gd name="connsiteY77" fmla="*/ 2376760 h 3192694"/>
              <a:gd name="connsiteX78" fmla="*/ 7166577 w 8115305"/>
              <a:gd name="connsiteY78" fmla="*/ 2374043 h 3192694"/>
              <a:gd name="connsiteX79" fmla="*/ 7265083 w 8115305"/>
              <a:gd name="connsiteY79" fmla="*/ 2417321 h 3192694"/>
              <a:gd name="connsiteX80" fmla="*/ 7254580 w 8115305"/>
              <a:gd name="connsiteY80" fmla="*/ 2459511 h 3192694"/>
              <a:gd name="connsiteX81" fmla="*/ 7154988 w 8115305"/>
              <a:gd name="connsiteY81" fmla="*/ 2414967 h 3192694"/>
              <a:gd name="connsiteX82" fmla="*/ 7166577 w 8115305"/>
              <a:gd name="connsiteY82" fmla="*/ 2374043 h 3192694"/>
              <a:gd name="connsiteX83" fmla="*/ 1372644 w 8115305"/>
              <a:gd name="connsiteY83" fmla="*/ 2354307 h 3192694"/>
              <a:gd name="connsiteX84" fmla="*/ 1390751 w 8115305"/>
              <a:gd name="connsiteY84" fmla="*/ 2400843 h 3192694"/>
              <a:gd name="connsiteX85" fmla="*/ 1278120 w 8115305"/>
              <a:gd name="connsiteY85" fmla="*/ 2451726 h 3192694"/>
              <a:gd name="connsiteX86" fmla="*/ 1268342 w 8115305"/>
              <a:gd name="connsiteY86" fmla="*/ 2400119 h 3192694"/>
              <a:gd name="connsiteX87" fmla="*/ 1372644 w 8115305"/>
              <a:gd name="connsiteY87" fmla="*/ 2354307 h 3192694"/>
              <a:gd name="connsiteX88" fmla="*/ 6638192 w 8115305"/>
              <a:gd name="connsiteY88" fmla="*/ 2339640 h 3192694"/>
              <a:gd name="connsiteX89" fmla="*/ 6748287 w 8115305"/>
              <a:gd name="connsiteY89" fmla="*/ 2389074 h 3192694"/>
              <a:gd name="connsiteX90" fmla="*/ 6728006 w 8115305"/>
              <a:gd name="connsiteY90" fmla="*/ 2440138 h 3192694"/>
              <a:gd name="connsiteX91" fmla="*/ 6617730 w 8115305"/>
              <a:gd name="connsiteY91" fmla="*/ 2385815 h 3192694"/>
              <a:gd name="connsiteX92" fmla="*/ 6638192 w 8115305"/>
              <a:gd name="connsiteY92" fmla="*/ 2339640 h 3192694"/>
              <a:gd name="connsiteX93" fmla="*/ 938235 w 8115305"/>
              <a:gd name="connsiteY93" fmla="*/ 2321713 h 3192694"/>
              <a:gd name="connsiteX94" fmla="*/ 939684 w 8115305"/>
              <a:gd name="connsiteY94" fmla="*/ 2365535 h 3192694"/>
              <a:gd name="connsiteX95" fmla="*/ 840995 w 8115305"/>
              <a:gd name="connsiteY95" fmla="*/ 2404104 h 3192694"/>
              <a:gd name="connsiteX96" fmla="*/ 840995 w 8115305"/>
              <a:gd name="connsiteY96" fmla="*/ 2359377 h 3192694"/>
              <a:gd name="connsiteX97" fmla="*/ 938235 w 8115305"/>
              <a:gd name="connsiteY97" fmla="*/ 2321713 h 3192694"/>
              <a:gd name="connsiteX98" fmla="*/ 6137149 w 8115305"/>
              <a:gd name="connsiteY98" fmla="*/ 2295999 h 3192694"/>
              <a:gd name="connsiteX99" fmla="*/ 6244347 w 8115305"/>
              <a:gd name="connsiteY99" fmla="*/ 2348873 h 3192694"/>
              <a:gd name="connsiteX100" fmla="*/ 6216099 w 8115305"/>
              <a:gd name="connsiteY100" fmla="*/ 2403197 h 3192694"/>
              <a:gd name="connsiteX101" fmla="*/ 6107453 w 8115305"/>
              <a:gd name="connsiteY101" fmla="*/ 2348873 h 3192694"/>
              <a:gd name="connsiteX102" fmla="*/ 6137149 w 8115305"/>
              <a:gd name="connsiteY102" fmla="*/ 2295999 h 3192694"/>
              <a:gd name="connsiteX103" fmla="*/ 5654577 w 8115305"/>
              <a:gd name="connsiteY103" fmla="*/ 2269199 h 3192694"/>
              <a:gd name="connsiteX104" fmla="*/ 5759241 w 8115305"/>
              <a:gd name="connsiteY104" fmla="*/ 2323161 h 3192694"/>
              <a:gd name="connsiteX105" fmla="*/ 5717774 w 8115305"/>
              <a:gd name="connsiteY105" fmla="*/ 2379294 h 3192694"/>
              <a:gd name="connsiteX106" fmla="*/ 5614379 w 8115305"/>
              <a:gd name="connsiteY106" fmla="*/ 2320264 h 3192694"/>
              <a:gd name="connsiteX107" fmla="*/ 5654577 w 8115305"/>
              <a:gd name="connsiteY107" fmla="*/ 2269199 h 3192694"/>
              <a:gd name="connsiteX108" fmla="*/ 5185950 w 8115305"/>
              <a:gd name="connsiteY108" fmla="*/ 2238598 h 3192694"/>
              <a:gd name="connsiteX109" fmla="*/ 5289163 w 8115305"/>
              <a:gd name="connsiteY109" fmla="*/ 2299984 h 3192694"/>
              <a:gd name="connsiteX110" fmla="*/ 5231762 w 8115305"/>
              <a:gd name="connsiteY110" fmla="*/ 2360645 h 3192694"/>
              <a:gd name="connsiteX111" fmla="*/ 5127642 w 8115305"/>
              <a:gd name="connsiteY111" fmla="*/ 2296723 h 3192694"/>
              <a:gd name="connsiteX112" fmla="*/ 5185950 w 8115305"/>
              <a:gd name="connsiteY112" fmla="*/ 2238598 h 3192694"/>
              <a:gd name="connsiteX113" fmla="*/ 4724020 w 8115305"/>
              <a:gd name="connsiteY113" fmla="*/ 2200570 h 3192694"/>
              <a:gd name="connsiteX114" fmla="*/ 4814559 w 8115305"/>
              <a:gd name="connsiteY114" fmla="*/ 2259059 h 3192694"/>
              <a:gd name="connsiteX115" fmla="*/ 4749554 w 8115305"/>
              <a:gd name="connsiteY115" fmla="*/ 2322798 h 3192694"/>
              <a:gd name="connsiteX116" fmla="*/ 4652857 w 8115305"/>
              <a:gd name="connsiteY116" fmla="*/ 2258515 h 3192694"/>
              <a:gd name="connsiteX117" fmla="*/ 4724020 w 8115305"/>
              <a:gd name="connsiteY117" fmla="*/ 2200570 h 3192694"/>
              <a:gd name="connsiteX118" fmla="*/ 4268610 w 8115305"/>
              <a:gd name="connsiteY118" fmla="*/ 2176668 h 3192694"/>
              <a:gd name="connsiteX119" fmla="*/ 4355164 w 8115305"/>
              <a:gd name="connsiteY119" fmla="*/ 2235880 h 3192694"/>
              <a:gd name="connsiteX120" fmla="*/ 4279111 w 8115305"/>
              <a:gd name="connsiteY120" fmla="*/ 2297808 h 3192694"/>
              <a:gd name="connsiteX121" fmla="*/ 4192377 w 8115305"/>
              <a:gd name="connsiteY121" fmla="*/ 2236061 h 3192694"/>
              <a:gd name="connsiteX122" fmla="*/ 4268610 w 8115305"/>
              <a:gd name="connsiteY122" fmla="*/ 2176668 h 3192694"/>
              <a:gd name="connsiteX123" fmla="*/ 3815916 w 8115305"/>
              <a:gd name="connsiteY123" fmla="*/ 2141540 h 3192694"/>
              <a:gd name="connsiteX124" fmla="*/ 3887079 w 8115305"/>
              <a:gd name="connsiteY124" fmla="*/ 2202926 h 3192694"/>
              <a:gd name="connsiteX125" fmla="*/ 3798896 w 8115305"/>
              <a:gd name="connsiteY125" fmla="*/ 2261232 h 3192694"/>
              <a:gd name="connsiteX126" fmla="*/ 3725377 w 8115305"/>
              <a:gd name="connsiteY126" fmla="*/ 2194415 h 3192694"/>
              <a:gd name="connsiteX127" fmla="*/ 3815916 w 8115305"/>
              <a:gd name="connsiteY127" fmla="*/ 2141540 h 3192694"/>
              <a:gd name="connsiteX128" fmla="*/ 3375717 w 8115305"/>
              <a:gd name="connsiteY128" fmla="*/ 2118906 h 3192694"/>
              <a:gd name="connsiteX129" fmla="*/ 3443983 w 8115305"/>
              <a:gd name="connsiteY129" fmla="*/ 2173229 h 3192694"/>
              <a:gd name="connsiteX130" fmla="*/ 3345477 w 8115305"/>
              <a:gd name="connsiteY130" fmla="*/ 2235882 h 3192694"/>
              <a:gd name="connsiteX131" fmla="*/ 3282281 w 8115305"/>
              <a:gd name="connsiteY131" fmla="*/ 2175402 h 3192694"/>
              <a:gd name="connsiteX132" fmla="*/ 3375717 w 8115305"/>
              <a:gd name="connsiteY132" fmla="*/ 2118906 h 3192694"/>
              <a:gd name="connsiteX133" fmla="*/ 7761054 w 8115305"/>
              <a:gd name="connsiteY133" fmla="*/ 2097357 h 3192694"/>
              <a:gd name="connsiteX134" fmla="*/ 7856663 w 8115305"/>
              <a:gd name="connsiteY134" fmla="*/ 2128683 h 3192694"/>
              <a:gd name="connsiteX135" fmla="*/ 7862277 w 8115305"/>
              <a:gd name="connsiteY135" fmla="*/ 2164898 h 3192694"/>
              <a:gd name="connsiteX136" fmla="*/ 7765400 w 8115305"/>
              <a:gd name="connsiteY136" fmla="*/ 2130314 h 3192694"/>
              <a:gd name="connsiteX137" fmla="*/ 7761054 w 8115305"/>
              <a:gd name="connsiteY137" fmla="*/ 2097357 h 3192694"/>
              <a:gd name="connsiteX138" fmla="*/ 2955435 w 8115305"/>
              <a:gd name="connsiteY138" fmla="*/ 2086854 h 3192694"/>
              <a:gd name="connsiteX139" fmla="*/ 3009938 w 8115305"/>
              <a:gd name="connsiteY139" fmla="*/ 2143531 h 3192694"/>
              <a:gd name="connsiteX140" fmla="*/ 2906543 w 8115305"/>
              <a:gd name="connsiteY140" fmla="*/ 2200209 h 3192694"/>
              <a:gd name="connsiteX141" fmla="*/ 2852964 w 8115305"/>
              <a:gd name="connsiteY141" fmla="*/ 2141177 h 3192694"/>
              <a:gd name="connsiteX142" fmla="*/ 2955435 w 8115305"/>
              <a:gd name="connsiteY142" fmla="*/ 2086854 h 3192694"/>
              <a:gd name="connsiteX143" fmla="*/ 7293329 w 8115305"/>
              <a:gd name="connsiteY143" fmla="*/ 2068385 h 3192694"/>
              <a:gd name="connsiteX144" fmla="*/ 7403424 w 8115305"/>
              <a:gd name="connsiteY144" fmla="*/ 2107136 h 3192694"/>
              <a:gd name="connsiteX145" fmla="*/ 7399983 w 8115305"/>
              <a:gd name="connsiteY145" fmla="*/ 2150595 h 3192694"/>
              <a:gd name="connsiteX146" fmla="*/ 7295502 w 8115305"/>
              <a:gd name="connsiteY146" fmla="*/ 2113292 h 3192694"/>
              <a:gd name="connsiteX147" fmla="*/ 7293329 w 8115305"/>
              <a:gd name="connsiteY147" fmla="*/ 2068385 h 3192694"/>
              <a:gd name="connsiteX148" fmla="*/ 2535537 w 8115305"/>
              <a:gd name="connsiteY148" fmla="*/ 2065125 h 3192694"/>
              <a:gd name="connsiteX149" fmla="*/ 2581348 w 8115305"/>
              <a:gd name="connsiteY149" fmla="*/ 2121260 h 3192694"/>
              <a:gd name="connsiteX150" fmla="*/ 2468898 w 8115305"/>
              <a:gd name="connsiteY150" fmla="*/ 2175583 h 3192694"/>
              <a:gd name="connsiteX151" fmla="*/ 2430146 w 8115305"/>
              <a:gd name="connsiteY151" fmla="*/ 2115283 h 3192694"/>
              <a:gd name="connsiteX152" fmla="*/ 2535537 w 8115305"/>
              <a:gd name="connsiteY152" fmla="*/ 2065125 h 3192694"/>
              <a:gd name="connsiteX153" fmla="*/ 2132635 w 8115305"/>
              <a:gd name="connsiteY153" fmla="*/ 2034704 h 3192694"/>
              <a:gd name="connsiteX154" fmla="*/ 2170120 w 8115305"/>
              <a:gd name="connsiteY154" fmla="*/ 2084862 h 3192694"/>
              <a:gd name="connsiteX155" fmla="*/ 2052781 w 8115305"/>
              <a:gd name="connsiteY155" fmla="*/ 2141177 h 3192694"/>
              <a:gd name="connsiteX156" fmla="*/ 2016563 w 8115305"/>
              <a:gd name="connsiteY156" fmla="*/ 2089027 h 3192694"/>
              <a:gd name="connsiteX157" fmla="*/ 2132635 w 8115305"/>
              <a:gd name="connsiteY157" fmla="*/ 2034704 h 3192694"/>
              <a:gd name="connsiteX158" fmla="*/ 6833392 w 8115305"/>
              <a:gd name="connsiteY158" fmla="*/ 2031986 h 3192694"/>
              <a:gd name="connsiteX159" fmla="*/ 6942039 w 8115305"/>
              <a:gd name="connsiteY159" fmla="*/ 2075808 h 3192694"/>
              <a:gd name="connsiteX160" fmla="*/ 6923931 w 8115305"/>
              <a:gd name="connsiteY160" fmla="*/ 2121801 h 3192694"/>
              <a:gd name="connsiteX161" fmla="*/ 6815285 w 8115305"/>
              <a:gd name="connsiteY161" fmla="*/ 2076532 h 3192694"/>
              <a:gd name="connsiteX162" fmla="*/ 6833392 w 8115305"/>
              <a:gd name="connsiteY162" fmla="*/ 2031986 h 3192694"/>
              <a:gd name="connsiteX163" fmla="*/ 1711085 w 8115305"/>
              <a:gd name="connsiteY163" fmla="*/ 2017320 h 3192694"/>
              <a:gd name="connsiteX164" fmla="*/ 1737524 w 8115305"/>
              <a:gd name="connsiteY164" fmla="*/ 2064581 h 3192694"/>
              <a:gd name="connsiteX165" fmla="*/ 1625435 w 8115305"/>
              <a:gd name="connsiteY165" fmla="*/ 2114921 h 3192694"/>
              <a:gd name="connsiteX166" fmla="*/ 1594293 w 8115305"/>
              <a:gd name="connsiteY166" fmla="*/ 2068746 h 3192694"/>
              <a:gd name="connsiteX167" fmla="*/ 1711085 w 8115305"/>
              <a:gd name="connsiteY167" fmla="*/ 2017320 h 3192694"/>
              <a:gd name="connsiteX168" fmla="*/ 6383959 w 8115305"/>
              <a:gd name="connsiteY168" fmla="*/ 2006094 h 3192694"/>
              <a:gd name="connsiteX169" fmla="*/ 6501838 w 8115305"/>
              <a:gd name="connsiteY169" fmla="*/ 2054442 h 3192694"/>
              <a:gd name="connsiteX170" fmla="*/ 6483731 w 8115305"/>
              <a:gd name="connsiteY170" fmla="*/ 2105325 h 3192694"/>
              <a:gd name="connsiteX171" fmla="*/ 6362590 w 8115305"/>
              <a:gd name="connsiteY171" fmla="*/ 2057883 h 3192694"/>
              <a:gd name="connsiteX172" fmla="*/ 6383959 w 8115305"/>
              <a:gd name="connsiteY172" fmla="*/ 2006094 h 3192694"/>
              <a:gd name="connsiteX173" fmla="*/ 1317960 w 8115305"/>
              <a:gd name="connsiteY173" fmla="*/ 1992152 h 3192694"/>
              <a:gd name="connsiteX174" fmla="*/ 1336069 w 8115305"/>
              <a:gd name="connsiteY174" fmla="*/ 2033801 h 3192694"/>
              <a:gd name="connsiteX175" fmla="*/ 1228328 w 8115305"/>
              <a:gd name="connsiteY175" fmla="*/ 2077077 h 3192694"/>
              <a:gd name="connsiteX176" fmla="*/ 1212031 w 8115305"/>
              <a:gd name="connsiteY176" fmla="*/ 2034162 h 3192694"/>
              <a:gd name="connsiteX177" fmla="*/ 1317960 w 8115305"/>
              <a:gd name="connsiteY177" fmla="*/ 1992152 h 3192694"/>
              <a:gd name="connsiteX178" fmla="*/ 925203 w 8115305"/>
              <a:gd name="connsiteY178" fmla="*/ 1974044 h 3192694"/>
              <a:gd name="connsiteX179" fmla="*/ 936792 w 8115305"/>
              <a:gd name="connsiteY179" fmla="*/ 2011708 h 3192694"/>
              <a:gd name="connsiteX180" fmla="*/ 824886 w 8115305"/>
              <a:gd name="connsiteY180" fmla="*/ 2053357 h 3192694"/>
              <a:gd name="connsiteX181" fmla="*/ 821808 w 8115305"/>
              <a:gd name="connsiteY181" fmla="*/ 2011889 h 3192694"/>
              <a:gd name="connsiteX182" fmla="*/ 925203 w 8115305"/>
              <a:gd name="connsiteY182" fmla="*/ 1974044 h 3192694"/>
              <a:gd name="connsiteX183" fmla="*/ 5943035 w 8115305"/>
              <a:gd name="connsiteY183" fmla="*/ 1972776 h 3192694"/>
              <a:gd name="connsiteX184" fmla="*/ 6056388 w 8115305"/>
              <a:gd name="connsiteY184" fmla="*/ 2023297 h 3192694"/>
              <a:gd name="connsiteX185" fmla="*/ 6021802 w 8115305"/>
              <a:gd name="connsiteY185" fmla="*/ 2076352 h 3192694"/>
              <a:gd name="connsiteX186" fmla="*/ 5906819 w 8115305"/>
              <a:gd name="connsiteY186" fmla="*/ 2023658 h 3192694"/>
              <a:gd name="connsiteX187" fmla="*/ 5943035 w 8115305"/>
              <a:gd name="connsiteY187" fmla="*/ 1972776 h 3192694"/>
              <a:gd name="connsiteX188" fmla="*/ 5524383 w 8115305"/>
              <a:gd name="connsiteY188" fmla="*/ 1950322 h 3192694"/>
              <a:gd name="connsiteX189" fmla="*/ 5630676 w 8115305"/>
              <a:gd name="connsiteY189" fmla="*/ 2007181 h 3192694"/>
              <a:gd name="connsiteX190" fmla="*/ 5575265 w 8115305"/>
              <a:gd name="connsiteY190" fmla="*/ 2057883 h 3192694"/>
              <a:gd name="connsiteX191" fmla="*/ 5468250 w 8115305"/>
              <a:gd name="connsiteY191" fmla="*/ 1998670 h 3192694"/>
              <a:gd name="connsiteX192" fmla="*/ 5524383 w 8115305"/>
              <a:gd name="connsiteY192" fmla="*/ 1950322 h 3192694"/>
              <a:gd name="connsiteX193" fmla="*/ 546202 w 8115305"/>
              <a:gd name="connsiteY193" fmla="*/ 1950322 h 3192694"/>
              <a:gd name="connsiteX194" fmla="*/ 545115 w 8115305"/>
              <a:gd name="connsiteY194" fmla="*/ 1985089 h 3192694"/>
              <a:gd name="connsiteX195" fmla="*/ 454939 w 8115305"/>
              <a:gd name="connsiteY195" fmla="*/ 2015510 h 3192694"/>
              <a:gd name="connsiteX196" fmla="*/ 457473 w 8115305"/>
              <a:gd name="connsiteY196" fmla="*/ 1979294 h 3192694"/>
              <a:gd name="connsiteX197" fmla="*/ 546202 w 8115305"/>
              <a:gd name="connsiteY197" fmla="*/ 1950322 h 3192694"/>
              <a:gd name="connsiteX198" fmla="*/ 162318 w 8115305"/>
              <a:gd name="connsiteY198" fmla="*/ 1934388 h 3192694"/>
              <a:gd name="connsiteX199" fmla="*/ 163404 w 8115305"/>
              <a:gd name="connsiteY199" fmla="*/ 1961731 h 3192694"/>
              <a:gd name="connsiteX200" fmla="*/ 77030 w 8115305"/>
              <a:gd name="connsiteY200" fmla="*/ 1992152 h 3192694"/>
              <a:gd name="connsiteX201" fmla="*/ 77030 w 8115305"/>
              <a:gd name="connsiteY201" fmla="*/ 1961731 h 3192694"/>
              <a:gd name="connsiteX202" fmla="*/ 162318 w 8115305"/>
              <a:gd name="connsiteY202" fmla="*/ 1934388 h 3192694"/>
              <a:gd name="connsiteX203" fmla="*/ 5080200 w 8115305"/>
              <a:gd name="connsiteY203" fmla="*/ 1916643 h 3192694"/>
              <a:gd name="connsiteX204" fmla="*/ 5188846 w 8115305"/>
              <a:gd name="connsiteY204" fmla="*/ 1970785 h 3192694"/>
              <a:gd name="connsiteX205" fmla="*/ 5134523 w 8115305"/>
              <a:gd name="connsiteY205" fmla="*/ 2031627 h 3192694"/>
              <a:gd name="connsiteX206" fmla="*/ 5019539 w 8115305"/>
              <a:gd name="connsiteY206" fmla="*/ 1972415 h 3192694"/>
              <a:gd name="connsiteX207" fmla="*/ 5080200 w 8115305"/>
              <a:gd name="connsiteY207" fmla="*/ 1916643 h 3192694"/>
              <a:gd name="connsiteX208" fmla="*/ 4671688 w 8115305"/>
              <a:gd name="connsiteY208" fmla="*/ 1896180 h 3192694"/>
              <a:gd name="connsiteX209" fmla="*/ 4774359 w 8115305"/>
              <a:gd name="connsiteY209" fmla="*/ 1953220 h 3192694"/>
              <a:gd name="connsiteX210" fmla="*/ 4701928 w 8115305"/>
              <a:gd name="connsiteY210" fmla="*/ 2012252 h 3192694"/>
              <a:gd name="connsiteX211" fmla="*/ 4601068 w 8115305"/>
              <a:gd name="connsiteY211" fmla="*/ 1950505 h 3192694"/>
              <a:gd name="connsiteX212" fmla="*/ 4671688 w 8115305"/>
              <a:gd name="connsiteY212" fmla="*/ 1896180 h 3192694"/>
              <a:gd name="connsiteX213" fmla="*/ 4280199 w 8115305"/>
              <a:gd name="connsiteY213" fmla="*/ 1867207 h 3192694"/>
              <a:gd name="connsiteX214" fmla="*/ 4363675 w 8115305"/>
              <a:gd name="connsiteY214" fmla="*/ 1928229 h 3192694"/>
              <a:gd name="connsiteX215" fmla="*/ 4276216 w 8115305"/>
              <a:gd name="connsiteY215" fmla="*/ 1982915 h 3192694"/>
              <a:gd name="connsiteX216" fmla="*/ 4189660 w 8115305"/>
              <a:gd name="connsiteY216" fmla="*/ 1921530 h 3192694"/>
              <a:gd name="connsiteX217" fmla="*/ 4280199 w 8115305"/>
              <a:gd name="connsiteY217" fmla="*/ 1867207 h 3192694"/>
              <a:gd name="connsiteX218" fmla="*/ 3878389 w 8115305"/>
              <a:gd name="connsiteY218" fmla="*/ 1849824 h 3192694"/>
              <a:gd name="connsiteX219" fmla="*/ 3959873 w 8115305"/>
              <a:gd name="connsiteY219" fmla="*/ 1905052 h 3192694"/>
              <a:gd name="connsiteX220" fmla="*/ 3871870 w 8115305"/>
              <a:gd name="connsiteY220" fmla="*/ 1962997 h 3192694"/>
              <a:gd name="connsiteX221" fmla="*/ 3787850 w 8115305"/>
              <a:gd name="connsiteY221" fmla="*/ 1903060 h 3192694"/>
              <a:gd name="connsiteX222" fmla="*/ 3878389 w 8115305"/>
              <a:gd name="connsiteY222" fmla="*/ 1849824 h 3192694"/>
              <a:gd name="connsiteX223" fmla="*/ 7838916 w 8115305"/>
              <a:gd name="connsiteY223" fmla="*/ 1838961 h 3192694"/>
              <a:gd name="connsiteX224" fmla="*/ 7926557 w 8115305"/>
              <a:gd name="connsiteY224" fmla="*/ 1867751 h 3192694"/>
              <a:gd name="connsiteX225" fmla="*/ 7926557 w 8115305"/>
              <a:gd name="connsiteY225" fmla="*/ 1897992 h 3192694"/>
              <a:gd name="connsiteX226" fmla="*/ 7837287 w 8115305"/>
              <a:gd name="connsiteY226" fmla="*/ 1868476 h 3192694"/>
              <a:gd name="connsiteX227" fmla="*/ 7838916 w 8115305"/>
              <a:gd name="connsiteY227" fmla="*/ 1838961 h 3192694"/>
              <a:gd name="connsiteX228" fmla="*/ 3488708 w 8115305"/>
              <a:gd name="connsiteY228" fmla="*/ 1823388 h 3192694"/>
              <a:gd name="connsiteX229" fmla="*/ 3564036 w 8115305"/>
              <a:gd name="connsiteY229" fmla="*/ 1879521 h 3192694"/>
              <a:gd name="connsiteX230" fmla="*/ 3465169 w 8115305"/>
              <a:gd name="connsiteY230" fmla="*/ 1934207 h 3192694"/>
              <a:gd name="connsiteX231" fmla="*/ 3392738 w 8115305"/>
              <a:gd name="connsiteY231" fmla="*/ 1877711 h 3192694"/>
              <a:gd name="connsiteX232" fmla="*/ 3488708 w 8115305"/>
              <a:gd name="connsiteY232" fmla="*/ 1823388 h 3192694"/>
              <a:gd name="connsiteX233" fmla="*/ 7411935 w 8115305"/>
              <a:gd name="connsiteY233" fmla="*/ 1814152 h 3192694"/>
              <a:gd name="connsiteX234" fmla="*/ 7520040 w 8115305"/>
              <a:gd name="connsiteY234" fmla="*/ 1851997 h 3192694"/>
              <a:gd name="connsiteX235" fmla="*/ 7507907 w 8115305"/>
              <a:gd name="connsiteY235" fmla="*/ 1886583 h 3192694"/>
              <a:gd name="connsiteX236" fmla="*/ 7405055 w 8115305"/>
              <a:gd name="connsiteY236" fmla="*/ 1850367 h 3192694"/>
              <a:gd name="connsiteX237" fmla="*/ 7411935 w 8115305"/>
              <a:gd name="connsiteY237" fmla="*/ 1814152 h 3192694"/>
              <a:gd name="connsiteX238" fmla="*/ 3095951 w 8115305"/>
              <a:gd name="connsiteY238" fmla="*/ 1805824 h 3192694"/>
              <a:gd name="connsiteX239" fmla="*/ 3160776 w 8115305"/>
              <a:gd name="connsiteY239" fmla="*/ 1857250 h 3192694"/>
              <a:gd name="connsiteX240" fmla="*/ 3058106 w 8115305"/>
              <a:gd name="connsiteY240" fmla="*/ 1914651 h 3192694"/>
              <a:gd name="connsiteX241" fmla="*/ 2991470 w 8115305"/>
              <a:gd name="connsiteY241" fmla="*/ 1858516 h 3192694"/>
              <a:gd name="connsiteX242" fmla="*/ 3095951 w 8115305"/>
              <a:gd name="connsiteY242" fmla="*/ 1805824 h 3192694"/>
              <a:gd name="connsiteX243" fmla="*/ 6991472 w 8115305"/>
              <a:gd name="connsiteY243" fmla="*/ 1791155 h 3192694"/>
              <a:gd name="connsiteX244" fmla="*/ 7110078 w 8115305"/>
              <a:gd name="connsiteY244" fmla="*/ 1830811 h 3192694"/>
              <a:gd name="connsiteX245" fmla="*/ 7100299 w 8115305"/>
              <a:gd name="connsiteY245" fmla="*/ 1874451 h 3192694"/>
              <a:gd name="connsiteX246" fmla="*/ 6980427 w 8115305"/>
              <a:gd name="connsiteY246" fmla="*/ 1831353 h 3192694"/>
              <a:gd name="connsiteX247" fmla="*/ 6991472 w 8115305"/>
              <a:gd name="connsiteY247" fmla="*/ 1791155 h 3192694"/>
              <a:gd name="connsiteX248" fmla="*/ 2720782 w 8115305"/>
              <a:gd name="connsiteY248" fmla="*/ 1789345 h 3192694"/>
              <a:gd name="connsiteX249" fmla="*/ 2775104 w 8115305"/>
              <a:gd name="connsiteY249" fmla="*/ 1841495 h 3192694"/>
              <a:gd name="connsiteX250" fmla="*/ 2659937 w 8115305"/>
              <a:gd name="connsiteY250" fmla="*/ 1895819 h 3192694"/>
              <a:gd name="connsiteX251" fmla="*/ 2609240 w 8115305"/>
              <a:gd name="connsiteY251" fmla="*/ 1843307 h 3192694"/>
              <a:gd name="connsiteX252" fmla="*/ 2720782 w 8115305"/>
              <a:gd name="connsiteY252" fmla="*/ 1789345 h 3192694"/>
              <a:gd name="connsiteX253" fmla="*/ 2355367 w 8115305"/>
              <a:gd name="connsiteY253" fmla="*/ 1765623 h 3192694"/>
              <a:gd name="connsiteX254" fmla="*/ 2402623 w 8115305"/>
              <a:gd name="connsiteY254" fmla="*/ 1812342 h 3192694"/>
              <a:gd name="connsiteX255" fmla="*/ 2289089 w 8115305"/>
              <a:gd name="connsiteY255" fmla="*/ 1866666 h 3192694"/>
              <a:gd name="connsiteX256" fmla="*/ 2241469 w 8115305"/>
              <a:gd name="connsiteY256" fmla="*/ 1815057 h 3192694"/>
              <a:gd name="connsiteX257" fmla="*/ 2355367 w 8115305"/>
              <a:gd name="connsiteY257" fmla="*/ 1765623 h 3192694"/>
              <a:gd name="connsiteX258" fmla="*/ 6583144 w 8115305"/>
              <a:gd name="connsiteY258" fmla="*/ 1762726 h 3192694"/>
              <a:gd name="connsiteX259" fmla="*/ 6698310 w 8115305"/>
              <a:gd name="connsiteY259" fmla="*/ 1805821 h 3192694"/>
              <a:gd name="connsiteX260" fmla="*/ 6672597 w 8115305"/>
              <a:gd name="connsiteY260" fmla="*/ 1850548 h 3192694"/>
              <a:gd name="connsiteX261" fmla="*/ 6556888 w 8115305"/>
              <a:gd name="connsiteY261" fmla="*/ 1803831 h 3192694"/>
              <a:gd name="connsiteX262" fmla="*/ 6583144 w 8115305"/>
              <a:gd name="connsiteY262" fmla="*/ 1762726 h 3192694"/>
              <a:gd name="connsiteX263" fmla="*/ 1988498 w 8115305"/>
              <a:gd name="connsiteY263" fmla="*/ 1752586 h 3192694"/>
              <a:gd name="connsiteX264" fmla="*/ 2024715 w 8115305"/>
              <a:gd name="connsiteY264" fmla="*/ 1796044 h 3192694"/>
              <a:gd name="connsiteX265" fmla="*/ 1911358 w 8115305"/>
              <a:gd name="connsiteY265" fmla="*/ 1843668 h 3192694"/>
              <a:gd name="connsiteX266" fmla="*/ 1877134 w 8115305"/>
              <a:gd name="connsiteY266" fmla="*/ 1798398 h 3192694"/>
              <a:gd name="connsiteX267" fmla="*/ 1988498 w 8115305"/>
              <a:gd name="connsiteY267" fmla="*/ 1752586 h 3192694"/>
              <a:gd name="connsiteX268" fmla="*/ 6167934 w 8115305"/>
              <a:gd name="connsiteY268" fmla="*/ 1742082 h 3192694"/>
              <a:gd name="connsiteX269" fmla="*/ 6285994 w 8115305"/>
              <a:gd name="connsiteY269" fmla="*/ 1784455 h 3192694"/>
              <a:gd name="connsiteX270" fmla="*/ 6262636 w 8115305"/>
              <a:gd name="connsiteY270" fmla="*/ 1837147 h 3192694"/>
              <a:gd name="connsiteX271" fmla="*/ 6142400 w 8115305"/>
              <a:gd name="connsiteY271" fmla="*/ 1792964 h 3192694"/>
              <a:gd name="connsiteX272" fmla="*/ 6167934 w 8115305"/>
              <a:gd name="connsiteY272" fmla="*/ 1742082 h 3192694"/>
              <a:gd name="connsiteX273" fmla="*/ 1639746 w 8115305"/>
              <a:gd name="connsiteY273" fmla="*/ 1729769 h 3192694"/>
              <a:gd name="connsiteX274" fmla="*/ 1663466 w 8115305"/>
              <a:gd name="connsiteY274" fmla="*/ 1771418 h 3192694"/>
              <a:gd name="connsiteX275" fmla="*/ 1550476 w 8115305"/>
              <a:gd name="connsiteY275" fmla="*/ 1815238 h 3192694"/>
              <a:gd name="connsiteX276" fmla="*/ 1522587 w 8115305"/>
              <a:gd name="connsiteY276" fmla="*/ 1774133 h 3192694"/>
              <a:gd name="connsiteX277" fmla="*/ 1639746 w 8115305"/>
              <a:gd name="connsiteY277" fmla="*/ 1729769 h 3192694"/>
              <a:gd name="connsiteX278" fmla="*/ 1282656 w 8115305"/>
              <a:gd name="connsiteY278" fmla="*/ 1715102 h 3192694"/>
              <a:gd name="connsiteX279" fmla="*/ 1298590 w 8115305"/>
              <a:gd name="connsiteY279" fmla="*/ 1756751 h 3192694"/>
              <a:gd name="connsiteX280" fmla="*/ 1185417 w 8115305"/>
              <a:gd name="connsiteY280" fmla="*/ 1796225 h 3192694"/>
              <a:gd name="connsiteX281" fmla="*/ 1171112 w 8115305"/>
              <a:gd name="connsiteY281" fmla="*/ 1753310 h 3192694"/>
              <a:gd name="connsiteX282" fmla="*/ 1282656 w 8115305"/>
              <a:gd name="connsiteY282" fmla="*/ 1715102 h 3192694"/>
              <a:gd name="connsiteX283" fmla="*/ 5774090 w 8115305"/>
              <a:gd name="connsiteY283" fmla="*/ 1714559 h 3192694"/>
              <a:gd name="connsiteX284" fmla="*/ 5893240 w 8115305"/>
              <a:gd name="connsiteY284" fmla="*/ 1762727 h 3192694"/>
              <a:gd name="connsiteX285" fmla="*/ 5850867 w 8115305"/>
              <a:gd name="connsiteY285" fmla="*/ 1814153 h 3192694"/>
              <a:gd name="connsiteX286" fmla="*/ 5732080 w 8115305"/>
              <a:gd name="connsiteY286" fmla="*/ 1761639 h 3192694"/>
              <a:gd name="connsiteX287" fmla="*/ 5774090 w 8115305"/>
              <a:gd name="connsiteY287" fmla="*/ 1714559 h 3192694"/>
              <a:gd name="connsiteX288" fmla="*/ 5395276 w 8115305"/>
              <a:gd name="connsiteY288" fmla="*/ 1697538 h 3192694"/>
              <a:gd name="connsiteX289" fmla="*/ 5508629 w 8115305"/>
              <a:gd name="connsiteY289" fmla="*/ 1748059 h 3192694"/>
              <a:gd name="connsiteX290" fmla="*/ 5453221 w 8115305"/>
              <a:gd name="connsiteY290" fmla="*/ 1798580 h 3192694"/>
              <a:gd name="connsiteX291" fmla="*/ 5340953 w 8115305"/>
              <a:gd name="connsiteY291" fmla="*/ 1744257 h 3192694"/>
              <a:gd name="connsiteX292" fmla="*/ 5395276 w 8115305"/>
              <a:gd name="connsiteY292" fmla="*/ 1697538 h 3192694"/>
              <a:gd name="connsiteX293" fmla="*/ 927562 w 8115305"/>
              <a:gd name="connsiteY293" fmla="*/ 1695185 h 3192694"/>
              <a:gd name="connsiteX294" fmla="*/ 938428 w 8115305"/>
              <a:gd name="connsiteY294" fmla="*/ 1727418 h 3192694"/>
              <a:gd name="connsiteX295" fmla="*/ 831953 w 8115305"/>
              <a:gd name="connsiteY295" fmla="*/ 1765624 h 3192694"/>
              <a:gd name="connsiteX296" fmla="*/ 821813 w 8115305"/>
              <a:gd name="connsiteY296" fmla="*/ 1729408 h 3192694"/>
              <a:gd name="connsiteX297" fmla="*/ 927562 w 8115305"/>
              <a:gd name="connsiteY297" fmla="*/ 1695185 h 3192694"/>
              <a:gd name="connsiteX298" fmla="*/ 579889 w 8115305"/>
              <a:gd name="connsiteY298" fmla="*/ 1683596 h 3192694"/>
              <a:gd name="connsiteX299" fmla="*/ 582243 w 8115305"/>
              <a:gd name="connsiteY299" fmla="*/ 1714198 h 3192694"/>
              <a:gd name="connsiteX300" fmla="*/ 484461 w 8115305"/>
              <a:gd name="connsiteY300" fmla="*/ 1745526 h 3192694"/>
              <a:gd name="connsiteX301" fmla="*/ 477037 w 8115305"/>
              <a:gd name="connsiteY301" fmla="*/ 1716190 h 3192694"/>
              <a:gd name="connsiteX302" fmla="*/ 579889 w 8115305"/>
              <a:gd name="connsiteY302" fmla="*/ 1683596 h 3192694"/>
              <a:gd name="connsiteX303" fmla="*/ 5012657 w 8115305"/>
              <a:gd name="connsiteY303" fmla="*/ 1670919 h 3192694"/>
              <a:gd name="connsiteX304" fmla="*/ 5125650 w 8115305"/>
              <a:gd name="connsiteY304" fmla="*/ 1721077 h 3192694"/>
              <a:gd name="connsiteX305" fmla="*/ 5063903 w 8115305"/>
              <a:gd name="connsiteY305" fmla="*/ 1776488 h 3192694"/>
              <a:gd name="connsiteX306" fmla="*/ 4952179 w 8115305"/>
              <a:gd name="connsiteY306" fmla="*/ 1722165 h 3192694"/>
              <a:gd name="connsiteX307" fmla="*/ 5012657 w 8115305"/>
              <a:gd name="connsiteY307" fmla="*/ 1670919 h 3192694"/>
              <a:gd name="connsiteX308" fmla="*/ 241809 w 8115305"/>
              <a:gd name="connsiteY308" fmla="*/ 1666212 h 3192694"/>
              <a:gd name="connsiteX309" fmla="*/ 243620 w 8115305"/>
              <a:gd name="connsiteY309" fmla="*/ 1689753 h 3192694"/>
              <a:gd name="connsiteX310" fmla="*/ 160867 w 8115305"/>
              <a:gd name="connsiteY310" fmla="*/ 1715104 h 3192694"/>
              <a:gd name="connsiteX311" fmla="*/ 159962 w 8115305"/>
              <a:gd name="connsiteY311" fmla="*/ 1691201 h 3192694"/>
              <a:gd name="connsiteX312" fmla="*/ 241809 w 8115305"/>
              <a:gd name="connsiteY312" fmla="*/ 1666212 h 3192694"/>
              <a:gd name="connsiteX313" fmla="*/ 4647061 w 8115305"/>
              <a:gd name="connsiteY313" fmla="*/ 1653175 h 3192694"/>
              <a:gd name="connsiteX314" fmla="*/ 4754259 w 8115305"/>
              <a:gd name="connsiteY314" fmla="*/ 1706411 h 3192694"/>
              <a:gd name="connsiteX315" fmla="*/ 4681828 w 8115305"/>
              <a:gd name="connsiteY315" fmla="*/ 1761821 h 3192694"/>
              <a:gd name="connsiteX316" fmla="*/ 4574630 w 8115305"/>
              <a:gd name="connsiteY316" fmla="*/ 1710032 h 3192694"/>
              <a:gd name="connsiteX317" fmla="*/ 4647061 w 8115305"/>
              <a:gd name="connsiteY317" fmla="*/ 1653175 h 3192694"/>
              <a:gd name="connsiteX318" fmla="*/ 7909176 w 8115305"/>
              <a:gd name="connsiteY318" fmla="*/ 1635065 h 3192694"/>
              <a:gd name="connsiteX319" fmla="*/ 7997179 w 8115305"/>
              <a:gd name="connsiteY319" fmla="*/ 1661864 h 3192694"/>
              <a:gd name="connsiteX320" fmla="*/ 7994463 w 8115305"/>
              <a:gd name="connsiteY320" fmla="*/ 1684500 h 3192694"/>
              <a:gd name="connsiteX321" fmla="*/ 7905011 w 8115305"/>
              <a:gd name="connsiteY321" fmla="*/ 1657157 h 3192694"/>
              <a:gd name="connsiteX322" fmla="*/ 7909176 w 8115305"/>
              <a:gd name="connsiteY322" fmla="*/ 1635065 h 3192694"/>
              <a:gd name="connsiteX323" fmla="*/ 4275672 w 8115305"/>
              <a:gd name="connsiteY323" fmla="*/ 1629997 h 3192694"/>
              <a:gd name="connsiteX324" fmla="*/ 4370016 w 8115305"/>
              <a:gd name="connsiteY324" fmla="*/ 1684320 h 3192694"/>
              <a:gd name="connsiteX325" fmla="*/ 4279477 w 8115305"/>
              <a:gd name="connsiteY325" fmla="*/ 1737556 h 3192694"/>
              <a:gd name="connsiteX326" fmla="*/ 4188938 w 8115305"/>
              <a:gd name="connsiteY326" fmla="*/ 1681967 h 3192694"/>
              <a:gd name="connsiteX327" fmla="*/ 4275672 w 8115305"/>
              <a:gd name="connsiteY327" fmla="*/ 1629997 h 3192694"/>
              <a:gd name="connsiteX328" fmla="*/ 3919673 w 8115305"/>
              <a:gd name="connsiteY328" fmla="*/ 1614604 h 3192694"/>
              <a:gd name="connsiteX329" fmla="*/ 4005685 w 8115305"/>
              <a:gd name="connsiteY329" fmla="*/ 1667659 h 3192694"/>
              <a:gd name="connsiteX330" fmla="*/ 3911164 w 8115305"/>
              <a:gd name="connsiteY330" fmla="*/ 1721982 h 3192694"/>
              <a:gd name="connsiteX331" fmla="*/ 3825332 w 8115305"/>
              <a:gd name="connsiteY331" fmla="*/ 1666210 h 3192694"/>
              <a:gd name="connsiteX332" fmla="*/ 3919673 w 8115305"/>
              <a:gd name="connsiteY332" fmla="*/ 1614604 h 3192694"/>
              <a:gd name="connsiteX333" fmla="*/ 7508630 w 8115305"/>
              <a:gd name="connsiteY333" fmla="*/ 1606817 h 3192694"/>
              <a:gd name="connsiteX334" fmla="*/ 7608767 w 8115305"/>
              <a:gd name="connsiteY334" fmla="*/ 1638325 h 3192694"/>
              <a:gd name="connsiteX335" fmla="*/ 7600980 w 8115305"/>
              <a:gd name="connsiteY335" fmla="*/ 1667841 h 3192694"/>
              <a:gd name="connsiteX336" fmla="*/ 7499757 w 8115305"/>
              <a:gd name="connsiteY336" fmla="*/ 1635428 h 3192694"/>
              <a:gd name="connsiteX337" fmla="*/ 7508630 w 8115305"/>
              <a:gd name="connsiteY337" fmla="*/ 1606817 h 3192694"/>
              <a:gd name="connsiteX338" fmla="*/ 3570918 w 8115305"/>
              <a:gd name="connsiteY338" fmla="*/ 1593419 h 3192694"/>
              <a:gd name="connsiteX339" fmla="*/ 3647514 w 8115305"/>
              <a:gd name="connsiteY339" fmla="*/ 1645208 h 3192694"/>
              <a:gd name="connsiteX340" fmla="*/ 3545023 w 8115305"/>
              <a:gd name="connsiteY340" fmla="*/ 1698082 h 3192694"/>
              <a:gd name="connsiteX341" fmla="*/ 3469153 w 8115305"/>
              <a:gd name="connsiteY341" fmla="*/ 1643759 h 3192694"/>
              <a:gd name="connsiteX342" fmla="*/ 3570918 w 8115305"/>
              <a:gd name="connsiteY342" fmla="*/ 1593419 h 3192694"/>
              <a:gd name="connsiteX343" fmla="*/ 7113881 w 8115305"/>
              <a:gd name="connsiteY343" fmla="*/ 1586358 h 3192694"/>
              <a:gd name="connsiteX344" fmla="*/ 7223796 w 8115305"/>
              <a:gd name="connsiteY344" fmla="*/ 1621305 h 3192694"/>
              <a:gd name="connsiteX345" fmla="*/ 7213475 w 8115305"/>
              <a:gd name="connsiteY345" fmla="*/ 1658788 h 3192694"/>
              <a:gd name="connsiteX346" fmla="*/ 7101750 w 8115305"/>
              <a:gd name="connsiteY346" fmla="*/ 1622573 h 3192694"/>
              <a:gd name="connsiteX347" fmla="*/ 7113881 w 8115305"/>
              <a:gd name="connsiteY347" fmla="*/ 1586358 h 3192694"/>
              <a:gd name="connsiteX348" fmla="*/ 3224336 w 8115305"/>
              <a:gd name="connsiteY348" fmla="*/ 1578932 h 3192694"/>
              <a:gd name="connsiteX349" fmla="*/ 3293326 w 8115305"/>
              <a:gd name="connsiteY349" fmla="*/ 1629997 h 3192694"/>
              <a:gd name="connsiteX350" fmla="*/ 3182326 w 8115305"/>
              <a:gd name="connsiteY350" fmla="*/ 1681965 h 3192694"/>
              <a:gd name="connsiteX351" fmla="*/ 3118405 w 8115305"/>
              <a:gd name="connsiteY351" fmla="*/ 1626556 h 3192694"/>
              <a:gd name="connsiteX352" fmla="*/ 3224336 w 8115305"/>
              <a:gd name="connsiteY352" fmla="*/ 1578932 h 3192694"/>
              <a:gd name="connsiteX353" fmla="*/ 6730541 w 8115305"/>
              <a:gd name="connsiteY353" fmla="*/ 1562636 h 3192694"/>
              <a:gd name="connsiteX354" fmla="*/ 6844982 w 8115305"/>
              <a:gd name="connsiteY354" fmla="*/ 1598851 h 3192694"/>
              <a:gd name="connsiteX355" fmla="*/ 6831764 w 8115305"/>
              <a:gd name="connsiteY355" fmla="*/ 1639052 h 3192694"/>
              <a:gd name="connsiteX356" fmla="*/ 6715330 w 8115305"/>
              <a:gd name="connsiteY356" fmla="*/ 1601387 h 3192694"/>
              <a:gd name="connsiteX357" fmla="*/ 6730541 w 8115305"/>
              <a:gd name="connsiteY357" fmla="*/ 1562636 h 3192694"/>
              <a:gd name="connsiteX358" fmla="*/ 2890066 w 8115305"/>
              <a:gd name="connsiteY358" fmla="*/ 1558471 h 3192694"/>
              <a:gd name="connsiteX359" fmla="*/ 2946382 w 8115305"/>
              <a:gd name="connsiteY359" fmla="*/ 1610439 h 3192694"/>
              <a:gd name="connsiteX360" fmla="*/ 2831239 w 8115305"/>
              <a:gd name="connsiteY360" fmla="*/ 1658607 h 3192694"/>
              <a:gd name="connsiteX361" fmla="*/ 2776915 w 8115305"/>
              <a:gd name="connsiteY361" fmla="*/ 1604283 h 3192694"/>
              <a:gd name="connsiteX362" fmla="*/ 2890066 w 8115305"/>
              <a:gd name="connsiteY362" fmla="*/ 1558471 h 3192694"/>
              <a:gd name="connsiteX363" fmla="*/ 2550566 w 8115305"/>
              <a:gd name="connsiteY363" fmla="*/ 1546157 h 3192694"/>
              <a:gd name="connsiteX364" fmla="*/ 2602898 w 8115305"/>
              <a:gd name="connsiteY364" fmla="*/ 1592152 h 3192694"/>
              <a:gd name="connsiteX365" fmla="*/ 2485920 w 8115305"/>
              <a:gd name="connsiteY365" fmla="*/ 1641766 h 3192694"/>
              <a:gd name="connsiteX366" fmla="*/ 2435038 w 8115305"/>
              <a:gd name="connsiteY366" fmla="*/ 1593781 h 3192694"/>
              <a:gd name="connsiteX367" fmla="*/ 2550566 w 8115305"/>
              <a:gd name="connsiteY367" fmla="*/ 1546157 h 3192694"/>
              <a:gd name="connsiteX368" fmla="*/ 6366032 w 8115305"/>
              <a:gd name="connsiteY368" fmla="*/ 1543985 h 3192694"/>
              <a:gd name="connsiteX369" fmla="*/ 6487716 w 8115305"/>
              <a:gd name="connsiteY369" fmla="*/ 1586175 h 3192694"/>
              <a:gd name="connsiteX370" fmla="*/ 6458561 w 8115305"/>
              <a:gd name="connsiteY370" fmla="*/ 1629092 h 3192694"/>
              <a:gd name="connsiteX371" fmla="*/ 6336335 w 8115305"/>
              <a:gd name="connsiteY371" fmla="*/ 1583641 h 3192694"/>
              <a:gd name="connsiteX372" fmla="*/ 6366032 w 8115305"/>
              <a:gd name="connsiteY372" fmla="*/ 1543985 h 3192694"/>
              <a:gd name="connsiteX373" fmla="*/ 2209960 w 8115305"/>
              <a:gd name="connsiteY373" fmla="*/ 1528593 h 3192694"/>
              <a:gd name="connsiteX374" fmla="*/ 2253417 w 8115305"/>
              <a:gd name="connsiteY374" fmla="*/ 1570060 h 3192694"/>
              <a:gd name="connsiteX375" fmla="*/ 2138617 w 8115305"/>
              <a:gd name="connsiteY375" fmla="*/ 1616416 h 3192694"/>
              <a:gd name="connsiteX376" fmla="*/ 2096424 w 8115305"/>
              <a:gd name="connsiteY376" fmla="*/ 1573138 h 3192694"/>
              <a:gd name="connsiteX377" fmla="*/ 2209960 w 8115305"/>
              <a:gd name="connsiteY377" fmla="*/ 1528593 h 3192694"/>
              <a:gd name="connsiteX378" fmla="*/ 6004601 w 8115305"/>
              <a:gd name="connsiteY378" fmla="*/ 1521350 h 3192694"/>
              <a:gd name="connsiteX379" fmla="*/ 6121396 w 8115305"/>
              <a:gd name="connsiteY379" fmla="*/ 1564446 h 3192694"/>
              <a:gd name="connsiteX380" fmla="*/ 6085180 w 8115305"/>
              <a:gd name="connsiteY380" fmla="*/ 1608992 h 3192694"/>
              <a:gd name="connsiteX381" fmla="*/ 5967479 w 8115305"/>
              <a:gd name="connsiteY381" fmla="*/ 1564085 h 3192694"/>
              <a:gd name="connsiteX382" fmla="*/ 6004601 w 8115305"/>
              <a:gd name="connsiteY382" fmla="*/ 1521350 h 3192694"/>
              <a:gd name="connsiteX383" fmla="*/ 1884198 w 8115305"/>
              <a:gd name="connsiteY383" fmla="*/ 1516642 h 3192694"/>
              <a:gd name="connsiteX384" fmla="*/ 1918060 w 8115305"/>
              <a:gd name="connsiteY384" fmla="*/ 1556298 h 3192694"/>
              <a:gd name="connsiteX385" fmla="*/ 1802714 w 8115305"/>
              <a:gd name="connsiteY385" fmla="*/ 1600118 h 3192694"/>
              <a:gd name="connsiteX386" fmla="*/ 1769031 w 8115305"/>
              <a:gd name="connsiteY386" fmla="*/ 1557203 h 3192694"/>
              <a:gd name="connsiteX387" fmla="*/ 1884198 w 8115305"/>
              <a:gd name="connsiteY387" fmla="*/ 1516642 h 3192694"/>
              <a:gd name="connsiteX388" fmla="*/ 5660553 w 8115305"/>
              <a:gd name="connsiteY388" fmla="*/ 1504872 h 3192694"/>
              <a:gd name="connsiteX389" fmla="*/ 5775718 w 8115305"/>
              <a:gd name="connsiteY389" fmla="*/ 1557385 h 3192694"/>
              <a:gd name="connsiteX390" fmla="*/ 5715963 w 8115305"/>
              <a:gd name="connsiteY390" fmla="*/ 1598490 h 3192694"/>
              <a:gd name="connsiteX391" fmla="*/ 5600074 w 8115305"/>
              <a:gd name="connsiteY391" fmla="*/ 1544167 h 3192694"/>
              <a:gd name="connsiteX392" fmla="*/ 5660553 w 8115305"/>
              <a:gd name="connsiteY392" fmla="*/ 1504872 h 3192694"/>
              <a:gd name="connsiteX393" fmla="*/ 1572926 w 8115305"/>
              <a:gd name="connsiteY393" fmla="*/ 1497810 h 3192694"/>
              <a:gd name="connsiteX394" fmla="*/ 1592120 w 8115305"/>
              <a:gd name="connsiteY394" fmla="*/ 1538191 h 3192694"/>
              <a:gd name="connsiteX395" fmla="*/ 1474058 w 8115305"/>
              <a:gd name="connsiteY395" fmla="*/ 1577123 h 3192694"/>
              <a:gd name="connsiteX396" fmla="*/ 1455949 w 8115305"/>
              <a:gd name="connsiteY396" fmla="*/ 1534025 h 3192694"/>
              <a:gd name="connsiteX397" fmla="*/ 1572926 w 8115305"/>
              <a:gd name="connsiteY397" fmla="*/ 1497810 h 3192694"/>
              <a:gd name="connsiteX398" fmla="*/ 1248616 w 8115305"/>
              <a:gd name="connsiteY398" fmla="*/ 1489481 h 3192694"/>
              <a:gd name="connsiteX399" fmla="*/ 1263464 w 8115305"/>
              <a:gd name="connsiteY399" fmla="*/ 1522799 h 3192694"/>
              <a:gd name="connsiteX400" fmla="*/ 1150834 w 8115305"/>
              <a:gd name="connsiteY400" fmla="*/ 1558471 h 3192694"/>
              <a:gd name="connsiteX401" fmla="*/ 1137616 w 8115305"/>
              <a:gd name="connsiteY401" fmla="*/ 1524067 h 3192694"/>
              <a:gd name="connsiteX402" fmla="*/ 1248616 w 8115305"/>
              <a:gd name="connsiteY402" fmla="*/ 1489481 h 3192694"/>
              <a:gd name="connsiteX403" fmla="*/ 5293870 w 8115305"/>
              <a:gd name="connsiteY403" fmla="*/ 1483506 h 3192694"/>
              <a:gd name="connsiteX404" fmla="*/ 5405052 w 8115305"/>
              <a:gd name="connsiteY404" fmla="*/ 1530223 h 3192694"/>
              <a:gd name="connsiteX405" fmla="*/ 5346383 w 8115305"/>
              <a:gd name="connsiteY405" fmla="*/ 1578934 h 3192694"/>
              <a:gd name="connsiteX406" fmla="*/ 5233935 w 8115305"/>
              <a:gd name="connsiteY406" fmla="*/ 1530223 h 3192694"/>
              <a:gd name="connsiteX407" fmla="*/ 5293870 w 8115305"/>
              <a:gd name="connsiteY407" fmla="*/ 1483506 h 3192694"/>
              <a:gd name="connsiteX408" fmla="*/ 931366 w 8115305"/>
              <a:gd name="connsiteY408" fmla="*/ 1478616 h 3192694"/>
              <a:gd name="connsiteX409" fmla="*/ 938610 w 8115305"/>
              <a:gd name="connsiteY409" fmla="*/ 1510848 h 3192694"/>
              <a:gd name="connsiteX410" fmla="*/ 830870 w 8115305"/>
              <a:gd name="connsiteY410" fmla="*/ 1542718 h 3192694"/>
              <a:gd name="connsiteX411" fmla="*/ 825078 w 8115305"/>
              <a:gd name="connsiteY411" fmla="*/ 1509217 h 3192694"/>
              <a:gd name="connsiteX412" fmla="*/ 931366 w 8115305"/>
              <a:gd name="connsiteY412" fmla="*/ 1478616 h 3192694"/>
              <a:gd name="connsiteX413" fmla="*/ 4949822 w 8115305"/>
              <a:gd name="connsiteY413" fmla="*/ 1469924 h 3192694"/>
              <a:gd name="connsiteX414" fmla="*/ 5059375 w 8115305"/>
              <a:gd name="connsiteY414" fmla="*/ 1515375 h 3192694"/>
              <a:gd name="connsiteX415" fmla="*/ 4998170 w 8115305"/>
              <a:gd name="connsiteY415" fmla="*/ 1565896 h 3192694"/>
              <a:gd name="connsiteX416" fmla="*/ 4887351 w 8115305"/>
              <a:gd name="connsiteY416" fmla="*/ 1518272 h 3192694"/>
              <a:gd name="connsiteX417" fmla="*/ 4949822 w 8115305"/>
              <a:gd name="connsiteY417" fmla="*/ 1469924 h 3192694"/>
              <a:gd name="connsiteX418" fmla="*/ 620091 w 8115305"/>
              <a:gd name="connsiteY418" fmla="*/ 1464130 h 3192694"/>
              <a:gd name="connsiteX419" fmla="*/ 629144 w 8115305"/>
              <a:gd name="connsiteY419" fmla="*/ 1489118 h 3192694"/>
              <a:gd name="connsiteX420" fmla="*/ 535165 w 8115305"/>
              <a:gd name="connsiteY420" fmla="*/ 1517366 h 3192694"/>
              <a:gd name="connsiteX421" fmla="*/ 527378 w 8115305"/>
              <a:gd name="connsiteY421" fmla="*/ 1491654 h 3192694"/>
              <a:gd name="connsiteX422" fmla="*/ 620091 w 8115305"/>
              <a:gd name="connsiteY422" fmla="*/ 1464130 h 3192694"/>
              <a:gd name="connsiteX423" fmla="*/ 7943760 w 8115305"/>
              <a:gd name="connsiteY423" fmla="*/ 1456887 h 3192694"/>
              <a:gd name="connsiteX424" fmla="*/ 8024702 w 8115305"/>
              <a:gd name="connsiteY424" fmla="*/ 1477892 h 3192694"/>
              <a:gd name="connsiteX425" fmla="*/ 8028685 w 8115305"/>
              <a:gd name="connsiteY425" fmla="*/ 1498353 h 3192694"/>
              <a:gd name="connsiteX426" fmla="*/ 7946657 w 8115305"/>
              <a:gd name="connsiteY426" fmla="*/ 1476987 h 3192694"/>
              <a:gd name="connsiteX427" fmla="*/ 7943760 w 8115305"/>
              <a:gd name="connsiteY427" fmla="*/ 1456887 h 3192694"/>
              <a:gd name="connsiteX428" fmla="*/ 4620808 w 8115305"/>
              <a:gd name="connsiteY428" fmla="*/ 1454897 h 3192694"/>
              <a:gd name="connsiteX429" fmla="*/ 4723297 w 8115305"/>
              <a:gd name="connsiteY429" fmla="*/ 1505959 h 3192694"/>
              <a:gd name="connsiteX430" fmla="*/ 4640364 w 8115305"/>
              <a:gd name="connsiteY430" fmla="*/ 1554307 h 3192694"/>
              <a:gd name="connsiteX431" fmla="*/ 4540951 w 8115305"/>
              <a:gd name="connsiteY431" fmla="*/ 1499984 h 3192694"/>
              <a:gd name="connsiteX432" fmla="*/ 4620808 w 8115305"/>
              <a:gd name="connsiteY432" fmla="*/ 1454897 h 3192694"/>
              <a:gd name="connsiteX433" fmla="*/ 295233 w 8115305"/>
              <a:gd name="connsiteY433" fmla="*/ 1454714 h 3192694"/>
              <a:gd name="connsiteX434" fmla="*/ 298855 w 8115305"/>
              <a:gd name="connsiteY434" fmla="*/ 1477711 h 3192694"/>
              <a:gd name="connsiteX435" fmla="*/ 214654 w 8115305"/>
              <a:gd name="connsiteY435" fmla="*/ 1500709 h 3192694"/>
              <a:gd name="connsiteX436" fmla="*/ 212118 w 8115305"/>
              <a:gd name="connsiteY436" fmla="*/ 1478797 h 3192694"/>
              <a:gd name="connsiteX437" fmla="*/ 295233 w 8115305"/>
              <a:gd name="connsiteY437" fmla="*/ 1454714 h 3192694"/>
              <a:gd name="connsiteX438" fmla="*/ 7585953 w 8115305"/>
              <a:gd name="connsiteY438" fmla="*/ 1439140 h 3192694"/>
              <a:gd name="connsiteX439" fmla="*/ 7679389 w 8115305"/>
              <a:gd name="connsiteY439" fmla="*/ 1464491 h 3192694"/>
              <a:gd name="connsiteX440" fmla="*/ 7679389 w 8115305"/>
              <a:gd name="connsiteY440" fmla="*/ 1490929 h 3192694"/>
              <a:gd name="connsiteX441" fmla="*/ 7584685 w 8115305"/>
              <a:gd name="connsiteY441" fmla="*/ 1464854 h 3192694"/>
              <a:gd name="connsiteX442" fmla="*/ 7585953 w 8115305"/>
              <a:gd name="connsiteY442" fmla="*/ 1439140 h 3192694"/>
              <a:gd name="connsiteX443" fmla="*/ 4287624 w 8115305"/>
              <a:gd name="connsiteY443" fmla="*/ 1434614 h 3192694"/>
              <a:gd name="connsiteX444" fmla="*/ 4386672 w 8115305"/>
              <a:gd name="connsiteY444" fmla="*/ 1485496 h 3192694"/>
              <a:gd name="connsiteX445" fmla="*/ 4300298 w 8115305"/>
              <a:gd name="connsiteY445" fmla="*/ 1535656 h 3192694"/>
              <a:gd name="connsiteX446" fmla="*/ 4201068 w 8115305"/>
              <a:gd name="connsiteY446" fmla="*/ 1482238 h 3192694"/>
              <a:gd name="connsiteX447" fmla="*/ 4287624 w 8115305"/>
              <a:gd name="connsiteY447" fmla="*/ 1434614 h 3192694"/>
              <a:gd name="connsiteX448" fmla="*/ 3966572 w 8115305"/>
              <a:gd name="connsiteY448" fmla="*/ 1422120 h 3192694"/>
              <a:gd name="connsiteX449" fmla="*/ 4054396 w 8115305"/>
              <a:gd name="connsiteY449" fmla="*/ 1474270 h 3192694"/>
              <a:gd name="connsiteX450" fmla="*/ 3956976 w 8115305"/>
              <a:gd name="connsiteY450" fmla="*/ 1522438 h 3192694"/>
              <a:gd name="connsiteX451" fmla="*/ 3869515 w 8115305"/>
              <a:gd name="connsiteY451" fmla="*/ 1468115 h 3192694"/>
              <a:gd name="connsiteX452" fmla="*/ 3966572 w 8115305"/>
              <a:gd name="connsiteY452" fmla="*/ 1422120 h 3192694"/>
              <a:gd name="connsiteX453" fmla="*/ 7222347 w 8115305"/>
              <a:gd name="connsiteY453" fmla="*/ 1415419 h 3192694"/>
              <a:gd name="connsiteX454" fmla="*/ 7330994 w 8115305"/>
              <a:gd name="connsiteY454" fmla="*/ 1446203 h 3192694"/>
              <a:gd name="connsiteX455" fmla="*/ 7320853 w 8115305"/>
              <a:gd name="connsiteY455" fmla="*/ 1477166 h 3192694"/>
              <a:gd name="connsiteX456" fmla="*/ 7216914 w 8115305"/>
              <a:gd name="connsiteY456" fmla="*/ 1446927 h 3192694"/>
              <a:gd name="connsiteX457" fmla="*/ 7222347 w 8115305"/>
              <a:gd name="connsiteY457" fmla="*/ 1415419 h 3192694"/>
              <a:gd name="connsiteX458" fmla="*/ 3647876 w 8115305"/>
              <a:gd name="connsiteY458" fmla="*/ 1404737 h 3192694"/>
              <a:gd name="connsiteX459" fmla="*/ 3727006 w 8115305"/>
              <a:gd name="connsiteY459" fmla="*/ 1451997 h 3192694"/>
              <a:gd name="connsiteX460" fmla="*/ 3621981 w 8115305"/>
              <a:gd name="connsiteY460" fmla="*/ 1503243 h 3192694"/>
              <a:gd name="connsiteX461" fmla="*/ 3543394 w 8115305"/>
              <a:gd name="connsiteY461" fmla="*/ 1452722 h 3192694"/>
              <a:gd name="connsiteX462" fmla="*/ 3647876 w 8115305"/>
              <a:gd name="connsiteY462" fmla="*/ 1404737 h 3192694"/>
              <a:gd name="connsiteX463" fmla="*/ 6876309 w 8115305"/>
              <a:gd name="connsiteY463" fmla="*/ 1399123 h 3192694"/>
              <a:gd name="connsiteX464" fmla="*/ 6993104 w 8115305"/>
              <a:gd name="connsiteY464" fmla="*/ 1433165 h 3192694"/>
              <a:gd name="connsiteX465" fmla="*/ 6984049 w 8115305"/>
              <a:gd name="connsiteY465" fmla="*/ 1469381 h 3192694"/>
              <a:gd name="connsiteX466" fmla="*/ 6864539 w 8115305"/>
              <a:gd name="connsiteY466" fmla="*/ 1435701 h 3192694"/>
              <a:gd name="connsiteX467" fmla="*/ 6876309 w 8115305"/>
              <a:gd name="connsiteY467" fmla="*/ 1399123 h 3192694"/>
              <a:gd name="connsiteX468" fmla="*/ 3322118 w 8115305"/>
              <a:gd name="connsiteY468" fmla="*/ 1392423 h 3192694"/>
              <a:gd name="connsiteX469" fmla="*/ 3391289 w 8115305"/>
              <a:gd name="connsiteY469" fmla="*/ 1440228 h 3192694"/>
              <a:gd name="connsiteX470" fmla="*/ 3278659 w 8115305"/>
              <a:gd name="connsiteY470" fmla="*/ 1489118 h 3192694"/>
              <a:gd name="connsiteX471" fmla="*/ 3210392 w 8115305"/>
              <a:gd name="connsiteY471" fmla="*/ 1438960 h 3192694"/>
              <a:gd name="connsiteX472" fmla="*/ 3322118 w 8115305"/>
              <a:gd name="connsiteY472" fmla="*/ 1392423 h 3192694"/>
              <a:gd name="connsiteX473" fmla="*/ 6535882 w 8115305"/>
              <a:gd name="connsiteY473" fmla="*/ 1379205 h 3192694"/>
              <a:gd name="connsiteX474" fmla="*/ 6649962 w 8115305"/>
              <a:gd name="connsiteY474" fmla="*/ 1415420 h 3192694"/>
              <a:gd name="connsiteX475" fmla="*/ 6628774 w 8115305"/>
              <a:gd name="connsiteY475" fmla="*/ 1451636 h 3192694"/>
              <a:gd name="connsiteX476" fmla="*/ 6508358 w 8115305"/>
              <a:gd name="connsiteY476" fmla="*/ 1412704 h 3192694"/>
              <a:gd name="connsiteX477" fmla="*/ 6535882 w 8115305"/>
              <a:gd name="connsiteY477" fmla="*/ 1379205 h 3192694"/>
              <a:gd name="connsiteX478" fmla="*/ 3013741 w 8115305"/>
              <a:gd name="connsiteY478" fmla="*/ 1375764 h 3192694"/>
              <a:gd name="connsiteX479" fmla="*/ 3072229 w 8115305"/>
              <a:gd name="connsiteY479" fmla="*/ 1423388 h 3192694"/>
              <a:gd name="connsiteX480" fmla="*/ 2955796 w 8115305"/>
              <a:gd name="connsiteY480" fmla="*/ 1468656 h 3192694"/>
              <a:gd name="connsiteX481" fmla="*/ 2898758 w 8115305"/>
              <a:gd name="connsiteY481" fmla="*/ 1418859 h 3192694"/>
              <a:gd name="connsiteX482" fmla="*/ 3013741 w 8115305"/>
              <a:gd name="connsiteY482" fmla="*/ 1375764 h 3192694"/>
              <a:gd name="connsiteX483" fmla="*/ 2705026 w 8115305"/>
              <a:gd name="connsiteY483" fmla="*/ 1366529 h 3192694"/>
              <a:gd name="connsiteX484" fmla="*/ 2753554 w 8115305"/>
              <a:gd name="connsiteY484" fmla="*/ 1410531 h 3192694"/>
              <a:gd name="connsiteX485" fmla="*/ 2639474 w 8115305"/>
              <a:gd name="connsiteY485" fmla="*/ 1453626 h 3192694"/>
              <a:gd name="connsiteX486" fmla="*/ 2590762 w 8115305"/>
              <a:gd name="connsiteY486" fmla="*/ 1406185 h 3192694"/>
              <a:gd name="connsiteX487" fmla="*/ 2705026 w 8115305"/>
              <a:gd name="connsiteY487" fmla="*/ 1366529 h 3192694"/>
              <a:gd name="connsiteX488" fmla="*/ 6192017 w 8115305"/>
              <a:gd name="connsiteY488" fmla="*/ 1363449 h 3192694"/>
              <a:gd name="connsiteX489" fmla="*/ 6311529 w 8115305"/>
              <a:gd name="connsiteY489" fmla="*/ 1403830 h 3192694"/>
              <a:gd name="connsiteX490" fmla="*/ 6279478 w 8115305"/>
              <a:gd name="connsiteY490" fmla="*/ 1444391 h 3192694"/>
              <a:gd name="connsiteX491" fmla="*/ 6153992 w 8115305"/>
              <a:gd name="connsiteY491" fmla="*/ 1400932 h 3192694"/>
              <a:gd name="connsiteX492" fmla="*/ 6192017 w 8115305"/>
              <a:gd name="connsiteY492" fmla="*/ 1363449 h 3192694"/>
              <a:gd name="connsiteX493" fmla="*/ 2397740 w 8115305"/>
              <a:gd name="connsiteY493" fmla="*/ 1350233 h 3192694"/>
              <a:gd name="connsiteX494" fmla="*/ 2447898 w 8115305"/>
              <a:gd name="connsiteY494" fmla="*/ 1389887 h 3192694"/>
              <a:gd name="connsiteX495" fmla="*/ 2330918 w 8115305"/>
              <a:gd name="connsiteY495" fmla="*/ 1433890 h 3192694"/>
              <a:gd name="connsiteX496" fmla="*/ 2286376 w 8115305"/>
              <a:gd name="connsiteY496" fmla="*/ 1390975 h 3192694"/>
              <a:gd name="connsiteX497" fmla="*/ 2397740 w 8115305"/>
              <a:gd name="connsiteY497" fmla="*/ 1350233 h 3192694"/>
              <a:gd name="connsiteX498" fmla="*/ 5864267 w 8115305"/>
              <a:gd name="connsiteY498" fmla="*/ 1344980 h 3192694"/>
              <a:gd name="connsiteX499" fmla="*/ 5978525 w 8115305"/>
              <a:gd name="connsiteY499" fmla="*/ 1386629 h 3192694"/>
              <a:gd name="connsiteX500" fmla="*/ 5938145 w 8115305"/>
              <a:gd name="connsiteY500" fmla="*/ 1427552 h 3192694"/>
              <a:gd name="connsiteX501" fmla="*/ 5816824 w 8115305"/>
              <a:gd name="connsiteY501" fmla="*/ 1383912 h 3192694"/>
              <a:gd name="connsiteX502" fmla="*/ 5864267 w 8115305"/>
              <a:gd name="connsiteY502" fmla="*/ 1344980 h 3192694"/>
              <a:gd name="connsiteX503" fmla="*/ 2101130 w 8115305"/>
              <a:gd name="connsiteY503" fmla="*/ 1340273 h 3192694"/>
              <a:gd name="connsiteX504" fmla="*/ 2137349 w 8115305"/>
              <a:gd name="connsiteY504" fmla="*/ 1381015 h 3192694"/>
              <a:gd name="connsiteX505" fmla="*/ 2020008 w 8115305"/>
              <a:gd name="connsiteY505" fmla="*/ 1420491 h 3192694"/>
              <a:gd name="connsiteX506" fmla="*/ 1985784 w 8115305"/>
              <a:gd name="connsiteY506" fmla="*/ 1378118 h 3192694"/>
              <a:gd name="connsiteX507" fmla="*/ 2101130 w 8115305"/>
              <a:gd name="connsiteY507" fmla="*/ 1340273 h 3192694"/>
              <a:gd name="connsiteX508" fmla="*/ 5535972 w 8115305"/>
              <a:gd name="connsiteY508" fmla="*/ 1330857 h 3192694"/>
              <a:gd name="connsiteX509" fmla="*/ 5656570 w 8115305"/>
              <a:gd name="connsiteY509" fmla="*/ 1373410 h 3192694"/>
              <a:gd name="connsiteX510" fmla="*/ 5612205 w 8115305"/>
              <a:gd name="connsiteY510" fmla="*/ 1418318 h 3192694"/>
              <a:gd name="connsiteX511" fmla="*/ 5488348 w 8115305"/>
              <a:gd name="connsiteY511" fmla="*/ 1375403 h 3192694"/>
              <a:gd name="connsiteX512" fmla="*/ 5535972 w 8115305"/>
              <a:gd name="connsiteY512" fmla="*/ 1330857 h 3192694"/>
              <a:gd name="connsiteX513" fmla="*/ 1807241 w 8115305"/>
              <a:gd name="connsiteY513" fmla="*/ 1325785 h 3192694"/>
              <a:gd name="connsiteX514" fmla="*/ 1839837 w 8115305"/>
              <a:gd name="connsiteY514" fmla="*/ 1361820 h 3192694"/>
              <a:gd name="connsiteX515" fmla="*/ 1720323 w 8115305"/>
              <a:gd name="connsiteY515" fmla="*/ 1400572 h 3192694"/>
              <a:gd name="connsiteX516" fmla="*/ 1690445 w 8115305"/>
              <a:gd name="connsiteY516" fmla="*/ 1364356 h 3192694"/>
              <a:gd name="connsiteX517" fmla="*/ 1807241 w 8115305"/>
              <a:gd name="connsiteY517" fmla="*/ 1325785 h 3192694"/>
              <a:gd name="connsiteX518" fmla="*/ 1503393 w 8115305"/>
              <a:gd name="connsiteY518" fmla="*/ 1316915 h 3192694"/>
              <a:gd name="connsiteX519" fmla="*/ 1524762 w 8115305"/>
              <a:gd name="connsiteY519" fmla="*/ 1350596 h 3192694"/>
              <a:gd name="connsiteX520" fmla="*/ 1412856 w 8115305"/>
              <a:gd name="connsiteY520" fmla="*/ 1385363 h 3192694"/>
              <a:gd name="connsiteX521" fmla="*/ 1392394 w 8115305"/>
              <a:gd name="connsiteY521" fmla="*/ 1349147 h 3192694"/>
              <a:gd name="connsiteX522" fmla="*/ 1503393 w 8115305"/>
              <a:gd name="connsiteY522" fmla="*/ 1316915 h 3192694"/>
              <a:gd name="connsiteX523" fmla="*/ 5220534 w 8115305"/>
              <a:gd name="connsiteY523" fmla="*/ 1312568 h 3192694"/>
              <a:gd name="connsiteX524" fmla="*/ 5333707 w 8115305"/>
              <a:gd name="connsiteY524" fmla="*/ 1355120 h 3192694"/>
              <a:gd name="connsiteX525" fmla="*/ 5276669 w 8115305"/>
              <a:gd name="connsiteY525" fmla="*/ 1402563 h 3192694"/>
              <a:gd name="connsiteX526" fmla="*/ 5158607 w 8115305"/>
              <a:gd name="connsiteY526" fmla="*/ 1356388 h 3192694"/>
              <a:gd name="connsiteX527" fmla="*/ 5220534 w 8115305"/>
              <a:gd name="connsiteY527" fmla="*/ 1312568 h 3192694"/>
              <a:gd name="connsiteX528" fmla="*/ 7991021 w 8115305"/>
              <a:gd name="connsiteY528" fmla="*/ 1306050 h 3192694"/>
              <a:gd name="connsiteX529" fmla="*/ 8060918 w 8115305"/>
              <a:gd name="connsiteY529" fmla="*/ 1324157 h 3192694"/>
              <a:gd name="connsiteX530" fmla="*/ 8060918 w 8115305"/>
              <a:gd name="connsiteY530" fmla="*/ 1340997 h 3192694"/>
              <a:gd name="connsiteX531" fmla="*/ 7990297 w 8115305"/>
              <a:gd name="connsiteY531" fmla="*/ 1322889 h 3192694"/>
              <a:gd name="connsiteX532" fmla="*/ 7991021 w 8115305"/>
              <a:gd name="connsiteY532" fmla="*/ 1306050 h 3192694"/>
              <a:gd name="connsiteX533" fmla="*/ 1220910 w 8115305"/>
              <a:gd name="connsiteY533" fmla="*/ 1304058 h 3192694"/>
              <a:gd name="connsiteX534" fmla="*/ 1229060 w 8115305"/>
              <a:gd name="connsiteY534" fmla="*/ 1337196 h 3192694"/>
              <a:gd name="connsiteX535" fmla="*/ 1121861 w 8115305"/>
              <a:gd name="connsiteY535" fmla="*/ 1365444 h 3192694"/>
              <a:gd name="connsiteX536" fmla="*/ 1115342 w 8115305"/>
              <a:gd name="connsiteY536" fmla="*/ 1331220 h 3192694"/>
              <a:gd name="connsiteX537" fmla="*/ 1220910 w 8115305"/>
              <a:gd name="connsiteY537" fmla="*/ 1304058 h 3192694"/>
              <a:gd name="connsiteX538" fmla="*/ 4914333 w 8115305"/>
              <a:gd name="connsiteY538" fmla="*/ 1300978 h 3192694"/>
              <a:gd name="connsiteX539" fmla="*/ 5019176 w 8115305"/>
              <a:gd name="connsiteY539" fmla="*/ 1346609 h 3192694"/>
              <a:gd name="connsiteX540" fmla="*/ 4945478 w 8115305"/>
              <a:gd name="connsiteY540" fmla="*/ 1391517 h 3192694"/>
              <a:gd name="connsiteX541" fmla="*/ 4839910 w 8115305"/>
              <a:gd name="connsiteY541" fmla="*/ 1343712 h 3192694"/>
              <a:gd name="connsiteX542" fmla="*/ 4914333 w 8115305"/>
              <a:gd name="connsiteY542" fmla="*/ 1300978 h 3192694"/>
              <a:gd name="connsiteX543" fmla="*/ 925031 w 8115305"/>
              <a:gd name="connsiteY543" fmla="*/ 1295908 h 3192694"/>
              <a:gd name="connsiteX544" fmla="*/ 937708 w 8115305"/>
              <a:gd name="connsiteY544" fmla="*/ 1322164 h 3192694"/>
              <a:gd name="connsiteX545" fmla="*/ 835941 w 8115305"/>
              <a:gd name="connsiteY545" fmla="*/ 1350414 h 3192694"/>
              <a:gd name="connsiteX546" fmla="*/ 829603 w 8115305"/>
              <a:gd name="connsiteY546" fmla="*/ 1321983 h 3192694"/>
              <a:gd name="connsiteX547" fmla="*/ 925031 w 8115305"/>
              <a:gd name="connsiteY547" fmla="*/ 1295908 h 3192694"/>
              <a:gd name="connsiteX548" fmla="*/ 7655306 w 8115305"/>
              <a:gd name="connsiteY548" fmla="*/ 1290113 h 3192694"/>
              <a:gd name="connsiteX549" fmla="*/ 7742040 w 8115305"/>
              <a:gd name="connsiteY549" fmla="*/ 1311481 h 3192694"/>
              <a:gd name="connsiteX550" fmla="*/ 7743489 w 8115305"/>
              <a:gd name="connsiteY550" fmla="*/ 1334476 h 3192694"/>
              <a:gd name="connsiteX551" fmla="*/ 7655306 w 8115305"/>
              <a:gd name="connsiteY551" fmla="*/ 1312566 h 3192694"/>
              <a:gd name="connsiteX552" fmla="*/ 7655306 w 8115305"/>
              <a:gd name="connsiteY552" fmla="*/ 1290113 h 3192694"/>
              <a:gd name="connsiteX553" fmla="*/ 4601250 w 8115305"/>
              <a:gd name="connsiteY553" fmla="*/ 1284138 h 3192694"/>
              <a:gd name="connsiteX554" fmla="*/ 4704463 w 8115305"/>
              <a:gd name="connsiteY554" fmla="*/ 1327777 h 3192694"/>
              <a:gd name="connsiteX555" fmla="*/ 4625696 w 8115305"/>
              <a:gd name="connsiteY555" fmla="*/ 1374857 h 3192694"/>
              <a:gd name="connsiteX556" fmla="*/ 4524293 w 8115305"/>
              <a:gd name="connsiteY556" fmla="*/ 1327596 h 3192694"/>
              <a:gd name="connsiteX557" fmla="*/ 4601250 w 8115305"/>
              <a:gd name="connsiteY557" fmla="*/ 1284138 h 3192694"/>
              <a:gd name="connsiteX558" fmla="*/ 649429 w 8115305"/>
              <a:gd name="connsiteY558" fmla="*/ 1283777 h 3192694"/>
              <a:gd name="connsiteX559" fmla="*/ 655042 w 8115305"/>
              <a:gd name="connsiteY559" fmla="*/ 1305325 h 3192694"/>
              <a:gd name="connsiteX560" fmla="*/ 564865 w 8115305"/>
              <a:gd name="connsiteY560" fmla="*/ 1329952 h 3192694"/>
              <a:gd name="connsiteX561" fmla="*/ 559796 w 8115305"/>
              <a:gd name="connsiteY561" fmla="*/ 1306593 h 3192694"/>
              <a:gd name="connsiteX562" fmla="*/ 649429 w 8115305"/>
              <a:gd name="connsiteY562" fmla="*/ 1283777 h 3192694"/>
              <a:gd name="connsiteX563" fmla="*/ 367303 w 8115305"/>
              <a:gd name="connsiteY563" fmla="*/ 1276351 h 3192694"/>
              <a:gd name="connsiteX564" fmla="*/ 363499 w 8115305"/>
              <a:gd name="connsiteY564" fmla="*/ 1296271 h 3192694"/>
              <a:gd name="connsiteX565" fmla="*/ 281651 w 8115305"/>
              <a:gd name="connsiteY565" fmla="*/ 1316008 h 3192694"/>
              <a:gd name="connsiteX566" fmla="*/ 286541 w 8115305"/>
              <a:gd name="connsiteY566" fmla="*/ 1294459 h 3192694"/>
              <a:gd name="connsiteX567" fmla="*/ 367303 w 8115305"/>
              <a:gd name="connsiteY567" fmla="*/ 1276351 h 3192694"/>
              <a:gd name="connsiteX568" fmla="*/ 4288710 w 8115305"/>
              <a:gd name="connsiteY568" fmla="*/ 1273093 h 3192694"/>
              <a:gd name="connsiteX569" fmla="*/ 4385767 w 8115305"/>
              <a:gd name="connsiteY569" fmla="*/ 1318724 h 3192694"/>
              <a:gd name="connsiteX570" fmla="*/ 4301384 w 8115305"/>
              <a:gd name="connsiteY570" fmla="*/ 1363995 h 3192694"/>
              <a:gd name="connsiteX571" fmla="*/ 4203965 w 8115305"/>
              <a:gd name="connsiteY571" fmla="*/ 1316190 h 3192694"/>
              <a:gd name="connsiteX572" fmla="*/ 4288710 w 8115305"/>
              <a:gd name="connsiteY572" fmla="*/ 1273093 h 3192694"/>
              <a:gd name="connsiteX573" fmla="*/ 7322665 w 8115305"/>
              <a:gd name="connsiteY573" fmla="*/ 1269832 h 3192694"/>
              <a:gd name="connsiteX574" fmla="*/ 7418635 w 8115305"/>
              <a:gd name="connsiteY574" fmla="*/ 1296451 h 3192694"/>
              <a:gd name="connsiteX575" fmla="*/ 7410487 w 8115305"/>
              <a:gd name="connsiteY575" fmla="*/ 1322165 h 3192694"/>
              <a:gd name="connsiteX576" fmla="*/ 7307455 w 8115305"/>
              <a:gd name="connsiteY576" fmla="*/ 1294098 h 3192694"/>
              <a:gd name="connsiteX577" fmla="*/ 7322665 w 8115305"/>
              <a:gd name="connsiteY577" fmla="*/ 1269832 h 3192694"/>
              <a:gd name="connsiteX578" fmla="*/ 78115 w 8115305"/>
              <a:gd name="connsiteY578" fmla="*/ 1264762 h 3192694"/>
              <a:gd name="connsiteX579" fmla="*/ 79022 w 8115305"/>
              <a:gd name="connsiteY579" fmla="*/ 1279067 h 3192694"/>
              <a:gd name="connsiteX580" fmla="*/ 10030 w 8115305"/>
              <a:gd name="connsiteY580" fmla="*/ 1295546 h 3192694"/>
              <a:gd name="connsiteX581" fmla="*/ 15282 w 8115305"/>
              <a:gd name="connsiteY581" fmla="*/ 1279611 h 3192694"/>
              <a:gd name="connsiteX582" fmla="*/ 78115 w 8115305"/>
              <a:gd name="connsiteY582" fmla="*/ 1264762 h 3192694"/>
              <a:gd name="connsiteX583" fmla="*/ 3992466 w 8115305"/>
              <a:gd name="connsiteY583" fmla="*/ 1256434 h 3192694"/>
              <a:gd name="connsiteX584" fmla="*/ 4083005 w 8115305"/>
              <a:gd name="connsiteY584" fmla="*/ 1301882 h 3192694"/>
              <a:gd name="connsiteX585" fmla="*/ 3987757 w 8115305"/>
              <a:gd name="connsiteY585" fmla="*/ 1348238 h 3192694"/>
              <a:gd name="connsiteX586" fmla="*/ 3897219 w 8115305"/>
              <a:gd name="connsiteY586" fmla="*/ 1300616 h 3192694"/>
              <a:gd name="connsiteX587" fmla="*/ 3992466 w 8115305"/>
              <a:gd name="connsiteY587" fmla="*/ 1256434 h 3192694"/>
              <a:gd name="connsiteX588" fmla="*/ 6984956 w 8115305"/>
              <a:gd name="connsiteY588" fmla="*/ 1255890 h 3192694"/>
              <a:gd name="connsiteX589" fmla="*/ 7095052 w 8115305"/>
              <a:gd name="connsiteY589" fmla="*/ 1284862 h 3192694"/>
              <a:gd name="connsiteX590" fmla="*/ 7083824 w 8115305"/>
              <a:gd name="connsiteY590" fmla="*/ 1315646 h 3192694"/>
              <a:gd name="connsiteX591" fmla="*/ 6976989 w 8115305"/>
              <a:gd name="connsiteY591" fmla="*/ 1287035 h 3192694"/>
              <a:gd name="connsiteX592" fmla="*/ 6984956 w 8115305"/>
              <a:gd name="connsiteY592" fmla="*/ 1255890 h 3192694"/>
              <a:gd name="connsiteX593" fmla="*/ 3698758 w 8115305"/>
              <a:gd name="connsiteY593" fmla="*/ 1246293 h 3192694"/>
              <a:gd name="connsiteX594" fmla="*/ 3780968 w 8115305"/>
              <a:gd name="connsiteY594" fmla="*/ 1291200 h 3192694"/>
              <a:gd name="connsiteX595" fmla="*/ 3678841 w 8115305"/>
              <a:gd name="connsiteY595" fmla="*/ 1337012 h 3192694"/>
              <a:gd name="connsiteX596" fmla="*/ 3597355 w 8115305"/>
              <a:gd name="connsiteY596" fmla="*/ 1289932 h 3192694"/>
              <a:gd name="connsiteX597" fmla="*/ 3698758 w 8115305"/>
              <a:gd name="connsiteY597" fmla="*/ 1246293 h 3192694"/>
              <a:gd name="connsiteX598" fmla="*/ 6665897 w 8115305"/>
              <a:gd name="connsiteY598" fmla="*/ 1238326 h 3192694"/>
              <a:gd name="connsiteX599" fmla="*/ 6778345 w 8115305"/>
              <a:gd name="connsiteY599" fmla="*/ 1270376 h 3192694"/>
              <a:gd name="connsiteX600" fmla="*/ 6756796 w 8115305"/>
              <a:gd name="connsiteY600" fmla="*/ 1302065 h 3192694"/>
              <a:gd name="connsiteX601" fmla="*/ 6643804 w 8115305"/>
              <a:gd name="connsiteY601" fmla="*/ 1267842 h 3192694"/>
              <a:gd name="connsiteX602" fmla="*/ 6665897 w 8115305"/>
              <a:gd name="connsiteY602" fmla="*/ 1238326 h 3192694"/>
              <a:gd name="connsiteX603" fmla="*/ 3407768 w 8115305"/>
              <a:gd name="connsiteY603" fmla="*/ 1231627 h 3192694"/>
              <a:gd name="connsiteX604" fmla="*/ 3484906 w 8115305"/>
              <a:gd name="connsiteY604" fmla="*/ 1274180 h 3192694"/>
              <a:gd name="connsiteX605" fmla="*/ 3378796 w 8115305"/>
              <a:gd name="connsiteY605" fmla="*/ 1320536 h 3192694"/>
              <a:gd name="connsiteX606" fmla="*/ 3302199 w 8115305"/>
              <a:gd name="connsiteY606" fmla="*/ 1275448 h 3192694"/>
              <a:gd name="connsiteX607" fmla="*/ 3407768 w 8115305"/>
              <a:gd name="connsiteY607" fmla="*/ 1231627 h 3192694"/>
              <a:gd name="connsiteX608" fmla="*/ 6360599 w 8115305"/>
              <a:gd name="connsiteY608" fmla="*/ 1224564 h 3192694"/>
              <a:gd name="connsiteX609" fmla="*/ 6478481 w 8115305"/>
              <a:gd name="connsiteY609" fmla="*/ 1262591 h 3192694"/>
              <a:gd name="connsiteX610" fmla="*/ 6443534 w 8115305"/>
              <a:gd name="connsiteY610" fmla="*/ 1295185 h 3192694"/>
              <a:gd name="connsiteX611" fmla="*/ 6324383 w 8115305"/>
              <a:gd name="connsiteY611" fmla="*/ 1256072 h 3192694"/>
              <a:gd name="connsiteX612" fmla="*/ 6360599 w 8115305"/>
              <a:gd name="connsiteY612" fmla="*/ 1224564 h 3192694"/>
              <a:gd name="connsiteX613" fmla="*/ 3124562 w 8115305"/>
              <a:gd name="connsiteY613" fmla="*/ 1223115 h 3192694"/>
              <a:gd name="connsiteX614" fmla="*/ 3188301 w 8115305"/>
              <a:gd name="connsiteY614" fmla="*/ 1264764 h 3192694"/>
              <a:gd name="connsiteX615" fmla="*/ 3074402 w 8115305"/>
              <a:gd name="connsiteY615" fmla="*/ 1307679 h 3192694"/>
              <a:gd name="connsiteX616" fmla="*/ 3015191 w 8115305"/>
              <a:gd name="connsiteY616" fmla="*/ 1262772 h 3192694"/>
              <a:gd name="connsiteX617" fmla="*/ 3124562 w 8115305"/>
              <a:gd name="connsiteY617" fmla="*/ 1223115 h 3192694"/>
              <a:gd name="connsiteX618" fmla="*/ 2834494 w 8115305"/>
              <a:gd name="connsiteY618" fmla="*/ 1213880 h 3192694"/>
              <a:gd name="connsiteX619" fmla="*/ 2896404 w 8115305"/>
              <a:gd name="connsiteY619" fmla="*/ 1253173 h 3192694"/>
              <a:gd name="connsiteX620" fmla="*/ 2782707 w 8115305"/>
              <a:gd name="connsiteY620" fmla="*/ 1296271 h 3192694"/>
              <a:gd name="connsiteX621" fmla="*/ 2725848 w 8115305"/>
              <a:gd name="connsiteY621" fmla="*/ 1253717 h 3192694"/>
              <a:gd name="connsiteX622" fmla="*/ 2834494 w 8115305"/>
              <a:gd name="connsiteY622" fmla="*/ 1213880 h 3192694"/>
              <a:gd name="connsiteX623" fmla="*/ 6052044 w 8115305"/>
              <a:gd name="connsiteY623" fmla="*/ 1213519 h 3192694"/>
              <a:gd name="connsiteX624" fmla="*/ 6168475 w 8115305"/>
              <a:gd name="connsiteY624" fmla="*/ 1248647 h 3192694"/>
              <a:gd name="connsiteX625" fmla="*/ 6136425 w 8115305"/>
              <a:gd name="connsiteY625" fmla="*/ 1285949 h 3192694"/>
              <a:gd name="connsiteX626" fmla="*/ 6018182 w 8115305"/>
              <a:gd name="connsiteY626" fmla="*/ 1249734 h 3192694"/>
              <a:gd name="connsiteX627" fmla="*/ 6052044 w 8115305"/>
              <a:gd name="connsiteY627" fmla="*/ 1213519 h 3192694"/>
              <a:gd name="connsiteX628" fmla="*/ 2551654 w 8115305"/>
              <a:gd name="connsiteY628" fmla="*/ 1200119 h 3192694"/>
              <a:gd name="connsiteX629" fmla="*/ 2600545 w 8115305"/>
              <a:gd name="connsiteY629" fmla="*/ 1239412 h 3192694"/>
              <a:gd name="connsiteX630" fmla="*/ 2482481 w 8115305"/>
              <a:gd name="connsiteY630" fmla="*/ 1279793 h 3192694"/>
              <a:gd name="connsiteX631" fmla="*/ 2435219 w 8115305"/>
              <a:gd name="connsiteY631" fmla="*/ 1238507 h 3192694"/>
              <a:gd name="connsiteX632" fmla="*/ 2551654 w 8115305"/>
              <a:gd name="connsiteY632" fmla="*/ 1200119 h 3192694"/>
              <a:gd name="connsiteX633" fmla="*/ 5743669 w 8115305"/>
              <a:gd name="connsiteY633" fmla="*/ 1195411 h 3192694"/>
              <a:gd name="connsiteX634" fmla="*/ 5865714 w 8115305"/>
              <a:gd name="connsiteY634" fmla="*/ 1232893 h 3192694"/>
              <a:gd name="connsiteX635" fmla="*/ 5824429 w 8115305"/>
              <a:gd name="connsiteY635" fmla="*/ 1274179 h 3192694"/>
              <a:gd name="connsiteX636" fmla="*/ 5701839 w 8115305"/>
              <a:gd name="connsiteY636" fmla="*/ 1233800 h 3192694"/>
              <a:gd name="connsiteX637" fmla="*/ 5743669 w 8115305"/>
              <a:gd name="connsiteY637" fmla="*/ 1195411 h 3192694"/>
              <a:gd name="connsiteX638" fmla="*/ 2273519 w 8115305"/>
              <a:gd name="connsiteY638" fmla="*/ 1191970 h 3192694"/>
              <a:gd name="connsiteX639" fmla="*/ 2313535 w 8115305"/>
              <a:gd name="connsiteY639" fmla="*/ 1229634 h 3192694"/>
              <a:gd name="connsiteX640" fmla="*/ 2194748 w 8115305"/>
              <a:gd name="connsiteY640" fmla="*/ 1267840 h 3192694"/>
              <a:gd name="connsiteX641" fmla="*/ 2156539 w 8115305"/>
              <a:gd name="connsiteY641" fmla="*/ 1228547 h 3192694"/>
              <a:gd name="connsiteX642" fmla="*/ 2273519 w 8115305"/>
              <a:gd name="connsiteY642" fmla="*/ 1191970 h 3192694"/>
              <a:gd name="connsiteX643" fmla="*/ 5454668 w 8115305"/>
              <a:gd name="connsiteY643" fmla="*/ 1184907 h 3192694"/>
              <a:gd name="connsiteX644" fmla="*/ 5570015 w 8115305"/>
              <a:gd name="connsiteY644" fmla="*/ 1225649 h 3192694"/>
              <a:gd name="connsiteX645" fmla="*/ 5513157 w 8115305"/>
              <a:gd name="connsiteY645" fmla="*/ 1264944 h 3192694"/>
              <a:gd name="connsiteX646" fmla="*/ 5400165 w 8115305"/>
              <a:gd name="connsiteY646" fmla="*/ 1223839 h 3192694"/>
              <a:gd name="connsiteX647" fmla="*/ 5454668 w 8115305"/>
              <a:gd name="connsiteY647" fmla="*/ 1184907 h 3192694"/>
              <a:gd name="connsiteX648" fmla="*/ 8041542 w 8115305"/>
              <a:gd name="connsiteY648" fmla="*/ 1180742 h 3192694"/>
              <a:gd name="connsiteX649" fmla="*/ 8102023 w 8115305"/>
              <a:gd name="connsiteY649" fmla="*/ 1195411 h 3192694"/>
              <a:gd name="connsiteX650" fmla="*/ 8104196 w 8115305"/>
              <a:gd name="connsiteY650" fmla="*/ 1208991 h 3192694"/>
              <a:gd name="connsiteX651" fmla="*/ 8043354 w 8115305"/>
              <a:gd name="connsiteY651" fmla="*/ 1195411 h 3192694"/>
              <a:gd name="connsiteX652" fmla="*/ 8041542 w 8115305"/>
              <a:gd name="connsiteY652" fmla="*/ 1180742 h 3192694"/>
              <a:gd name="connsiteX653" fmla="*/ 2001900 w 8115305"/>
              <a:gd name="connsiteY653" fmla="*/ 1180201 h 3192694"/>
              <a:gd name="connsiteX654" fmla="*/ 2033951 w 8115305"/>
              <a:gd name="connsiteY654" fmla="*/ 1215148 h 3192694"/>
              <a:gd name="connsiteX655" fmla="*/ 1916428 w 8115305"/>
              <a:gd name="connsiteY655" fmla="*/ 1249734 h 3192694"/>
              <a:gd name="connsiteX656" fmla="*/ 1890535 w 8115305"/>
              <a:gd name="connsiteY656" fmla="*/ 1212070 h 3192694"/>
              <a:gd name="connsiteX657" fmla="*/ 2001900 w 8115305"/>
              <a:gd name="connsiteY657" fmla="*/ 1180201 h 3192694"/>
              <a:gd name="connsiteX658" fmla="*/ 1732095 w 8115305"/>
              <a:gd name="connsiteY658" fmla="*/ 1172053 h 3192694"/>
              <a:gd name="connsiteX659" fmla="*/ 1755997 w 8115305"/>
              <a:gd name="connsiteY659" fmla="*/ 1204827 h 3192694"/>
              <a:gd name="connsiteX660" fmla="*/ 1637389 w 8115305"/>
              <a:gd name="connsiteY660" fmla="*/ 1238509 h 3192694"/>
              <a:gd name="connsiteX661" fmla="*/ 1615477 w 8115305"/>
              <a:gd name="connsiteY661" fmla="*/ 1204286 h 3192694"/>
              <a:gd name="connsiteX662" fmla="*/ 1732095 w 8115305"/>
              <a:gd name="connsiteY662" fmla="*/ 1172053 h 3192694"/>
              <a:gd name="connsiteX663" fmla="*/ 5147200 w 8115305"/>
              <a:gd name="connsiteY663" fmla="*/ 1168611 h 3192694"/>
              <a:gd name="connsiteX664" fmla="*/ 5262909 w 8115305"/>
              <a:gd name="connsiteY664" fmla="*/ 1208810 h 3192694"/>
              <a:gd name="connsiteX665" fmla="*/ 5203333 w 8115305"/>
              <a:gd name="connsiteY665" fmla="*/ 1252268 h 3192694"/>
              <a:gd name="connsiteX666" fmla="*/ 5086177 w 8115305"/>
              <a:gd name="connsiteY666" fmla="*/ 1209897 h 3192694"/>
              <a:gd name="connsiteX667" fmla="*/ 5147200 w 8115305"/>
              <a:gd name="connsiteY667" fmla="*/ 1168611 h 3192694"/>
              <a:gd name="connsiteX668" fmla="*/ 7706550 w 8115305"/>
              <a:gd name="connsiteY668" fmla="*/ 1163360 h 3192694"/>
              <a:gd name="connsiteX669" fmla="*/ 7783868 w 8115305"/>
              <a:gd name="connsiteY669" fmla="*/ 1180019 h 3192694"/>
              <a:gd name="connsiteX670" fmla="*/ 7783868 w 8115305"/>
              <a:gd name="connsiteY670" fmla="*/ 1199576 h 3192694"/>
              <a:gd name="connsiteX671" fmla="*/ 7706550 w 8115305"/>
              <a:gd name="connsiteY671" fmla="*/ 1181468 h 3192694"/>
              <a:gd name="connsiteX672" fmla="*/ 7706550 w 8115305"/>
              <a:gd name="connsiteY672" fmla="*/ 1163360 h 3192694"/>
              <a:gd name="connsiteX673" fmla="*/ 1461379 w 8115305"/>
              <a:gd name="connsiteY673" fmla="*/ 1161369 h 3192694"/>
              <a:gd name="connsiteX674" fmla="*/ 1483111 w 8115305"/>
              <a:gd name="connsiteY674" fmla="*/ 1189980 h 3192694"/>
              <a:gd name="connsiteX675" fmla="*/ 1374828 w 8115305"/>
              <a:gd name="connsiteY675" fmla="*/ 1220038 h 3192694"/>
              <a:gd name="connsiteX676" fmla="*/ 1358893 w 8115305"/>
              <a:gd name="connsiteY676" fmla="*/ 1189256 h 3192694"/>
              <a:gd name="connsiteX677" fmla="*/ 1461379 w 8115305"/>
              <a:gd name="connsiteY677" fmla="*/ 1161369 h 3192694"/>
              <a:gd name="connsiteX678" fmla="*/ 4862905 w 8115305"/>
              <a:gd name="connsiteY678" fmla="*/ 1159196 h 3192694"/>
              <a:gd name="connsiteX679" fmla="*/ 4973000 w 8115305"/>
              <a:gd name="connsiteY679" fmla="*/ 1200301 h 3192694"/>
              <a:gd name="connsiteX680" fmla="*/ 4900569 w 8115305"/>
              <a:gd name="connsiteY680" fmla="*/ 1243397 h 3192694"/>
              <a:gd name="connsiteX681" fmla="*/ 4790474 w 8115305"/>
              <a:gd name="connsiteY681" fmla="*/ 1197948 h 3192694"/>
              <a:gd name="connsiteX682" fmla="*/ 4862905 w 8115305"/>
              <a:gd name="connsiteY682" fmla="*/ 1159196 h 3192694"/>
              <a:gd name="connsiteX683" fmla="*/ 1185964 w 8115305"/>
              <a:gd name="connsiteY683" fmla="*/ 1153943 h 3192694"/>
              <a:gd name="connsiteX684" fmla="*/ 1199908 w 8115305"/>
              <a:gd name="connsiteY684" fmla="*/ 1180562 h 3192694"/>
              <a:gd name="connsiteX685" fmla="*/ 1096511 w 8115305"/>
              <a:gd name="connsiteY685" fmla="*/ 1208447 h 3192694"/>
              <a:gd name="connsiteX686" fmla="*/ 1079491 w 8115305"/>
              <a:gd name="connsiteY686" fmla="*/ 1182191 h 3192694"/>
              <a:gd name="connsiteX687" fmla="*/ 1185964 w 8115305"/>
              <a:gd name="connsiteY687" fmla="*/ 1153943 h 3192694"/>
              <a:gd name="connsiteX688" fmla="*/ 7399081 w 8115305"/>
              <a:gd name="connsiteY688" fmla="*/ 1149236 h 3192694"/>
              <a:gd name="connsiteX689" fmla="*/ 7491249 w 8115305"/>
              <a:gd name="connsiteY689" fmla="*/ 1170784 h 3192694"/>
              <a:gd name="connsiteX690" fmla="*/ 7489800 w 8115305"/>
              <a:gd name="connsiteY690" fmla="*/ 1194143 h 3192694"/>
              <a:gd name="connsiteX691" fmla="*/ 7396545 w 8115305"/>
              <a:gd name="connsiteY691" fmla="*/ 1172052 h 3192694"/>
              <a:gd name="connsiteX692" fmla="*/ 7399081 w 8115305"/>
              <a:gd name="connsiteY692" fmla="*/ 1149236 h 3192694"/>
              <a:gd name="connsiteX693" fmla="*/ 4580607 w 8115305"/>
              <a:gd name="connsiteY693" fmla="*/ 1143985 h 3192694"/>
              <a:gd name="connsiteX694" fmla="*/ 4681829 w 8115305"/>
              <a:gd name="connsiteY694" fmla="*/ 1185451 h 3192694"/>
              <a:gd name="connsiteX695" fmla="*/ 4602336 w 8115305"/>
              <a:gd name="connsiteY695" fmla="*/ 1229092 h 3192694"/>
              <a:gd name="connsiteX696" fmla="*/ 4500752 w 8115305"/>
              <a:gd name="connsiteY696" fmla="*/ 1185451 h 3192694"/>
              <a:gd name="connsiteX697" fmla="*/ 4580607 w 8115305"/>
              <a:gd name="connsiteY697" fmla="*/ 1143985 h 3192694"/>
              <a:gd name="connsiteX698" fmla="*/ 924668 w 8115305"/>
              <a:gd name="connsiteY698" fmla="*/ 1143622 h 3192694"/>
              <a:gd name="connsiteX699" fmla="*/ 935715 w 8115305"/>
              <a:gd name="connsiteY699" fmla="*/ 1165895 h 3192694"/>
              <a:gd name="connsiteX700" fmla="*/ 843003 w 8115305"/>
              <a:gd name="connsiteY700" fmla="*/ 1190522 h 3192694"/>
              <a:gd name="connsiteX701" fmla="*/ 832499 w 8115305"/>
              <a:gd name="connsiteY701" fmla="*/ 1166619 h 3192694"/>
              <a:gd name="connsiteX702" fmla="*/ 924668 w 8115305"/>
              <a:gd name="connsiteY702" fmla="*/ 1143622 h 3192694"/>
              <a:gd name="connsiteX703" fmla="*/ 655405 w 8115305"/>
              <a:gd name="connsiteY703" fmla="*/ 1138371 h 3192694"/>
              <a:gd name="connsiteX704" fmla="*/ 665183 w 8115305"/>
              <a:gd name="connsiteY704" fmla="*/ 1156478 h 3192694"/>
              <a:gd name="connsiteX705" fmla="*/ 582250 w 8115305"/>
              <a:gd name="connsiteY705" fmla="*/ 1177303 h 3192694"/>
              <a:gd name="connsiteX706" fmla="*/ 578084 w 8115305"/>
              <a:gd name="connsiteY706" fmla="*/ 1157566 h 3192694"/>
              <a:gd name="connsiteX707" fmla="*/ 655405 w 8115305"/>
              <a:gd name="connsiteY707" fmla="*/ 1138371 h 3192694"/>
              <a:gd name="connsiteX708" fmla="*/ 4303015 w 8115305"/>
              <a:gd name="connsiteY708" fmla="*/ 1134206 h 3192694"/>
              <a:gd name="connsiteX709" fmla="*/ 4398080 w 8115305"/>
              <a:gd name="connsiteY709" fmla="*/ 1177304 h 3192694"/>
              <a:gd name="connsiteX710" fmla="*/ 4308990 w 8115305"/>
              <a:gd name="connsiteY710" fmla="*/ 1219314 h 3192694"/>
              <a:gd name="connsiteX711" fmla="*/ 4213925 w 8115305"/>
              <a:gd name="connsiteY711" fmla="*/ 1174043 h 3192694"/>
              <a:gd name="connsiteX712" fmla="*/ 4303015 w 8115305"/>
              <a:gd name="connsiteY712" fmla="*/ 1134206 h 3192694"/>
              <a:gd name="connsiteX713" fmla="*/ 7092154 w 8115305"/>
              <a:gd name="connsiteY713" fmla="*/ 1132577 h 3192694"/>
              <a:gd name="connsiteX714" fmla="*/ 7195006 w 8115305"/>
              <a:gd name="connsiteY714" fmla="*/ 1159195 h 3192694"/>
              <a:gd name="connsiteX715" fmla="*/ 7183778 w 8115305"/>
              <a:gd name="connsiteY715" fmla="*/ 1183459 h 3192694"/>
              <a:gd name="connsiteX716" fmla="*/ 7079660 w 8115305"/>
              <a:gd name="connsiteY716" fmla="*/ 1156479 h 3192694"/>
              <a:gd name="connsiteX717" fmla="*/ 7092154 w 8115305"/>
              <a:gd name="connsiteY717" fmla="*/ 1132577 h 3192694"/>
              <a:gd name="connsiteX718" fmla="*/ 404062 w 8115305"/>
              <a:gd name="connsiteY718" fmla="*/ 1128230 h 3192694"/>
              <a:gd name="connsiteX719" fmla="*/ 408407 w 8115305"/>
              <a:gd name="connsiteY719" fmla="*/ 1143623 h 3192694"/>
              <a:gd name="connsiteX720" fmla="*/ 333803 w 8115305"/>
              <a:gd name="connsiteY720" fmla="*/ 1161731 h 3192694"/>
              <a:gd name="connsiteX721" fmla="*/ 330362 w 8115305"/>
              <a:gd name="connsiteY721" fmla="*/ 1146338 h 3192694"/>
              <a:gd name="connsiteX722" fmla="*/ 404062 w 8115305"/>
              <a:gd name="connsiteY722" fmla="*/ 1128230 h 3192694"/>
              <a:gd name="connsiteX723" fmla="*/ 6800435 w 8115305"/>
              <a:gd name="connsiteY723" fmla="*/ 1121351 h 3192694"/>
              <a:gd name="connsiteX724" fmla="*/ 6903107 w 8115305"/>
              <a:gd name="connsiteY724" fmla="*/ 1148331 h 3192694"/>
              <a:gd name="connsiteX725" fmla="*/ 6887172 w 8115305"/>
              <a:gd name="connsiteY725" fmla="*/ 1176580 h 3192694"/>
              <a:gd name="connsiteX726" fmla="*/ 6778525 w 8115305"/>
              <a:gd name="connsiteY726" fmla="*/ 1146520 h 3192694"/>
              <a:gd name="connsiteX727" fmla="*/ 6800435 w 8115305"/>
              <a:gd name="connsiteY727" fmla="*/ 1121351 h 3192694"/>
              <a:gd name="connsiteX728" fmla="*/ 4024336 w 8115305"/>
              <a:gd name="connsiteY728" fmla="*/ 1120988 h 3192694"/>
              <a:gd name="connsiteX729" fmla="*/ 4115419 w 8115305"/>
              <a:gd name="connsiteY729" fmla="*/ 1161912 h 3192694"/>
              <a:gd name="connsiteX730" fmla="*/ 4024880 w 8115305"/>
              <a:gd name="connsiteY730" fmla="*/ 1205371 h 3192694"/>
              <a:gd name="connsiteX731" fmla="*/ 3931624 w 8115305"/>
              <a:gd name="connsiteY731" fmla="*/ 1161369 h 3192694"/>
              <a:gd name="connsiteX732" fmla="*/ 4024336 w 8115305"/>
              <a:gd name="connsiteY732" fmla="*/ 1120988 h 3192694"/>
              <a:gd name="connsiteX733" fmla="*/ 3754169 w 8115305"/>
              <a:gd name="connsiteY733" fmla="*/ 1111934 h 3192694"/>
              <a:gd name="connsiteX734" fmla="*/ 3836196 w 8115305"/>
              <a:gd name="connsiteY734" fmla="*/ 1153581 h 3192694"/>
              <a:gd name="connsiteX735" fmla="*/ 3737690 w 8115305"/>
              <a:gd name="connsiteY735" fmla="*/ 1195411 h 3192694"/>
              <a:gd name="connsiteX736" fmla="*/ 3654032 w 8115305"/>
              <a:gd name="connsiteY736" fmla="*/ 1151047 h 3192694"/>
              <a:gd name="connsiteX737" fmla="*/ 3754169 w 8115305"/>
              <a:gd name="connsiteY737" fmla="*/ 1111934 h 3192694"/>
              <a:gd name="connsiteX738" fmla="*/ 6497494 w 8115305"/>
              <a:gd name="connsiteY738" fmla="*/ 1104873 h 3192694"/>
              <a:gd name="connsiteX739" fmla="*/ 6612115 w 8115305"/>
              <a:gd name="connsiteY739" fmla="*/ 1134208 h 3192694"/>
              <a:gd name="connsiteX740" fmla="*/ 6592017 w 8115305"/>
              <a:gd name="connsiteY740" fmla="*/ 1166439 h 3192694"/>
              <a:gd name="connsiteX741" fmla="*/ 6476489 w 8115305"/>
              <a:gd name="connsiteY741" fmla="*/ 1134750 h 3192694"/>
              <a:gd name="connsiteX742" fmla="*/ 6497494 w 8115305"/>
              <a:gd name="connsiteY742" fmla="*/ 1104873 h 3192694"/>
              <a:gd name="connsiteX743" fmla="*/ 3472954 w 8115305"/>
              <a:gd name="connsiteY743" fmla="*/ 1099622 h 3192694"/>
              <a:gd name="connsiteX744" fmla="*/ 3551361 w 8115305"/>
              <a:gd name="connsiteY744" fmla="*/ 1138915 h 3192694"/>
              <a:gd name="connsiteX745" fmla="*/ 3448146 w 8115305"/>
              <a:gd name="connsiteY745" fmla="*/ 1181469 h 3192694"/>
              <a:gd name="connsiteX746" fmla="*/ 3370464 w 8115305"/>
              <a:gd name="connsiteY746" fmla="*/ 1140183 h 3192694"/>
              <a:gd name="connsiteX747" fmla="*/ 3472954 w 8115305"/>
              <a:gd name="connsiteY747" fmla="*/ 1099622 h 3192694"/>
              <a:gd name="connsiteX748" fmla="*/ 6217548 w 8115305"/>
              <a:gd name="connsiteY748" fmla="*/ 1094549 h 3192694"/>
              <a:gd name="connsiteX749" fmla="*/ 6329636 w 8115305"/>
              <a:gd name="connsiteY749" fmla="*/ 1125695 h 3192694"/>
              <a:gd name="connsiteX750" fmla="*/ 6299395 w 8115305"/>
              <a:gd name="connsiteY750" fmla="*/ 1159193 h 3192694"/>
              <a:gd name="connsiteX751" fmla="*/ 6186766 w 8115305"/>
              <a:gd name="connsiteY751" fmla="*/ 1126599 h 3192694"/>
              <a:gd name="connsiteX752" fmla="*/ 6217548 w 8115305"/>
              <a:gd name="connsiteY752" fmla="*/ 1094549 h 3192694"/>
              <a:gd name="connsiteX753" fmla="*/ 3206409 w 8115305"/>
              <a:gd name="connsiteY753" fmla="*/ 1091473 h 3192694"/>
              <a:gd name="connsiteX754" fmla="*/ 3277572 w 8115305"/>
              <a:gd name="connsiteY754" fmla="*/ 1130766 h 3192694"/>
              <a:gd name="connsiteX755" fmla="*/ 3170555 w 8115305"/>
              <a:gd name="connsiteY755" fmla="*/ 1171689 h 3192694"/>
              <a:gd name="connsiteX756" fmla="*/ 3100297 w 8115305"/>
              <a:gd name="connsiteY756" fmla="*/ 1130586 h 3192694"/>
              <a:gd name="connsiteX757" fmla="*/ 3206409 w 8115305"/>
              <a:gd name="connsiteY757" fmla="*/ 1091473 h 3192694"/>
              <a:gd name="connsiteX758" fmla="*/ 2947469 w 8115305"/>
              <a:gd name="connsiteY758" fmla="*/ 1079341 h 3192694"/>
              <a:gd name="connsiteX759" fmla="*/ 3010301 w 8115305"/>
              <a:gd name="connsiteY759" fmla="*/ 1116642 h 3192694"/>
              <a:gd name="connsiteX760" fmla="*/ 2898940 w 8115305"/>
              <a:gd name="connsiteY760" fmla="*/ 1157386 h 3192694"/>
              <a:gd name="connsiteX761" fmla="*/ 2835582 w 8115305"/>
              <a:gd name="connsiteY761" fmla="*/ 1117185 h 3192694"/>
              <a:gd name="connsiteX762" fmla="*/ 2947469 w 8115305"/>
              <a:gd name="connsiteY762" fmla="*/ 1079341 h 3192694"/>
              <a:gd name="connsiteX763" fmla="*/ 5921849 w 8115305"/>
              <a:gd name="connsiteY763" fmla="*/ 1079158 h 3192694"/>
              <a:gd name="connsiteX764" fmla="*/ 6038824 w 8115305"/>
              <a:gd name="connsiteY764" fmla="*/ 1115374 h 3192694"/>
              <a:gd name="connsiteX765" fmla="*/ 5996814 w 8115305"/>
              <a:gd name="connsiteY765" fmla="*/ 1148511 h 3192694"/>
              <a:gd name="connsiteX766" fmla="*/ 5880744 w 8115305"/>
              <a:gd name="connsiteY766" fmla="*/ 1113201 h 3192694"/>
              <a:gd name="connsiteX767" fmla="*/ 5921849 w 8115305"/>
              <a:gd name="connsiteY767" fmla="*/ 1079158 h 3192694"/>
              <a:gd name="connsiteX768" fmla="*/ 2689272 w 8115305"/>
              <a:gd name="connsiteY768" fmla="*/ 1071191 h 3192694"/>
              <a:gd name="connsiteX769" fmla="*/ 2741242 w 8115305"/>
              <a:gd name="connsiteY769" fmla="*/ 1109036 h 3192694"/>
              <a:gd name="connsiteX770" fmla="*/ 2625530 w 8115305"/>
              <a:gd name="connsiteY770" fmla="*/ 1147244 h 3192694"/>
              <a:gd name="connsiteX771" fmla="*/ 2573561 w 8115305"/>
              <a:gd name="connsiteY771" fmla="*/ 1107406 h 3192694"/>
              <a:gd name="connsiteX772" fmla="*/ 2689272 w 8115305"/>
              <a:gd name="connsiteY772" fmla="*/ 1071191 h 3192694"/>
              <a:gd name="connsiteX773" fmla="*/ 5642989 w 8115305"/>
              <a:gd name="connsiteY773" fmla="*/ 1069743 h 3192694"/>
              <a:gd name="connsiteX774" fmla="*/ 5759059 w 8115305"/>
              <a:gd name="connsiteY774" fmla="*/ 1105958 h 3192694"/>
              <a:gd name="connsiteX775" fmla="*/ 5713972 w 8115305"/>
              <a:gd name="connsiteY775" fmla="*/ 1141089 h 3192694"/>
              <a:gd name="connsiteX776" fmla="*/ 5596451 w 8115305"/>
              <a:gd name="connsiteY776" fmla="*/ 1103785 h 3192694"/>
              <a:gd name="connsiteX777" fmla="*/ 5642989 w 8115305"/>
              <a:gd name="connsiteY777" fmla="*/ 1069743 h 3192694"/>
              <a:gd name="connsiteX778" fmla="*/ 2432867 w 8115305"/>
              <a:gd name="connsiteY778" fmla="*/ 1062680 h 3192694"/>
              <a:gd name="connsiteX779" fmla="*/ 2477229 w 8115305"/>
              <a:gd name="connsiteY779" fmla="*/ 1095817 h 3192694"/>
              <a:gd name="connsiteX780" fmla="*/ 2364236 w 8115305"/>
              <a:gd name="connsiteY780" fmla="*/ 1132033 h 3192694"/>
              <a:gd name="connsiteX781" fmla="*/ 2320056 w 8115305"/>
              <a:gd name="connsiteY781" fmla="*/ 1095817 h 3192694"/>
              <a:gd name="connsiteX782" fmla="*/ 2432867 w 8115305"/>
              <a:gd name="connsiteY782" fmla="*/ 1062680 h 3192694"/>
              <a:gd name="connsiteX783" fmla="*/ 2166679 w 8115305"/>
              <a:gd name="connsiteY783" fmla="*/ 1054714 h 3192694"/>
              <a:gd name="connsiteX784" fmla="*/ 2204531 w 8115305"/>
              <a:gd name="connsiteY784" fmla="*/ 1087670 h 3192694"/>
              <a:gd name="connsiteX785" fmla="*/ 2088816 w 8115305"/>
              <a:gd name="connsiteY785" fmla="*/ 1121532 h 3192694"/>
              <a:gd name="connsiteX786" fmla="*/ 2052601 w 8115305"/>
              <a:gd name="connsiteY786" fmla="*/ 1087308 h 3192694"/>
              <a:gd name="connsiteX787" fmla="*/ 2166679 w 8115305"/>
              <a:gd name="connsiteY787" fmla="*/ 1054714 h 3192694"/>
              <a:gd name="connsiteX788" fmla="*/ 5368476 w 8115305"/>
              <a:gd name="connsiteY788" fmla="*/ 1054532 h 3192694"/>
              <a:gd name="connsiteX789" fmla="*/ 5483098 w 8115305"/>
              <a:gd name="connsiteY789" fmla="*/ 1092739 h 3192694"/>
              <a:gd name="connsiteX790" fmla="*/ 5426060 w 8115305"/>
              <a:gd name="connsiteY790" fmla="*/ 1130223 h 3192694"/>
              <a:gd name="connsiteX791" fmla="*/ 5310351 w 8115305"/>
              <a:gd name="connsiteY791" fmla="*/ 1090747 h 3192694"/>
              <a:gd name="connsiteX792" fmla="*/ 5368476 w 8115305"/>
              <a:gd name="connsiteY792" fmla="*/ 1054532 h 3192694"/>
              <a:gd name="connsiteX793" fmla="*/ 7761778 w 8115305"/>
              <a:gd name="connsiteY793" fmla="*/ 1052179 h 3192694"/>
              <a:gd name="connsiteX794" fmla="*/ 7832580 w 8115305"/>
              <a:gd name="connsiteY794" fmla="*/ 1068657 h 3192694"/>
              <a:gd name="connsiteX795" fmla="*/ 7828958 w 8115305"/>
              <a:gd name="connsiteY795" fmla="*/ 1082238 h 3192694"/>
              <a:gd name="connsiteX796" fmla="*/ 7761778 w 8115305"/>
              <a:gd name="connsiteY796" fmla="*/ 1066665 h 3192694"/>
              <a:gd name="connsiteX797" fmla="*/ 7761778 w 8115305"/>
              <a:gd name="connsiteY797" fmla="*/ 1052179 h 3192694"/>
              <a:gd name="connsiteX798" fmla="*/ 5096135 w 8115305"/>
              <a:gd name="connsiteY798" fmla="*/ 1046565 h 3192694"/>
              <a:gd name="connsiteX799" fmla="*/ 5209127 w 8115305"/>
              <a:gd name="connsiteY799" fmla="*/ 1082600 h 3192694"/>
              <a:gd name="connsiteX800" fmla="*/ 5149734 w 8115305"/>
              <a:gd name="connsiteY800" fmla="*/ 1122979 h 3192694"/>
              <a:gd name="connsiteX801" fmla="*/ 5035474 w 8115305"/>
              <a:gd name="connsiteY801" fmla="*/ 1084590 h 3192694"/>
              <a:gd name="connsiteX802" fmla="*/ 5096135 w 8115305"/>
              <a:gd name="connsiteY802" fmla="*/ 1046565 h 3192694"/>
              <a:gd name="connsiteX803" fmla="*/ 1919691 w 8115305"/>
              <a:gd name="connsiteY803" fmla="*/ 1045299 h 3192694"/>
              <a:gd name="connsiteX804" fmla="*/ 1947577 w 8115305"/>
              <a:gd name="connsiteY804" fmla="*/ 1075176 h 3192694"/>
              <a:gd name="connsiteX805" fmla="*/ 1838931 w 8115305"/>
              <a:gd name="connsiteY805" fmla="*/ 1105778 h 3192694"/>
              <a:gd name="connsiteX806" fmla="*/ 1808509 w 8115305"/>
              <a:gd name="connsiteY806" fmla="*/ 1074813 h 3192694"/>
              <a:gd name="connsiteX807" fmla="*/ 1919691 w 8115305"/>
              <a:gd name="connsiteY807" fmla="*/ 1045299 h 3192694"/>
              <a:gd name="connsiteX808" fmla="*/ 7473502 w 8115305"/>
              <a:gd name="connsiteY808" fmla="*/ 1040409 h 3192694"/>
              <a:gd name="connsiteX809" fmla="*/ 7559151 w 8115305"/>
              <a:gd name="connsiteY809" fmla="*/ 1059604 h 3192694"/>
              <a:gd name="connsiteX810" fmla="*/ 7552452 w 8115305"/>
              <a:gd name="connsiteY810" fmla="*/ 1077712 h 3192694"/>
              <a:gd name="connsiteX811" fmla="*/ 7470424 w 8115305"/>
              <a:gd name="connsiteY811" fmla="*/ 1058516 h 3192694"/>
              <a:gd name="connsiteX812" fmla="*/ 7473502 w 8115305"/>
              <a:gd name="connsiteY812" fmla="*/ 1040409 h 3192694"/>
              <a:gd name="connsiteX813" fmla="*/ 1664370 w 8115305"/>
              <a:gd name="connsiteY813" fmla="*/ 1038597 h 3192694"/>
              <a:gd name="connsiteX814" fmla="*/ 1690083 w 8115305"/>
              <a:gd name="connsiteY814" fmla="*/ 1066301 h 3192694"/>
              <a:gd name="connsiteX815" fmla="*/ 1581436 w 8115305"/>
              <a:gd name="connsiteY815" fmla="*/ 1095818 h 3192694"/>
              <a:gd name="connsiteX816" fmla="*/ 1556990 w 8115305"/>
              <a:gd name="connsiteY816" fmla="*/ 1067208 h 3192694"/>
              <a:gd name="connsiteX817" fmla="*/ 1664370 w 8115305"/>
              <a:gd name="connsiteY817" fmla="*/ 1038597 h 3192694"/>
              <a:gd name="connsiteX818" fmla="*/ 1416477 w 8115305"/>
              <a:gd name="connsiteY818" fmla="*/ 1033346 h 3192694"/>
              <a:gd name="connsiteX819" fmla="*/ 1430600 w 8115305"/>
              <a:gd name="connsiteY819" fmla="*/ 1059239 h 3192694"/>
              <a:gd name="connsiteX820" fmla="*/ 1329197 w 8115305"/>
              <a:gd name="connsiteY820" fmla="*/ 1084590 h 3192694"/>
              <a:gd name="connsiteX821" fmla="*/ 1312357 w 8115305"/>
              <a:gd name="connsiteY821" fmla="*/ 1058878 h 3192694"/>
              <a:gd name="connsiteX822" fmla="*/ 1416477 w 8115305"/>
              <a:gd name="connsiteY822" fmla="*/ 1033346 h 3192694"/>
              <a:gd name="connsiteX823" fmla="*/ 4830674 w 8115305"/>
              <a:gd name="connsiteY823" fmla="*/ 1032442 h 3192694"/>
              <a:gd name="connsiteX824" fmla="*/ 4939865 w 8115305"/>
              <a:gd name="connsiteY824" fmla="*/ 1070830 h 3192694"/>
              <a:gd name="connsiteX825" fmla="*/ 4870331 w 8115305"/>
              <a:gd name="connsiteY825" fmla="*/ 1111392 h 3192694"/>
              <a:gd name="connsiteX826" fmla="*/ 4757158 w 8115305"/>
              <a:gd name="connsiteY826" fmla="*/ 1069925 h 3192694"/>
              <a:gd name="connsiteX827" fmla="*/ 4830674 w 8115305"/>
              <a:gd name="connsiteY827" fmla="*/ 1032442 h 3192694"/>
              <a:gd name="connsiteX828" fmla="*/ 7198446 w 8115305"/>
              <a:gd name="connsiteY828" fmla="*/ 1030629 h 3192694"/>
              <a:gd name="connsiteX829" fmla="*/ 7288985 w 8115305"/>
              <a:gd name="connsiteY829" fmla="*/ 1053807 h 3192694"/>
              <a:gd name="connsiteX830" fmla="*/ 7274499 w 8115305"/>
              <a:gd name="connsiteY830" fmla="*/ 1071915 h 3192694"/>
              <a:gd name="connsiteX831" fmla="*/ 7182329 w 8115305"/>
              <a:gd name="connsiteY831" fmla="*/ 1048737 h 3192694"/>
              <a:gd name="connsiteX832" fmla="*/ 7198446 w 8115305"/>
              <a:gd name="connsiteY832" fmla="*/ 1030629 h 3192694"/>
              <a:gd name="connsiteX833" fmla="*/ 1172926 w 8115305"/>
              <a:gd name="connsiteY833" fmla="*/ 1023387 h 3192694"/>
              <a:gd name="connsiteX834" fmla="*/ 1183609 w 8115305"/>
              <a:gd name="connsiteY834" fmla="*/ 1047470 h 3192694"/>
              <a:gd name="connsiteX835" fmla="*/ 1087638 w 8115305"/>
              <a:gd name="connsiteY835" fmla="*/ 1070287 h 3192694"/>
              <a:gd name="connsiteX836" fmla="*/ 1078044 w 8115305"/>
              <a:gd name="connsiteY836" fmla="*/ 1045479 h 3192694"/>
              <a:gd name="connsiteX837" fmla="*/ 1172926 w 8115305"/>
              <a:gd name="connsiteY837" fmla="*/ 1023387 h 3192694"/>
              <a:gd name="connsiteX838" fmla="*/ 4565758 w 8115305"/>
              <a:gd name="connsiteY838" fmla="*/ 1023386 h 3192694"/>
              <a:gd name="connsiteX839" fmla="*/ 4673499 w 8115305"/>
              <a:gd name="connsiteY839" fmla="*/ 1062318 h 3192694"/>
              <a:gd name="connsiteX840" fmla="*/ 4594006 w 8115305"/>
              <a:gd name="connsiteY840" fmla="*/ 1103785 h 3192694"/>
              <a:gd name="connsiteX841" fmla="*/ 4487715 w 8115305"/>
              <a:gd name="connsiteY841" fmla="*/ 1061955 h 3192694"/>
              <a:gd name="connsiteX842" fmla="*/ 4565758 w 8115305"/>
              <a:gd name="connsiteY842" fmla="*/ 1023386 h 3192694"/>
              <a:gd name="connsiteX843" fmla="*/ 926297 w 8115305"/>
              <a:gd name="connsiteY843" fmla="*/ 1018680 h 3192694"/>
              <a:gd name="connsiteX844" fmla="*/ 931550 w 8115305"/>
              <a:gd name="connsiteY844" fmla="*/ 1038960 h 3192694"/>
              <a:gd name="connsiteX845" fmla="*/ 845358 w 8115305"/>
              <a:gd name="connsiteY845" fmla="*/ 1058880 h 3192694"/>
              <a:gd name="connsiteX846" fmla="*/ 836846 w 8115305"/>
              <a:gd name="connsiteY846" fmla="*/ 1039141 h 3192694"/>
              <a:gd name="connsiteX847" fmla="*/ 926297 w 8115305"/>
              <a:gd name="connsiteY847" fmla="*/ 1018680 h 3192694"/>
              <a:gd name="connsiteX848" fmla="*/ 4301567 w 8115305"/>
              <a:gd name="connsiteY848" fmla="*/ 1015238 h 3192694"/>
              <a:gd name="connsiteX849" fmla="*/ 4399168 w 8115305"/>
              <a:gd name="connsiteY849" fmla="*/ 1055075 h 3192694"/>
              <a:gd name="connsiteX850" fmla="*/ 4312612 w 8115305"/>
              <a:gd name="connsiteY850" fmla="*/ 1095819 h 3192694"/>
              <a:gd name="connsiteX851" fmla="*/ 4212658 w 8115305"/>
              <a:gd name="connsiteY851" fmla="*/ 1054894 h 3192694"/>
              <a:gd name="connsiteX852" fmla="*/ 4301567 w 8115305"/>
              <a:gd name="connsiteY852" fmla="*/ 1015238 h 3192694"/>
              <a:gd name="connsiteX853" fmla="*/ 6909084 w 8115305"/>
              <a:gd name="connsiteY853" fmla="*/ 1014334 h 3192694"/>
              <a:gd name="connsiteX854" fmla="*/ 7007410 w 8115305"/>
              <a:gd name="connsiteY854" fmla="*/ 1038960 h 3192694"/>
              <a:gd name="connsiteX855" fmla="*/ 6995097 w 8115305"/>
              <a:gd name="connsiteY855" fmla="*/ 1062863 h 3192694"/>
              <a:gd name="connsiteX856" fmla="*/ 6895503 w 8115305"/>
              <a:gd name="connsiteY856" fmla="*/ 1039141 h 3192694"/>
              <a:gd name="connsiteX857" fmla="*/ 6909084 w 8115305"/>
              <a:gd name="connsiteY857" fmla="*/ 1014334 h 3192694"/>
              <a:gd name="connsiteX858" fmla="*/ 676952 w 8115305"/>
              <a:gd name="connsiteY858" fmla="*/ 1010530 h 3192694"/>
              <a:gd name="connsiteX859" fmla="*/ 680213 w 8115305"/>
              <a:gd name="connsiteY859" fmla="*/ 1026284 h 3192694"/>
              <a:gd name="connsiteX860" fmla="*/ 604340 w 8115305"/>
              <a:gd name="connsiteY860" fmla="*/ 1043124 h 3192694"/>
              <a:gd name="connsiteX861" fmla="*/ 601804 w 8115305"/>
              <a:gd name="connsiteY861" fmla="*/ 1027008 h 3192694"/>
              <a:gd name="connsiteX862" fmla="*/ 676952 w 8115305"/>
              <a:gd name="connsiteY862" fmla="*/ 1010530 h 3192694"/>
              <a:gd name="connsiteX863" fmla="*/ 435748 w 8115305"/>
              <a:gd name="connsiteY863" fmla="*/ 1004735 h 3192694"/>
              <a:gd name="connsiteX864" fmla="*/ 432669 w 8115305"/>
              <a:gd name="connsiteY864" fmla="*/ 1019040 h 3192694"/>
              <a:gd name="connsiteX865" fmla="*/ 368025 w 8115305"/>
              <a:gd name="connsiteY865" fmla="*/ 1032439 h 3192694"/>
              <a:gd name="connsiteX866" fmla="*/ 368025 w 8115305"/>
              <a:gd name="connsiteY866" fmla="*/ 1018677 h 3192694"/>
              <a:gd name="connsiteX867" fmla="*/ 435748 w 8115305"/>
              <a:gd name="connsiteY867" fmla="*/ 1004735 h 3192694"/>
              <a:gd name="connsiteX868" fmla="*/ 6630223 w 8115305"/>
              <a:gd name="connsiteY868" fmla="*/ 1004556 h 3192694"/>
              <a:gd name="connsiteX869" fmla="*/ 6734343 w 8115305"/>
              <a:gd name="connsiteY869" fmla="*/ 1032441 h 3192694"/>
              <a:gd name="connsiteX870" fmla="*/ 6707362 w 8115305"/>
              <a:gd name="connsiteY870" fmla="*/ 1058336 h 3192694"/>
              <a:gd name="connsiteX871" fmla="*/ 6602157 w 8115305"/>
              <a:gd name="connsiteY871" fmla="*/ 1029544 h 3192694"/>
              <a:gd name="connsiteX872" fmla="*/ 6630223 w 8115305"/>
              <a:gd name="connsiteY872" fmla="*/ 1004556 h 3192694"/>
              <a:gd name="connsiteX873" fmla="*/ 4048058 w 8115305"/>
              <a:gd name="connsiteY873" fmla="*/ 1003650 h 3192694"/>
              <a:gd name="connsiteX874" fmla="*/ 4137329 w 8115305"/>
              <a:gd name="connsiteY874" fmla="*/ 1042763 h 3192694"/>
              <a:gd name="connsiteX875" fmla="*/ 4041539 w 8115305"/>
              <a:gd name="connsiteY875" fmla="*/ 1083324 h 3192694"/>
              <a:gd name="connsiteX876" fmla="*/ 3951000 w 8115305"/>
              <a:gd name="connsiteY876" fmla="*/ 1041314 h 3192694"/>
              <a:gd name="connsiteX877" fmla="*/ 4048058 w 8115305"/>
              <a:gd name="connsiteY877" fmla="*/ 1003650 h 3192694"/>
              <a:gd name="connsiteX878" fmla="*/ 3787850 w 8115305"/>
              <a:gd name="connsiteY878" fmla="*/ 996226 h 3192694"/>
              <a:gd name="connsiteX879" fmla="*/ 3876577 w 8115305"/>
              <a:gd name="connsiteY879" fmla="*/ 1034070 h 3192694"/>
              <a:gd name="connsiteX880" fmla="*/ 3776442 w 8115305"/>
              <a:gd name="connsiteY880" fmla="*/ 1074995 h 3192694"/>
              <a:gd name="connsiteX881" fmla="*/ 3690429 w 8115305"/>
              <a:gd name="connsiteY881" fmla="*/ 1034070 h 3192694"/>
              <a:gd name="connsiteX882" fmla="*/ 3787850 w 8115305"/>
              <a:gd name="connsiteY882" fmla="*/ 996226 h 3192694"/>
              <a:gd name="connsiteX883" fmla="*/ 6352088 w 8115305"/>
              <a:gd name="connsiteY883" fmla="*/ 991156 h 3192694"/>
              <a:gd name="connsiteX884" fmla="*/ 6458561 w 8115305"/>
              <a:gd name="connsiteY884" fmla="*/ 1018679 h 3192694"/>
              <a:gd name="connsiteX885" fmla="*/ 6433211 w 8115305"/>
              <a:gd name="connsiteY885" fmla="*/ 1047651 h 3192694"/>
              <a:gd name="connsiteX886" fmla="*/ 6324564 w 8115305"/>
              <a:gd name="connsiteY886" fmla="*/ 1019223 h 3192694"/>
              <a:gd name="connsiteX887" fmla="*/ 6352088 w 8115305"/>
              <a:gd name="connsiteY887" fmla="*/ 991156 h 3192694"/>
              <a:gd name="connsiteX888" fmla="*/ 3542671 w 8115305"/>
              <a:gd name="connsiteY888" fmla="*/ 985000 h 3192694"/>
              <a:gd name="connsiteX889" fmla="*/ 3619991 w 8115305"/>
              <a:gd name="connsiteY889" fmla="*/ 1022844 h 3192694"/>
              <a:gd name="connsiteX890" fmla="*/ 3512974 w 8115305"/>
              <a:gd name="connsiteY890" fmla="*/ 1062501 h 3192694"/>
              <a:gd name="connsiteX891" fmla="*/ 3436379 w 8115305"/>
              <a:gd name="connsiteY891" fmla="*/ 1022844 h 3192694"/>
              <a:gd name="connsiteX892" fmla="*/ 3542671 w 8115305"/>
              <a:gd name="connsiteY892" fmla="*/ 985000 h 3192694"/>
              <a:gd name="connsiteX893" fmla="*/ 6082826 w 8115305"/>
              <a:gd name="connsiteY893" fmla="*/ 981196 h 3192694"/>
              <a:gd name="connsiteX894" fmla="*/ 6197991 w 8115305"/>
              <a:gd name="connsiteY894" fmla="*/ 1011256 h 3192694"/>
              <a:gd name="connsiteX895" fmla="*/ 6168656 w 8115305"/>
              <a:gd name="connsiteY895" fmla="*/ 1042581 h 3192694"/>
              <a:gd name="connsiteX896" fmla="*/ 6051862 w 8115305"/>
              <a:gd name="connsiteY896" fmla="*/ 1011256 h 3192694"/>
              <a:gd name="connsiteX897" fmla="*/ 6082826 w 8115305"/>
              <a:gd name="connsiteY897" fmla="*/ 981196 h 3192694"/>
              <a:gd name="connsiteX898" fmla="*/ 3290247 w 8115305"/>
              <a:gd name="connsiteY898" fmla="*/ 978118 h 3192694"/>
              <a:gd name="connsiteX899" fmla="*/ 3365214 w 8115305"/>
              <a:gd name="connsiteY899" fmla="*/ 1014333 h 3192694"/>
              <a:gd name="connsiteX900" fmla="*/ 3257653 w 8115305"/>
              <a:gd name="connsiteY900" fmla="*/ 1054170 h 3192694"/>
              <a:gd name="connsiteX901" fmla="*/ 3183412 w 8115305"/>
              <a:gd name="connsiteY901" fmla="*/ 1016145 h 3192694"/>
              <a:gd name="connsiteX902" fmla="*/ 3290247 w 8115305"/>
              <a:gd name="connsiteY902" fmla="*/ 978118 h 3192694"/>
              <a:gd name="connsiteX903" fmla="*/ 5820083 w 8115305"/>
              <a:gd name="connsiteY903" fmla="*/ 967978 h 3192694"/>
              <a:gd name="connsiteX904" fmla="*/ 5934705 w 8115305"/>
              <a:gd name="connsiteY904" fmla="*/ 1000391 h 3192694"/>
              <a:gd name="connsiteX905" fmla="*/ 5893600 w 8115305"/>
              <a:gd name="connsiteY905" fmla="*/ 1033166 h 3192694"/>
              <a:gd name="connsiteX906" fmla="*/ 5777349 w 8115305"/>
              <a:gd name="connsiteY906" fmla="*/ 999484 h 3192694"/>
              <a:gd name="connsiteX907" fmla="*/ 5820083 w 8115305"/>
              <a:gd name="connsiteY907" fmla="*/ 967978 h 3192694"/>
              <a:gd name="connsiteX908" fmla="*/ 3041809 w 8115305"/>
              <a:gd name="connsiteY908" fmla="*/ 967615 h 3192694"/>
              <a:gd name="connsiteX909" fmla="*/ 3104643 w 8115305"/>
              <a:gd name="connsiteY909" fmla="*/ 1003650 h 3192694"/>
              <a:gd name="connsiteX910" fmla="*/ 2989658 w 8115305"/>
              <a:gd name="connsiteY910" fmla="*/ 1041314 h 3192694"/>
              <a:gd name="connsiteX911" fmla="*/ 2928092 w 8115305"/>
              <a:gd name="connsiteY911" fmla="*/ 1003830 h 3192694"/>
              <a:gd name="connsiteX912" fmla="*/ 3041809 w 8115305"/>
              <a:gd name="connsiteY912" fmla="*/ 967615 h 3192694"/>
              <a:gd name="connsiteX913" fmla="*/ 2795561 w 8115305"/>
              <a:gd name="connsiteY913" fmla="*/ 962364 h 3192694"/>
              <a:gd name="connsiteX914" fmla="*/ 2851515 w 8115305"/>
              <a:gd name="connsiteY914" fmla="*/ 995682 h 3192694"/>
              <a:gd name="connsiteX915" fmla="*/ 2737258 w 8115305"/>
              <a:gd name="connsiteY915" fmla="*/ 1031898 h 3192694"/>
              <a:gd name="connsiteX916" fmla="*/ 2685468 w 8115305"/>
              <a:gd name="connsiteY916" fmla="*/ 995682 h 3192694"/>
              <a:gd name="connsiteX917" fmla="*/ 2795561 w 8115305"/>
              <a:gd name="connsiteY917" fmla="*/ 962364 h 3192694"/>
              <a:gd name="connsiteX918" fmla="*/ 7822800 w 8115305"/>
              <a:gd name="connsiteY918" fmla="*/ 960011 h 3192694"/>
              <a:gd name="connsiteX919" fmla="*/ 7877123 w 8115305"/>
              <a:gd name="connsiteY919" fmla="*/ 971600 h 3192694"/>
              <a:gd name="connsiteX920" fmla="*/ 7877123 w 8115305"/>
              <a:gd name="connsiteY920" fmla="*/ 981921 h 3192694"/>
              <a:gd name="connsiteX921" fmla="*/ 7821714 w 8115305"/>
              <a:gd name="connsiteY921" fmla="*/ 970875 h 3192694"/>
              <a:gd name="connsiteX922" fmla="*/ 7822800 w 8115305"/>
              <a:gd name="connsiteY922" fmla="*/ 960011 h 3192694"/>
              <a:gd name="connsiteX923" fmla="*/ 5564039 w 8115305"/>
              <a:gd name="connsiteY923" fmla="*/ 959467 h 3192694"/>
              <a:gd name="connsiteX924" fmla="*/ 5675944 w 8115305"/>
              <a:gd name="connsiteY924" fmla="*/ 992424 h 3192694"/>
              <a:gd name="connsiteX925" fmla="*/ 5626691 w 8115305"/>
              <a:gd name="connsiteY925" fmla="*/ 1026827 h 3192694"/>
              <a:gd name="connsiteX926" fmla="*/ 5513338 w 8115305"/>
              <a:gd name="connsiteY926" fmla="*/ 992424 h 3192694"/>
              <a:gd name="connsiteX927" fmla="*/ 5564039 w 8115305"/>
              <a:gd name="connsiteY927" fmla="*/ 959467 h 3192694"/>
              <a:gd name="connsiteX928" fmla="*/ 2556724 w 8115305"/>
              <a:gd name="connsiteY928" fmla="*/ 952404 h 3192694"/>
              <a:gd name="connsiteX929" fmla="*/ 2607424 w 8115305"/>
              <a:gd name="connsiteY929" fmla="*/ 984093 h 3192694"/>
              <a:gd name="connsiteX930" fmla="*/ 2496062 w 8115305"/>
              <a:gd name="connsiteY930" fmla="*/ 1018860 h 3192694"/>
              <a:gd name="connsiteX931" fmla="*/ 2445360 w 8115305"/>
              <a:gd name="connsiteY931" fmla="*/ 984998 h 3192694"/>
              <a:gd name="connsiteX932" fmla="*/ 2556724 w 8115305"/>
              <a:gd name="connsiteY932" fmla="*/ 952404 h 3192694"/>
              <a:gd name="connsiteX933" fmla="*/ 5304918 w 8115305"/>
              <a:gd name="connsiteY933" fmla="*/ 947697 h 3192694"/>
              <a:gd name="connsiteX934" fmla="*/ 5418635 w 8115305"/>
              <a:gd name="connsiteY934" fmla="*/ 981739 h 3192694"/>
              <a:gd name="connsiteX935" fmla="*/ 5361958 w 8115305"/>
              <a:gd name="connsiteY935" fmla="*/ 1017955 h 3192694"/>
              <a:gd name="connsiteX936" fmla="*/ 5246973 w 8115305"/>
              <a:gd name="connsiteY936" fmla="*/ 981739 h 3192694"/>
              <a:gd name="connsiteX937" fmla="*/ 5304918 w 8115305"/>
              <a:gd name="connsiteY937" fmla="*/ 947697 h 3192694"/>
              <a:gd name="connsiteX938" fmla="*/ 2319330 w 8115305"/>
              <a:gd name="connsiteY938" fmla="*/ 946610 h 3192694"/>
              <a:gd name="connsiteX939" fmla="*/ 2359533 w 8115305"/>
              <a:gd name="connsiteY939" fmla="*/ 977936 h 3192694"/>
              <a:gd name="connsiteX940" fmla="*/ 2245085 w 8115305"/>
              <a:gd name="connsiteY940" fmla="*/ 1009806 h 3192694"/>
              <a:gd name="connsiteX941" fmla="*/ 2206337 w 8115305"/>
              <a:gd name="connsiteY941" fmla="*/ 977212 h 3192694"/>
              <a:gd name="connsiteX942" fmla="*/ 2319330 w 8115305"/>
              <a:gd name="connsiteY942" fmla="*/ 946610 h 3192694"/>
              <a:gd name="connsiteX943" fmla="*/ 7541770 w 8115305"/>
              <a:gd name="connsiteY943" fmla="*/ 945524 h 3192694"/>
              <a:gd name="connsiteX944" fmla="*/ 7611302 w 8115305"/>
              <a:gd name="connsiteY944" fmla="*/ 960010 h 3192694"/>
              <a:gd name="connsiteX945" fmla="*/ 7606414 w 8115305"/>
              <a:gd name="connsiteY945" fmla="*/ 974135 h 3192694"/>
              <a:gd name="connsiteX946" fmla="*/ 7540682 w 8115305"/>
              <a:gd name="connsiteY946" fmla="*/ 960191 h 3192694"/>
              <a:gd name="connsiteX947" fmla="*/ 7541770 w 8115305"/>
              <a:gd name="connsiteY947" fmla="*/ 945524 h 3192694"/>
              <a:gd name="connsiteX948" fmla="*/ 5043985 w 8115305"/>
              <a:gd name="connsiteY948" fmla="*/ 938643 h 3192694"/>
              <a:gd name="connsiteX949" fmla="*/ 5156253 w 8115305"/>
              <a:gd name="connsiteY949" fmla="*/ 973229 h 3192694"/>
              <a:gd name="connsiteX950" fmla="*/ 5091065 w 8115305"/>
              <a:gd name="connsiteY950" fmla="*/ 1011074 h 3192694"/>
              <a:gd name="connsiteX951" fmla="*/ 4979521 w 8115305"/>
              <a:gd name="connsiteY951" fmla="*/ 973590 h 3192694"/>
              <a:gd name="connsiteX952" fmla="*/ 5043985 w 8115305"/>
              <a:gd name="connsiteY952" fmla="*/ 938643 h 3192694"/>
              <a:gd name="connsiteX953" fmla="*/ 2082117 w 8115305"/>
              <a:gd name="connsiteY953" fmla="*/ 937918 h 3192694"/>
              <a:gd name="connsiteX954" fmla="*/ 2119238 w 8115305"/>
              <a:gd name="connsiteY954" fmla="*/ 966167 h 3192694"/>
              <a:gd name="connsiteX955" fmla="*/ 2008238 w 8115305"/>
              <a:gd name="connsiteY955" fmla="*/ 996226 h 3192694"/>
              <a:gd name="connsiteX956" fmla="*/ 1976005 w 8115305"/>
              <a:gd name="connsiteY956" fmla="*/ 965986 h 3192694"/>
              <a:gd name="connsiteX957" fmla="*/ 2082117 w 8115305"/>
              <a:gd name="connsiteY957" fmla="*/ 937918 h 3192694"/>
              <a:gd name="connsiteX958" fmla="*/ 7265625 w 8115305"/>
              <a:gd name="connsiteY958" fmla="*/ 934116 h 3192694"/>
              <a:gd name="connsiteX959" fmla="*/ 7347472 w 8115305"/>
              <a:gd name="connsiteY959" fmla="*/ 952223 h 3192694"/>
              <a:gd name="connsiteX960" fmla="*/ 7342402 w 8115305"/>
              <a:gd name="connsiteY960" fmla="*/ 970331 h 3192694"/>
              <a:gd name="connsiteX961" fmla="*/ 7259650 w 8115305"/>
              <a:gd name="connsiteY961" fmla="*/ 952223 h 3192694"/>
              <a:gd name="connsiteX962" fmla="*/ 7265625 w 8115305"/>
              <a:gd name="connsiteY962" fmla="*/ 934116 h 3192694"/>
              <a:gd name="connsiteX963" fmla="*/ 1846532 w 8115305"/>
              <a:gd name="connsiteY963" fmla="*/ 933574 h 3192694"/>
              <a:gd name="connsiteX964" fmla="*/ 1877136 w 8115305"/>
              <a:gd name="connsiteY964" fmla="*/ 960010 h 3192694"/>
              <a:gd name="connsiteX965" fmla="*/ 1768490 w 8115305"/>
              <a:gd name="connsiteY965" fmla="*/ 988259 h 3192694"/>
              <a:gd name="connsiteX966" fmla="*/ 1740060 w 8115305"/>
              <a:gd name="connsiteY966" fmla="*/ 960735 h 3192694"/>
              <a:gd name="connsiteX967" fmla="*/ 1846532 w 8115305"/>
              <a:gd name="connsiteY967" fmla="*/ 933574 h 3192694"/>
              <a:gd name="connsiteX968" fmla="*/ 4795547 w 8115305"/>
              <a:gd name="connsiteY968" fmla="*/ 927597 h 3192694"/>
              <a:gd name="connsiteX969" fmla="*/ 4902564 w 8115305"/>
              <a:gd name="connsiteY969" fmla="*/ 962907 h 3192694"/>
              <a:gd name="connsiteX970" fmla="*/ 4833574 w 8115305"/>
              <a:gd name="connsiteY970" fmla="*/ 1000389 h 3192694"/>
              <a:gd name="connsiteX971" fmla="*/ 4723116 w 8115305"/>
              <a:gd name="connsiteY971" fmla="*/ 962364 h 3192694"/>
              <a:gd name="connsiteX972" fmla="*/ 4795547 w 8115305"/>
              <a:gd name="connsiteY972" fmla="*/ 927597 h 3192694"/>
              <a:gd name="connsiteX973" fmla="*/ 1612221 w 8115305"/>
              <a:gd name="connsiteY973" fmla="*/ 923795 h 3192694"/>
              <a:gd name="connsiteX974" fmla="*/ 1631232 w 8115305"/>
              <a:gd name="connsiteY974" fmla="*/ 949146 h 3192694"/>
              <a:gd name="connsiteX975" fmla="*/ 1529471 w 8115305"/>
              <a:gd name="connsiteY975" fmla="*/ 973953 h 3192694"/>
              <a:gd name="connsiteX976" fmla="*/ 1511362 w 8115305"/>
              <a:gd name="connsiteY976" fmla="*/ 947516 h 3192694"/>
              <a:gd name="connsiteX977" fmla="*/ 1612221 w 8115305"/>
              <a:gd name="connsiteY977" fmla="*/ 923795 h 3192694"/>
              <a:gd name="connsiteX978" fmla="*/ 7000527 w 8115305"/>
              <a:gd name="connsiteY978" fmla="*/ 921441 h 3192694"/>
              <a:gd name="connsiteX979" fmla="*/ 7088893 w 8115305"/>
              <a:gd name="connsiteY979" fmla="*/ 941903 h 3192694"/>
              <a:gd name="connsiteX980" fmla="*/ 7076216 w 8115305"/>
              <a:gd name="connsiteY980" fmla="*/ 962727 h 3192694"/>
              <a:gd name="connsiteX981" fmla="*/ 6982420 w 8115305"/>
              <a:gd name="connsiteY981" fmla="*/ 940635 h 3192694"/>
              <a:gd name="connsiteX982" fmla="*/ 7000527 w 8115305"/>
              <a:gd name="connsiteY982" fmla="*/ 921441 h 3192694"/>
              <a:gd name="connsiteX983" fmla="*/ 1376278 w 8115305"/>
              <a:gd name="connsiteY983" fmla="*/ 920897 h 3192694"/>
              <a:gd name="connsiteX984" fmla="*/ 1393663 w 8115305"/>
              <a:gd name="connsiteY984" fmla="*/ 941902 h 3192694"/>
              <a:gd name="connsiteX985" fmla="*/ 1299861 w 8115305"/>
              <a:gd name="connsiteY985" fmla="*/ 964900 h 3192694"/>
              <a:gd name="connsiteX986" fmla="*/ 1279945 w 8115305"/>
              <a:gd name="connsiteY986" fmla="*/ 943895 h 3192694"/>
              <a:gd name="connsiteX987" fmla="*/ 1376278 w 8115305"/>
              <a:gd name="connsiteY987" fmla="*/ 920897 h 3192694"/>
              <a:gd name="connsiteX988" fmla="*/ 4549099 w 8115305"/>
              <a:gd name="connsiteY988" fmla="*/ 919991 h 3192694"/>
              <a:gd name="connsiteX989" fmla="*/ 4653762 w 8115305"/>
              <a:gd name="connsiteY989" fmla="*/ 956206 h 3192694"/>
              <a:gd name="connsiteX990" fmla="*/ 4574813 w 8115305"/>
              <a:gd name="connsiteY990" fmla="*/ 993690 h 3192694"/>
              <a:gd name="connsiteX991" fmla="*/ 4471961 w 8115305"/>
              <a:gd name="connsiteY991" fmla="*/ 957474 h 3192694"/>
              <a:gd name="connsiteX992" fmla="*/ 4549099 w 8115305"/>
              <a:gd name="connsiteY992" fmla="*/ 919991 h 3192694"/>
              <a:gd name="connsiteX993" fmla="*/ 6736698 w 8115305"/>
              <a:gd name="connsiteY993" fmla="*/ 912206 h 3192694"/>
              <a:gd name="connsiteX994" fmla="*/ 6836653 w 8115305"/>
              <a:gd name="connsiteY994" fmla="*/ 934479 h 3192694"/>
              <a:gd name="connsiteX995" fmla="*/ 6823254 w 8115305"/>
              <a:gd name="connsiteY995" fmla="*/ 958201 h 3192694"/>
              <a:gd name="connsiteX996" fmla="*/ 6722212 w 8115305"/>
              <a:gd name="connsiteY996" fmla="*/ 935203 h 3192694"/>
              <a:gd name="connsiteX997" fmla="*/ 6736698 w 8115305"/>
              <a:gd name="connsiteY997" fmla="*/ 912206 h 3192694"/>
              <a:gd name="connsiteX998" fmla="*/ 1151739 w 8115305"/>
              <a:gd name="connsiteY998" fmla="*/ 911663 h 3192694"/>
              <a:gd name="connsiteX999" fmla="*/ 1164958 w 8115305"/>
              <a:gd name="connsiteY999" fmla="*/ 930677 h 3192694"/>
              <a:gd name="connsiteX1000" fmla="*/ 1076771 w 8115305"/>
              <a:gd name="connsiteY1000" fmla="*/ 951683 h 3192694"/>
              <a:gd name="connsiteX1001" fmla="*/ 1063916 w 8115305"/>
              <a:gd name="connsiteY1001" fmla="*/ 931219 h 3192694"/>
              <a:gd name="connsiteX1002" fmla="*/ 1151739 w 8115305"/>
              <a:gd name="connsiteY1002" fmla="*/ 911663 h 3192694"/>
              <a:gd name="connsiteX1003" fmla="*/ 4305912 w 8115305"/>
              <a:gd name="connsiteY1003" fmla="*/ 908402 h 3192694"/>
              <a:gd name="connsiteX1004" fmla="*/ 4408220 w 8115305"/>
              <a:gd name="connsiteY1004" fmla="*/ 945161 h 3192694"/>
              <a:gd name="connsiteX1005" fmla="*/ 4320760 w 8115305"/>
              <a:gd name="connsiteY1005" fmla="*/ 984093 h 3192694"/>
              <a:gd name="connsiteX1006" fmla="*/ 4220081 w 8115305"/>
              <a:gd name="connsiteY1006" fmla="*/ 944617 h 3192694"/>
              <a:gd name="connsiteX1007" fmla="*/ 4305912 w 8115305"/>
              <a:gd name="connsiteY1007" fmla="*/ 908402 h 3192694"/>
              <a:gd name="connsiteX1008" fmla="*/ 920865 w 8115305"/>
              <a:gd name="connsiteY1008" fmla="*/ 908221 h 3192694"/>
              <a:gd name="connsiteX1009" fmla="*/ 927569 w 8115305"/>
              <a:gd name="connsiteY1009" fmla="*/ 924880 h 3192694"/>
              <a:gd name="connsiteX1010" fmla="*/ 847168 w 8115305"/>
              <a:gd name="connsiteY1010" fmla="*/ 941720 h 3192694"/>
              <a:gd name="connsiteX1011" fmla="*/ 845358 w 8115305"/>
              <a:gd name="connsiteY1011" fmla="*/ 923612 h 3192694"/>
              <a:gd name="connsiteX1012" fmla="*/ 920865 w 8115305"/>
              <a:gd name="connsiteY1012" fmla="*/ 908221 h 3192694"/>
              <a:gd name="connsiteX1013" fmla="*/ 4065623 w 8115305"/>
              <a:gd name="connsiteY1013" fmla="*/ 901883 h 3192694"/>
              <a:gd name="connsiteX1014" fmla="*/ 4163043 w 8115305"/>
              <a:gd name="connsiteY1014" fmla="*/ 937737 h 3192694"/>
              <a:gd name="connsiteX1015" fmla="*/ 4070332 w 8115305"/>
              <a:gd name="connsiteY1015" fmla="*/ 976850 h 3192694"/>
              <a:gd name="connsiteX1016" fmla="*/ 3975086 w 8115305"/>
              <a:gd name="connsiteY1016" fmla="*/ 938098 h 3192694"/>
              <a:gd name="connsiteX1017" fmla="*/ 4065623 w 8115305"/>
              <a:gd name="connsiteY1017" fmla="*/ 901883 h 3192694"/>
              <a:gd name="connsiteX1018" fmla="*/ 6482282 w 8115305"/>
              <a:gd name="connsiteY1018" fmla="*/ 901161 h 3192694"/>
              <a:gd name="connsiteX1019" fmla="*/ 6583142 w 8115305"/>
              <a:gd name="connsiteY1019" fmla="*/ 925968 h 3192694"/>
              <a:gd name="connsiteX1020" fmla="*/ 6556525 w 8115305"/>
              <a:gd name="connsiteY1020" fmla="*/ 949507 h 3192694"/>
              <a:gd name="connsiteX1021" fmla="*/ 6454397 w 8115305"/>
              <a:gd name="connsiteY1021" fmla="*/ 923795 h 3192694"/>
              <a:gd name="connsiteX1022" fmla="*/ 6482282 w 8115305"/>
              <a:gd name="connsiteY1022" fmla="*/ 901161 h 3192694"/>
              <a:gd name="connsiteX1023" fmla="*/ 697409 w 8115305"/>
              <a:gd name="connsiteY1023" fmla="*/ 900798 h 3192694"/>
              <a:gd name="connsiteX1024" fmla="*/ 702843 w 8115305"/>
              <a:gd name="connsiteY1024" fmla="*/ 914016 h 3192694"/>
              <a:gd name="connsiteX1025" fmla="*/ 636387 w 8115305"/>
              <a:gd name="connsiteY1025" fmla="*/ 928141 h 3192694"/>
              <a:gd name="connsiteX1026" fmla="*/ 631497 w 8115305"/>
              <a:gd name="connsiteY1026" fmla="*/ 914740 h 3192694"/>
              <a:gd name="connsiteX1027" fmla="*/ 697409 w 8115305"/>
              <a:gd name="connsiteY1027" fmla="*/ 900798 h 3192694"/>
              <a:gd name="connsiteX1028" fmla="*/ 470874 w 8115305"/>
              <a:gd name="connsiteY1028" fmla="*/ 897357 h 3192694"/>
              <a:gd name="connsiteX1029" fmla="*/ 468340 w 8115305"/>
              <a:gd name="connsiteY1029" fmla="*/ 908402 h 3192694"/>
              <a:gd name="connsiteX1030" fmla="*/ 416009 w 8115305"/>
              <a:gd name="connsiteY1030" fmla="*/ 918181 h 3192694"/>
              <a:gd name="connsiteX1031" fmla="*/ 419087 w 8115305"/>
              <a:gd name="connsiteY1031" fmla="*/ 906953 h 3192694"/>
              <a:gd name="connsiteX1032" fmla="*/ 470874 w 8115305"/>
              <a:gd name="connsiteY1032" fmla="*/ 897357 h 3192694"/>
              <a:gd name="connsiteX1033" fmla="*/ 3822617 w 8115305"/>
              <a:gd name="connsiteY1033" fmla="*/ 892106 h 3192694"/>
              <a:gd name="connsiteX1034" fmla="*/ 3911888 w 8115305"/>
              <a:gd name="connsiteY1034" fmla="*/ 927597 h 3192694"/>
              <a:gd name="connsiteX1035" fmla="*/ 3813381 w 8115305"/>
              <a:gd name="connsiteY1035" fmla="*/ 965986 h 3192694"/>
              <a:gd name="connsiteX1036" fmla="*/ 3724472 w 8115305"/>
              <a:gd name="connsiteY1036" fmla="*/ 928321 h 3192694"/>
              <a:gd name="connsiteX1037" fmla="*/ 3822617 w 8115305"/>
              <a:gd name="connsiteY1037" fmla="*/ 892106 h 3192694"/>
              <a:gd name="connsiteX1038" fmla="*/ 6226603 w 8115305"/>
              <a:gd name="connsiteY1038" fmla="*/ 891201 h 3192694"/>
              <a:gd name="connsiteX1039" fmla="*/ 6334525 w 8115305"/>
              <a:gd name="connsiteY1039" fmla="*/ 917095 h 3192694"/>
              <a:gd name="connsiteX1040" fmla="*/ 6311167 w 8115305"/>
              <a:gd name="connsiteY1040" fmla="*/ 945163 h 3192694"/>
              <a:gd name="connsiteX1041" fmla="*/ 6198355 w 8115305"/>
              <a:gd name="connsiteY1041" fmla="*/ 917457 h 3192694"/>
              <a:gd name="connsiteX1042" fmla="*/ 6226603 w 8115305"/>
              <a:gd name="connsiteY1042" fmla="*/ 891201 h 3192694"/>
              <a:gd name="connsiteX1043" fmla="*/ 3589751 w 8115305"/>
              <a:gd name="connsiteY1043" fmla="*/ 885044 h 3192694"/>
              <a:gd name="connsiteX1044" fmla="*/ 3670873 w 8115305"/>
              <a:gd name="connsiteY1044" fmla="*/ 919630 h 3192694"/>
              <a:gd name="connsiteX1045" fmla="*/ 3568204 w 8115305"/>
              <a:gd name="connsiteY1045" fmla="*/ 958562 h 3192694"/>
              <a:gd name="connsiteX1046" fmla="*/ 3485633 w 8115305"/>
              <a:gd name="connsiteY1046" fmla="*/ 921259 h 3192694"/>
              <a:gd name="connsiteX1047" fmla="*/ 3589751 w 8115305"/>
              <a:gd name="connsiteY1047" fmla="*/ 885044 h 3192694"/>
              <a:gd name="connsiteX1048" fmla="*/ 5974180 w 8115305"/>
              <a:gd name="connsiteY1048" fmla="*/ 879432 h 3192694"/>
              <a:gd name="connsiteX1049" fmla="*/ 6086087 w 8115305"/>
              <a:gd name="connsiteY1049" fmla="*/ 907316 h 3192694"/>
              <a:gd name="connsiteX1050" fmla="*/ 6053493 w 8115305"/>
              <a:gd name="connsiteY1050" fmla="*/ 937013 h 3192694"/>
              <a:gd name="connsiteX1051" fmla="*/ 5939957 w 8115305"/>
              <a:gd name="connsiteY1051" fmla="*/ 908041 h 3192694"/>
              <a:gd name="connsiteX1052" fmla="*/ 5974180 w 8115305"/>
              <a:gd name="connsiteY1052" fmla="*/ 879432 h 3192694"/>
              <a:gd name="connsiteX1053" fmla="*/ 3359960 w 8115305"/>
              <a:gd name="connsiteY1053" fmla="*/ 876534 h 3192694"/>
              <a:gd name="connsiteX1054" fmla="*/ 3432392 w 8115305"/>
              <a:gd name="connsiteY1054" fmla="*/ 911301 h 3192694"/>
              <a:gd name="connsiteX1055" fmla="*/ 3321211 w 8115305"/>
              <a:gd name="connsiteY1055" fmla="*/ 947517 h 3192694"/>
              <a:gd name="connsiteX1056" fmla="*/ 3252763 w 8115305"/>
              <a:gd name="connsiteY1056" fmla="*/ 910214 h 3192694"/>
              <a:gd name="connsiteX1057" fmla="*/ 3359960 w 8115305"/>
              <a:gd name="connsiteY1057" fmla="*/ 876534 h 3192694"/>
              <a:gd name="connsiteX1058" fmla="*/ 5725017 w 8115305"/>
              <a:gd name="connsiteY1058" fmla="*/ 871644 h 3192694"/>
              <a:gd name="connsiteX1059" fmla="*/ 5833664 w 8115305"/>
              <a:gd name="connsiteY1059" fmla="*/ 900436 h 3192694"/>
              <a:gd name="connsiteX1060" fmla="*/ 5794371 w 8115305"/>
              <a:gd name="connsiteY1060" fmla="*/ 931582 h 3192694"/>
              <a:gd name="connsiteX1061" fmla="*/ 5680654 w 8115305"/>
              <a:gd name="connsiteY1061" fmla="*/ 900797 h 3192694"/>
              <a:gd name="connsiteX1062" fmla="*/ 5725017 w 8115305"/>
              <a:gd name="connsiteY1062" fmla="*/ 871644 h 3192694"/>
              <a:gd name="connsiteX1063" fmla="*/ 3127276 w 8115305"/>
              <a:gd name="connsiteY1063" fmla="*/ 871282 h 3192694"/>
              <a:gd name="connsiteX1064" fmla="*/ 3193732 w 8115305"/>
              <a:gd name="connsiteY1064" fmla="*/ 903512 h 3192694"/>
              <a:gd name="connsiteX1065" fmla="*/ 3088346 w 8115305"/>
              <a:gd name="connsiteY1065" fmla="*/ 938823 h 3192694"/>
              <a:gd name="connsiteX1066" fmla="*/ 3020803 w 8115305"/>
              <a:gd name="connsiteY1066" fmla="*/ 904237 h 3192694"/>
              <a:gd name="connsiteX1067" fmla="*/ 3127276 w 8115305"/>
              <a:gd name="connsiteY1067" fmla="*/ 871282 h 3192694"/>
              <a:gd name="connsiteX1068" fmla="*/ 2900389 w 8115305"/>
              <a:gd name="connsiteY1068" fmla="*/ 865487 h 3192694"/>
              <a:gd name="connsiteX1069" fmla="*/ 2958876 w 8115305"/>
              <a:gd name="connsiteY1069" fmla="*/ 897176 h 3192694"/>
              <a:gd name="connsiteX1070" fmla="*/ 2846267 w 8115305"/>
              <a:gd name="connsiteY1070" fmla="*/ 931399 h 3192694"/>
              <a:gd name="connsiteX1071" fmla="*/ 2788866 w 8115305"/>
              <a:gd name="connsiteY1071" fmla="*/ 898261 h 3192694"/>
              <a:gd name="connsiteX1072" fmla="*/ 2900389 w 8115305"/>
              <a:gd name="connsiteY1072" fmla="*/ 865487 h 3192694"/>
              <a:gd name="connsiteX1073" fmla="*/ 7600620 w 8115305"/>
              <a:gd name="connsiteY1073" fmla="*/ 863677 h 3192694"/>
              <a:gd name="connsiteX1074" fmla="*/ 7658382 w 8115305"/>
              <a:gd name="connsiteY1074" fmla="*/ 874905 h 3192694"/>
              <a:gd name="connsiteX1075" fmla="*/ 7658382 w 8115305"/>
              <a:gd name="connsiteY1075" fmla="*/ 886493 h 3192694"/>
              <a:gd name="connsiteX1076" fmla="*/ 7600620 w 8115305"/>
              <a:gd name="connsiteY1076" fmla="*/ 875991 h 3192694"/>
              <a:gd name="connsiteX1077" fmla="*/ 7600620 w 8115305"/>
              <a:gd name="connsiteY1077" fmla="*/ 863677 h 3192694"/>
              <a:gd name="connsiteX1078" fmla="*/ 5481830 w 8115305"/>
              <a:gd name="connsiteY1078" fmla="*/ 863314 h 3192694"/>
              <a:gd name="connsiteX1079" fmla="*/ 5596451 w 8115305"/>
              <a:gd name="connsiteY1079" fmla="*/ 895183 h 3192694"/>
              <a:gd name="connsiteX1080" fmla="*/ 5546657 w 8115305"/>
              <a:gd name="connsiteY1080" fmla="*/ 927053 h 3192694"/>
              <a:gd name="connsiteX1081" fmla="*/ 5430767 w 8115305"/>
              <a:gd name="connsiteY1081" fmla="*/ 893735 h 3192694"/>
              <a:gd name="connsiteX1082" fmla="*/ 5481830 w 8115305"/>
              <a:gd name="connsiteY1082" fmla="*/ 863314 h 3192694"/>
              <a:gd name="connsiteX1083" fmla="*/ 2677502 w 8115305"/>
              <a:gd name="connsiteY1083" fmla="*/ 856977 h 3192694"/>
              <a:gd name="connsiteX1084" fmla="*/ 2726393 w 8115305"/>
              <a:gd name="connsiteY1084" fmla="*/ 889390 h 3192694"/>
              <a:gd name="connsiteX1085" fmla="*/ 2613220 w 8115305"/>
              <a:gd name="connsiteY1085" fmla="*/ 920172 h 3192694"/>
              <a:gd name="connsiteX1086" fmla="*/ 2565958 w 8115305"/>
              <a:gd name="connsiteY1086" fmla="*/ 886311 h 3192694"/>
              <a:gd name="connsiteX1087" fmla="*/ 2677502 w 8115305"/>
              <a:gd name="connsiteY1087" fmla="*/ 856977 h 3192694"/>
              <a:gd name="connsiteX1088" fmla="*/ 5242446 w 8115305"/>
              <a:gd name="connsiteY1088" fmla="*/ 852993 h 3192694"/>
              <a:gd name="connsiteX1089" fmla="*/ 5353446 w 8115305"/>
              <a:gd name="connsiteY1089" fmla="*/ 885406 h 3192694"/>
              <a:gd name="connsiteX1090" fmla="*/ 5293691 w 8115305"/>
              <a:gd name="connsiteY1090" fmla="*/ 917819 h 3192694"/>
              <a:gd name="connsiteX1091" fmla="*/ 5183233 w 8115305"/>
              <a:gd name="connsiteY1091" fmla="*/ 883052 h 3192694"/>
              <a:gd name="connsiteX1092" fmla="*/ 5242446 w 8115305"/>
              <a:gd name="connsiteY1092" fmla="*/ 852993 h 3192694"/>
              <a:gd name="connsiteX1093" fmla="*/ 2440834 w 8115305"/>
              <a:gd name="connsiteY1093" fmla="*/ 852813 h 3192694"/>
              <a:gd name="connsiteX1094" fmla="*/ 2485196 w 8115305"/>
              <a:gd name="connsiteY1094" fmla="*/ 881424 h 3192694"/>
              <a:gd name="connsiteX1095" fmla="*/ 2374557 w 8115305"/>
              <a:gd name="connsiteY1095" fmla="*/ 911120 h 3192694"/>
              <a:gd name="connsiteX1096" fmla="*/ 2334541 w 8115305"/>
              <a:gd name="connsiteY1096" fmla="*/ 880517 h 3192694"/>
              <a:gd name="connsiteX1097" fmla="*/ 2440834 w 8115305"/>
              <a:gd name="connsiteY1097" fmla="*/ 852813 h 3192694"/>
              <a:gd name="connsiteX1098" fmla="*/ 7340773 w 8115305"/>
              <a:gd name="connsiteY1098" fmla="*/ 851364 h 3192694"/>
              <a:gd name="connsiteX1099" fmla="*/ 7410848 w 8115305"/>
              <a:gd name="connsiteY1099" fmla="*/ 865669 h 3192694"/>
              <a:gd name="connsiteX1100" fmla="*/ 7403968 w 8115305"/>
              <a:gd name="connsiteY1100" fmla="*/ 880155 h 3192694"/>
              <a:gd name="connsiteX1101" fmla="*/ 7333529 w 8115305"/>
              <a:gd name="connsiteY1101" fmla="*/ 864945 h 3192694"/>
              <a:gd name="connsiteX1102" fmla="*/ 7340773 w 8115305"/>
              <a:gd name="connsiteY1102" fmla="*/ 851364 h 3192694"/>
              <a:gd name="connsiteX1103" fmla="*/ 5007767 w 8115305"/>
              <a:gd name="connsiteY1103" fmla="*/ 845750 h 3192694"/>
              <a:gd name="connsiteX1104" fmla="*/ 5116414 w 8115305"/>
              <a:gd name="connsiteY1104" fmla="*/ 878888 h 3192694"/>
              <a:gd name="connsiteX1105" fmla="*/ 5050140 w 8115305"/>
              <a:gd name="connsiteY1105" fmla="*/ 912025 h 3192694"/>
              <a:gd name="connsiteX1106" fmla="*/ 4943303 w 8115305"/>
              <a:gd name="connsiteY1106" fmla="*/ 878344 h 3192694"/>
              <a:gd name="connsiteX1107" fmla="*/ 5007767 w 8115305"/>
              <a:gd name="connsiteY1107" fmla="*/ 845750 h 3192694"/>
              <a:gd name="connsiteX1108" fmla="*/ 2222634 w 8115305"/>
              <a:gd name="connsiteY1108" fmla="*/ 844482 h 3192694"/>
              <a:gd name="connsiteX1109" fmla="*/ 2258851 w 8115305"/>
              <a:gd name="connsiteY1109" fmla="*/ 872549 h 3192694"/>
              <a:gd name="connsiteX1110" fmla="*/ 2150203 w 8115305"/>
              <a:gd name="connsiteY1110" fmla="*/ 900254 h 3192694"/>
              <a:gd name="connsiteX1111" fmla="*/ 2113987 w 8115305"/>
              <a:gd name="connsiteY1111" fmla="*/ 871101 h 3192694"/>
              <a:gd name="connsiteX1112" fmla="*/ 2222634 w 8115305"/>
              <a:gd name="connsiteY1112" fmla="*/ 844482 h 3192694"/>
              <a:gd name="connsiteX1113" fmla="*/ 7091973 w 8115305"/>
              <a:gd name="connsiteY1113" fmla="*/ 842853 h 3192694"/>
              <a:gd name="connsiteX1114" fmla="*/ 7171103 w 8115305"/>
              <a:gd name="connsiteY1114" fmla="*/ 859151 h 3192694"/>
              <a:gd name="connsiteX1115" fmla="*/ 7163860 w 8115305"/>
              <a:gd name="connsiteY1115" fmla="*/ 875991 h 3192694"/>
              <a:gd name="connsiteX1116" fmla="*/ 7083823 w 8115305"/>
              <a:gd name="connsiteY1116" fmla="*/ 859331 h 3192694"/>
              <a:gd name="connsiteX1117" fmla="*/ 7091973 w 8115305"/>
              <a:gd name="connsiteY1117" fmla="*/ 842853 h 3192694"/>
              <a:gd name="connsiteX1118" fmla="*/ 1998276 w 8115305"/>
              <a:gd name="connsiteY1118" fmla="*/ 840499 h 3192694"/>
              <a:gd name="connsiteX1119" fmla="*/ 2030509 w 8115305"/>
              <a:gd name="connsiteY1119" fmla="*/ 865306 h 3192694"/>
              <a:gd name="connsiteX1120" fmla="*/ 1925120 w 8115305"/>
              <a:gd name="connsiteY1120" fmla="*/ 891381 h 3192694"/>
              <a:gd name="connsiteX1121" fmla="*/ 1895063 w 8115305"/>
              <a:gd name="connsiteY1121" fmla="*/ 866394 h 3192694"/>
              <a:gd name="connsiteX1122" fmla="*/ 1998276 w 8115305"/>
              <a:gd name="connsiteY1122" fmla="*/ 840499 h 3192694"/>
              <a:gd name="connsiteX1123" fmla="*/ 4774180 w 8115305"/>
              <a:gd name="connsiteY1123" fmla="*/ 835066 h 3192694"/>
              <a:gd name="connsiteX1124" fmla="*/ 4881015 w 8115305"/>
              <a:gd name="connsiteY1124" fmla="*/ 869471 h 3192694"/>
              <a:gd name="connsiteX1125" fmla="*/ 4808584 w 8115305"/>
              <a:gd name="connsiteY1125" fmla="*/ 904056 h 3192694"/>
              <a:gd name="connsiteX1126" fmla="*/ 4699937 w 8115305"/>
              <a:gd name="connsiteY1126" fmla="*/ 869108 h 3192694"/>
              <a:gd name="connsiteX1127" fmla="*/ 4774180 w 8115305"/>
              <a:gd name="connsiteY1127" fmla="*/ 835066 h 3192694"/>
              <a:gd name="connsiteX1128" fmla="*/ 1783518 w 8115305"/>
              <a:gd name="connsiteY1128" fmla="*/ 833256 h 3192694"/>
              <a:gd name="connsiteX1129" fmla="*/ 1810138 w 8115305"/>
              <a:gd name="connsiteY1129" fmla="*/ 856253 h 3192694"/>
              <a:gd name="connsiteX1130" fmla="*/ 1708555 w 8115305"/>
              <a:gd name="connsiteY1130" fmla="*/ 880336 h 3192694"/>
              <a:gd name="connsiteX1131" fmla="*/ 1683202 w 8115305"/>
              <a:gd name="connsiteY1131" fmla="*/ 856434 h 3192694"/>
              <a:gd name="connsiteX1132" fmla="*/ 1783518 w 8115305"/>
              <a:gd name="connsiteY1132" fmla="*/ 833256 h 3192694"/>
              <a:gd name="connsiteX1133" fmla="*/ 6840273 w 8115305"/>
              <a:gd name="connsiteY1133" fmla="*/ 831263 h 3192694"/>
              <a:gd name="connsiteX1134" fmla="*/ 6929182 w 8115305"/>
              <a:gd name="connsiteY1134" fmla="*/ 850276 h 3192694"/>
              <a:gd name="connsiteX1135" fmla="*/ 6914334 w 8115305"/>
              <a:gd name="connsiteY1135" fmla="*/ 868383 h 3192694"/>
              <a:gd name="connsiteX1136" fmla="*/ 6827959 w 8115305"/>
              <a:gd name="connsiteY1136" fmla="*/ 850276 h 3192694"/>
              <a:gd name="connsiteX1137" fmla="*/ 6840273 w 8115305"/>
              <a:gd name="connsiteY1137" fmla="*/ 831263 h 3192694"/>
              <a:gd name="connsiteX1138" fmla="*/ 1565685 w 8115305"/>
              <a:gd name="connsiteY1138" fmla="*/ 828730 h 3192694"/>
              <a:gd name="connsiteX1139" fmla="*/ 1583792 w 8115305"/>
              <a:gd name="connsiteY1139" fmla="*/ 850278 h 3192694"/>
              <a:gd name="connsiteX1140" fmla="*/ 1487641 w 8115305"/>
              <a:gd name="connsiteY1140" fmla="*/ 871827 h 3192694"/>
              <a:gd name="connsiteX1141" fmla="*/ 1470619 w 8115305"/>
              <a:gd name="connsiteY1141" fmla="*/ 849554 h 3192694"/>
              <a:gd name="connsiteX1142" fmla="*/ 1565685 w 8115305"/>
              <a:gd name="connsiteY1142" fmla="*/ 828730 h 3192694"/>
              <a:gd name="connsiteX1143" fmla="*/ 4533527 w 8115305"/>
              <a:gd name="connsiteY1143" fmla="*/ 828547 h 3192694"/>
              <a:gd name="connsiteX1144" fmla="*/ 4638190 w 8115305"/>
              <a:gd name="connsiteY1144" fmla="*/ 861865 h 3192694"/>
              <a:gd name="connsiteX1145" fmla="*/ 4561050 w 8115305"/>
              <a:gd name="connsiteY1145" fmla="*/ 898081 h 3192694"/>
              <a:gd name="connsiteX1146" fmla="*/ 4455845 w 8115305"/>
              <a:gd name="connsiteY1146" fmla="*/ 863133 h 3192694"/>
              <a:gd name="connsiteX1147" fmla="*/ 4533527 w 8115305"/>
              <a:gd name="connsiteY1147" fmla="*/ 828547 h 3192694"/>
              <a:gd name="connsiteX1148" fmla="*/ 6597269 w 8115305"/>
              <a:gd name="connsiteY1148" fmla="*/ 822753 h 3192694"/>
              <a:gd name="connsiteX1149" fmla="*/ 6692878 w 8115305"/>
              <a:gd name="connsiteY1149" fmla="*/ 843033 h 3192694"/>
              <a:gd name="connsiteX1150" fmla="*/ 6676036 w 8115305"/>
              <a:gd name="connsiteY1150" fmla="*/ 865487 h 3192694"/>
              <a:gd name="connsiteX1151" fmla="*/ 6579703 w 8115305"/>
              <a:gd name="connsiteY1151" fmla="*/ 843758 h 3192694"/>
              <a:gd name="connsiteX1152" fmla="*/ 6597269 w 8115305"/>
              <a:gd name="connsiteY1152" fmla="*/ 822753 h 3192694"/>
              <a:gd name="connsiteX1153" fmla="*/ 1353279 w 8115305"/>
              <a:gd name="connsiteY1153" fmla="*/ 822392 h 3192694"/>
              <a:gd name="connsiteX1154" fmla="*/ 1366860 w 8115305"/>
              <a:gd name="connsiteY1154" fmla="*/ 840499 h 3192694"/>
              <a:gd name="connsiteX1155" fmla="*/ 1279037 w 8115305"/>
              <a:gd name="connsiteY1155" fmla="*/ 859693 h 3192694"/>
              <a:gd name="connsiteX1156" fmla="*/ 1266000 w 8115305"/>
              <a:gd name="connsiteY1156" fmla="*/ 840499 h 3192694"/>
              <a:gd name="connsiteX1157" fmla="*/ 1353279 w 8115305"/>
              <a:gd name="connsiteY1157" fmla="*/ 822392 h 3192694"/>
              <a:gd name="connsiteX1158" fmla="*/ 4305549 w 8115305"/>
              <a:gd name="connsiteY1158" fmla="*/ 819312 h 3192694"/>
              <a:gd name="connsiteX1159" fmla="*/ 4405504 w 8115305"/>
              <a:gd name="connsiteY1159" fmla="*/ 853174 h 3192694"/>
              <a:gd name="connsiteX1160" fmla="*/ 4322389 w 8115305"/>
              <a:gd name="connsiteY1160" fmla="*/ 889389 h 3192694"/>
              <a:gd name="connsiteX1161" fmla="*/ 4222073 w 8115305"/>
              <a:gd name="connsiteY1161" fmla="*/ 853174 h 3192694"/>
              <a:gd name="connsiteX1162" fmla="*/ 4305549 w 8115305"/>
              <a:gd name="connsiteY1162" fmla="*/ 819312 h 3192694"/>
              <a:gd name="connsiteX1163" fmla="*/ 1123676 w 8115305"/>
              <a:gd name="connsiteY1163" fmla="*/ 818045 h 3192694"/>
              <a:gd name="connsiteX1164" fmla="*/ 1138701 w 8115305"/>
              <a:gd name="connsiteY1164" fmla="*/ 834160 h 3192694"/>
              <a:gd name="connsiteX1165" fmla="*/ 1060296 w 8115305"/>
              <a:gd name="connsiteY1165" fmla="*/ 851363 h 3192694"/>
              <a:gd name="connsiteX1166" fmla="*/ 1045812 w 8115305"/>
              <a:gd name="connsiteY1166" fmla="*/ 835065 h 3192694"/>
              <a:gd name="connsiteX1167" fmla="*/ 1123676 w 8115305"/>
              <a:gd name="connsiteY1167" fmla="*/ 818045 h 3192694"/>
              <a:gd name="connsiteX1168" fmla="*/ 4078477 w 8115305"/>
              <a:gd name="connsiteY1168" fmla="*/ 813337 h 3192694"/>
              <a:gd name="connsiteX1169" fmla="*/ 4174810 w 8115305"/>
              <a:gd name="connsiteY1169" fmla="*/ 846111 h 3192694"/>
              <a:gd name="connsiteX1170" fmla="*/ 4084271 w 8115305"/>
              <a:gd name="connsiteY1170" fmla="*/ 882327 h 3192694"/>
              <a:gd name="connsiteX1171" fmla="*/ 3990474 w 8115305"/>
              <a:gd name="connsiteY1171" fmla="*/ 847018 h 3192694"/>
              <a:gd name="connsiteX1172" fmla="*/ 4078477 w 8115305"/>
              <a:gd name="connsiteY1172" fmla="*/ 813337 h 3192694"/>
              <a:gd name="connsiteX1173" fmla="*/ 916521 w 8115305"/>
              <a:gd name="connsiteY1173" fmla="*/ 811526 h 3192694"/>
              <a:gd name="connsiteX1174" fmla="*/ 925573 w 8115305"/>
              <a:gd name="connsiteY1174" fmla="*/ 825288 h 3192694"/>
              <a:gd name="connsiteX1175" fmla="*/ 853140 w 8115305"/>
              <a:gd name="connsiteY1175" fmla="*/ 840136 h 3192694"/>
              <a:gd name="connsiteX1176" fmla="*/ 845358 w 8115305"/>
              <a:gd name="connsiteY1176" fmla="*/ 826013 h 3192694"/>
              <a:gd name="connsiteX1177" fmla="*/ 916521 w 8115305"/>
              <a:gd name="connsiteY1177" fmla="*/ 811526 h 3192694"/>
              <a:gd name="connsiteX1178" fmla="*/ 6347924 w 8115305"/>
              <a:gd name="connsiteY1178" fmla="*/ 811344 h 3192694"/>
              <a:gd name="connsiteX1179" fmla="*/ 6448784 w 8115305"/>
              <a:gd name="connsiteY1179" fmla="*/ 834705 h 3192694"/>
              <a:gd name="connsiteX1180" fmla="*/ 6423614 w 8115305"/>
              <a:gd name="connsiteY1180" fmla="*/ 858788 h 3192694"/>
              <a:gd name="connsiteX1181" fmla="*/ 6321486 w 8115305"/>
              <a:gd name="connsiteY1181" fmla="*/ 834705 h 3192694"/>
              <a:gd name="connsiteX1182" fmla="*/ 6347924 w 8115305"/>
              <a:gd name="connsiteY1182" fmla="*/ 811344 h 3192694"/>
              <a:gd name="connsiteX1183" fmla="*/ 702302 w 8115305"/>
              <a:gd name="connsiteY1183" fmla="*/ 808447 h 3192694"/>
              <a:gd name="connsiteX1184" fmla="*/ 706466 w 8115305"/>
              <a:gd name="connsiteY1184" fmla="*/ 819492 h 3192694"/>
              <a:gd name="connsiteX1185" fmla="*/ 648702 w 8115305"/>
              <a:gd name="connsiteY1185" fmla="*/ 831264 h 3192694"/>
              <a:gd name="connsiteX1186" fmla="*/ 644719 w 8115305"/>
              <a:gd name="connsiteY1186" fmla="*/ 819311 h 3192694"/>
              <a:gd name="connsiteX1187" fmla="*/ 702302 w 8115305"/>
              <a:gd name="connsiteY1187" fmla="*/ 808447 h 3192694"/>
              <a:gd name="connsiteX1188" fmla="*/ 6112704 w 8115305"/>
              <a:gd name="connsiteY1188" fmla="*/ 804464 h 3192694"/>
              <a:gd name="connsiteX1189" fmla="*/ 6215375 w 8115305"/>
              <a:gd name="connsiteY1189" fmla="*/ 828367 h 3192694"/>
              <a:gd name="connsiteX1190" fmla="*/ 6188937 w 8115305"/>
              <a:gd name="connsiteY1190" fmla="*/ 853717 h 3192694"/>
              <a:gd name="connsiteX1191" fmla="*/ 6081739 w 8115305"/>
              <a:gd name="connsiteY1191" fmla="*/ 828186 h 3192694"/>
              <a:gd name="connsiteX1192" fmla="*/ 6112704 w 8115305"/>
              <a:gd name="connsiteY1192" fmla="*/ 804464 h 3192694"/>
              <a:gd name="connsiteX1193" fmla="*/ 3861547 w 8115305"/>
              <a:gd name="connsiteY1193" fmla="*/ 803560 h 3192694"/>
              <a:gd name="connsiteX1194" fmla="*/ 3947559 w 8115305"/>
              <a:gd name="connsiteY1194" fmla="*/ 838146 h 3192694"/>
              <a:gd name="connsiteX1195" fmla="*/ 3849958 w 8115305"/>
              <a:gd name="connsiteY1195" fmla="*/ 872732 h 3192694"/>
              <a:gd name="connsiteX1196" fmla="*/ 3764309 w 8115305"/>
              <a:gd name="connsiteY1196" fmla="*/ 836516 h 3192694"/>
              <a:gd name="connsiteX1197" fmla="*/ 3861547 w 8115305"/>
              <a:gd name="connsiteY1197" fmla="*/ 803560 h 3192694"/>
              <a:gd name="connsiteX1198" fmla="*/ 496585 w 8115305"/>
              <a:gd name="connsiteY1198" fmla="*/ 802472 h 3192694"/>
              <a:gd name="connsiteX1199" fmla="*/ 496765 w 8115305"/>
              <a:gd name="connsiteY1199" fmla="*/ 810802 h 3192694"/>
              <a:gd name="connsiteX1200" fmla="*/ 452221 w 8115305"/>
              <a:gd name="connsiteY1200" fmla="*/ 819494 h 3192694"/>
              <a:gd name="connsiteX1201" fmla="*/ 452221 w 8115305"/>
              <a:gd name="connsiteY1201" fmla="*/ 810439 h 3192694"/>
              <a:gd name="connsiteX1202" fmla="*/ 496585 w 8115305"/>
              <a:gd name="connsiteY1202" fmla="*/ 802472 h 3192694"/>
              <a:gd name="connsiteX1203" fmla="*/ 3638642 w 8115305"/>
              <a:gd name="connsiteY1203" fmla="*/ 798851 h 3192694"/>
              <a:gd name="connsiteX1204" fmla="*/ 3720850 w 8115305"/>
              <a:gd name="connsiteY1204" fmla="*/ 831625 h 3192694"/>
              <a:gd name="connsiteX1205" fmla="*/ 3619266 w 8115305"/>
              <a:gd name="connsiteY1205" fmla="*/ 866212 h 3192694"/>
              <a:gd name="connsiteX1206" fmla="*/ 3539229 w 8115305"/>
              <a:gd name="connsiteY1206" fmla="*/ 833256 h 3192694"/>
              <a:gd name="connsiteX1207" fmla="*/ 3638642 w 8115305"/>
              <a:gd name="connsiteY1207" fmla="*/ 798851 h 3192694"/>
              <a:gd name="connsiteX1208" fmla="*/ 5875674 w 8115305"/>
              <a:gd name="connsiteY1208" fmla="*/ 793599 h 3192694"/>
              <a:gd name="connsiteX1209" fmla="*/ 5984321 w 8115305"/>
              <a:gd name="connsiteY1209" fmla="*/ 820399 h 3192694"/>
              <a:gd name="connsiteX1210" fmla="*/ 5948105 w 8115305"/>
              <a:gd name="connsiteY1210" fmla="*/ 846838 h 3192694"/>
              <a:gd name="connsiteX1211" fmla="*/ 5838010 w 8115305"/>
              <a:gd name="connsiteY1211" fmla="*/ 819131 h 3192694"/>
              <a:gd name="connsiteX1212" fmla="*/ 5875674 w 8115305"/>
              <a:gd name="connsiteY1212" fmla="*/ 793599 h 3192694"/>
              <a:gd name="connsiteX1213" fmla="*/ 3422434 w 8115305"/>
              <a:gd name="connsiteY1213" fmla="*/ 790703 h 3192694"/>
              <a:gd name="connsiteX1214" fmla="*/ 3497038 w 8115305"/>
              <a:gd name="connsiteY1214" fmla="*/ 822392 h 3192694"/>
              <a:gd name="connsiteX1215" fmla="*/ 3390565 w 8115305"/>
              <a:gd name="connsiteY1215" fmla="*/ 856435 h 3192694"/>
              <a:gd name="connsiteX1216" fmla="*/ 3318133 w 8115305"/>
              <a:gd name="connsiteY1216" fmla="*/ 822392 h 3192694"/>
              <a:gd name="connsiteX1217" fmla="*/ 3422434 w 8115305"/>
              <a:gd name="connsiteY1217" fmla="*/ 790703 h 3192694"/>
              <a:gd name="connsiteX1218" fmla="*/ 7655848 w 8115305"/>
              <a:gd name="connsiteY1218" fmla="*/ 788529 h 3192694"/>
              <a:gd name="connsiteX1219" fmla="*/ 7700392 w 8115305"/>
              <a:gd name="connsiteY1219" fmla="*/ 797038 h 3192694"/>
              <a:gd name="connsiteX1220" fmla="*/ 7700392 w 8115305"/>
              <a:gd name="connsiteY1220" fmla="*/ 805369 h 3192694"/>
              <a:gd name="connsiteX1221" fmla="*/ 7651863 w 8115305"/>
              <a:gd name="connsiteY1221" fmla="*/ 796133 h 3192694"/>
              <a:gd name="connsiteX1222" fmla="*/ 7655848 w 8115305"/>
              <a:gd name="connsiteY1222" fmla="*/ 788529 h 3192694"/>
              <a:gd name="connsiteX1223" fmla="*/ 5648240 w 8115305"/>
              <a:gd name="connsiteY1223" fmla="*/ 785994 h 3192694"/>
              <a:gd name="connsiteX1224" fmla="*/ 5757069 w 8115305"/>
              <a:gd name="connsiteY1224" fmla="*/ 813881 h 3192694"/>
              <a:gd name="connsiteX1225" fmla="*/ 5711980 w 8115305"/>
              <a:gd name="connsiteY1225" fmla="*/ 842853 h 3192694"/>
              <a:gd name="connsiteX1226" fmla="*/ 5601885 w 8115305"/>
              <a:gd name="connsiteY1226" fmla="*/ 813881 h 3192694"/>
              <a:gd name="connsiteX1227" fmla="*/ 5648240 w 8115305"/>
              <a:gd name="connsiteY1227" fmla="*/ 785994 h 3192694"/>
              <a:gd name="connsiteX1228" fmla="*/ 3199709 w 8115305"/>
              <a:gd name="connsiteY1228" fmla="*/ 785451 h 3192694"/>
              <a:gd name="connsiteX1229" fmla="*/ 3265983 w 8115305"/>
              <a:gd name="connsiteY1229" fmla="*/ 816777 h 3192694"/>
              <a:gd name="connsiteX1230" fmla="*/ 3155887 w 8115305"/>
              <a:gd name="connsiteY1230" fmla="*/ 849732 h 3192694"/>
              <a:gd name="connsiteX1231" fmla="*/ 3091063 w 8115305"/>
              <a:gd name="connsiteY1231" fmla="*/ 816777 h 3192694"/>
              <a:gd name="connsiteX1232" fmla="*/ 3199709 w 8115305"/>
              <a:gd name="connsiteY1232" fmla="*/ 785451 h 3192694"/>
              <a:gd name="connsiteX1233" fmla="*/ 2988210 w 8115305"/>
              <a:gd name="connsiteY1233" fmla="*/ 777665 h 3192694"/>
              <a:gd name="connsiteX1234" fmla="*/ 3044887 w 8115305"/>
              <a:gd name="connsiteY1234" fmla="*/ 809898 h 3192694"/>
              <a:gd name="connsiteX1235" fmla="*/ 2933162 w 8115305"/>
              <a:gd name="connsiteY1235" fmla="*/ 839775 h 3192694"/>
              <a:gd name="connsiteX1236" fmla="*/ 2877933 w 8115305"/>
              <a:gd name="connsiteY1236" fmla="*/ 806276 h 3192694"/>
              <a:gd name="connsiteX1237" fmla="*/ 2988210 w 8115305"/>
              <a:gd name="connsiteY1237" fmla="*/ 777665 h 3192694"/>
              <a:gd name="connsiteX1238" fmla="*/ 7405780 w 8115305"/>
              <a:gd name="connsiteY1238" fmla="*/ 776941 h 3192694"/>
              <a:gd name="connsiteX1239" fmla="*/ 7466259 w 8115305"/>
              <a:gd name="connsiteY1239" fmla="*/ 788168 h 3192694"/>
              <a:gd name="connsiteX1240" fmla="*/ 7464810 w 8115305"/>
              <a:gd name="connsiteY1240" fmla="*/ 799214 h 3192694"/>
              <a:gd name="connsiteX1241" fmla="*/ 7403788 w 8115305"/>
              <a:gd name="connsiteY1241" fmla="*/ 787986 h 3192694"/>
              <a:gd name="connsiteX1242" fmla="*/ 7405780 w 8115305"/>
              <a:gd name="connsiteY1242" fmla="*/ 776941 h 3192694"/>
              <a:gd name="connsiteX1243" fmla="*/ 5419178 w 8115305"/>
              <a:gd name="connsiteY1243" fmla="*/ 776758 h 3192694"/>
              <a:gd name="connsiteX1244" fmla="*/ 5527824 w 8115305"/>
              <a:gd name="connsiteY1244" fmla="*/ 805731 h 3192694"/>
              <a:gd name="connsiteX1245" fmla="*/ 5476398 w 8115305"/>
              <a:gd name="connsiteY1245" fmla="*/ 834886 h 3192694"/>
              <a:gd name="connsiteX1246" fmla="*/ 5367752 w 8115305"/>
              <a:gd name="connsiteY1246" fmla="*/ 804645 h 3192694"/>
              <a:gd name="connsiteX1247" fmla="*/ 5419178 w 8115305"/>
              <a:gd name="connsiteY1247" fmla="*/ 776758 h 3192694"/>
              <a:gd name="connsiteX1248" fmla="*/ 2773653 w 8115305"/>
              <a:gd name="connsiteY1248" fmla="*/ 773863 h 3192694"/>
              <a:gd name="connsiteX1249" fmla="*/ 2823813 w 8115305"/>
              <a:gd name="connsiteY1249" fmla="*/ 802835 h 3192694"/>
              <a:gd name="connsiteX1250" fmla="*/ 2715346 w 8115305"/>
              <a:gd name="connsiteY1250" fmla="*/ 831988 h 3192694"/>
              <a:gd name="connsiteX1251" fmla="*/ 2663923 w 8115305"/>
              <a:gd name="connsiteY1251" fmla="*/ 802472 h 3192694"/>
              <a:gd name="connsiteX1252" fmla="*/ 2773653 w 8115305"/>
              <a:gd name="connsiteY1252" fmla="*/ 773863 h 3192694"/>
              <a:gd name="connsiteX1253" fmla="*/ 5187217 w 8115305"/>
              <a:gd name="connsiteY1253" fmla="*/ 769336 h 3192694"/>
              <a:gd name="connsiteX1254" fmla="*/ 5295864 w 8115305"/>
              <a:gd name="connsiteY1254" fmla="*/ 798850 h 3192694"/>
              <a:gd name="connsiteX1255" fmla="*/ 5239729 w 8115305"/>
              <a:gd name="connsiteY1255" fmla="*/ 830903 h 3192694"/>
              <a:gd name="connsiteX1256" fmla="*/ 5126917 w 8115305"/>
              <a:gd name="connsiteY1256" fmla="*/ 799214 h 3192694"/>
              <a:gd name="connsiteX1257" fmla="*/ 5187217 w 8115305"/>
              <a:gd name="connsiteY1257" fmla="*/ 769336 h 3192694"/>
              <a:gd name="connsiteX1258" fmla="*/ 7169836 w 8115305"/>
              <a:gd name="connsiteY1258" fmla="*/ 768793 h 3192694"/>
              <a:gd name="connsiteX1259" fmla="*/ 7241906 w 8115305"/>
              <a:gd name="connsiteY1259" fmla="*/ 782735 h 3192694"/>
              <a:gd name="connsiteX1260" fmla="*/ 7233575 w 8115305"/>
              <a:gd name="connsiteY1260" fmla="*/ 796497 h 3192694"/>
              <a:gd name="connsiteX1261" fmla="*/ 7161144 w 8115305"/>
              <a:gd name="connsiteY1261" fmla="*/ 781467 h 3192694"/>
              <a:gd name="connsiteX1262" fmla="*/ 7169836 w 8115305"/>
              <a:gd name="connsiteY1262" fmla="*/ 768793 h 3192694"/>
              <a:gd name="connsiteX1263" fmla="*/ 2563240 w 8115305"/>
              <a:gd name="connsiteY1263" fmla="*/ 766257 h 3192694"/>
              <a:gd name="connsiteX1264" fmla="*/ 2609596 w 8115305"/>
              <a:gd name="connsiteY1264" fmla="*/ 793056 h 3192694"/>
              <a:gd name="connsiteX1265" fmla="*/ 2500950 w 8115305"/>
              <a:gd name="connsiteY1265" fmla="*/ 822209 h 3192694"/>
              <a:gd name="connsiteX1266" fmla="*/ 2454593 w 8115305"/>
              <a:gd name="connsiteY1266" fmla="*/ 793600 h 3192694"/>
              <a:gd name="connsiteX1267" fmla="*/ 2563240 w 8115305"/>
              <a:gd name="connsiteY1267" fmla="*/ 766257 h 3192694"/>
              <a:gd name="connsiteX1268" fmla="*/ 2352470 w 8115305"/>
              <a:gd name="connsiteY1268" fmla="*/ 762817 h 3192694"/>
              <a:gd name="connsiteX1269" fmla="*/ 2389949 w 8115305"/>
              <a:gd name="connsiteY1269" fmla="*/ 788529 h 3192694"/>
              <a:gd name="connsiteX1270" fmla="*/ 2284020 w 8115305"/>
              <a:gd name="connsiteY1270" fmla="*/ 815149 h 3192694"/>
              <a:gd name="connsiteX1271" fmla="*/ 2247803 w 8115305"/>
              <a:gd name="connsiteY1271" fmla="*/ 788529 h 3192694"/>
              <a:gd name="connsiteX1272" fmla="*/ 2352470 w 8115305"/>
              <a:gd name="connsiteY1272" fmla="*/ 762817 h 3192694"/>
              <a:gd name="connsiteX1273" fmla="*/ 4962138 w 8115305"/>
              <a:gd name="connsiteY1273" fmla="*/ 760825 h 3192694"/>
              <a:gd name="connsiteX1274" fmla="*/ 5070965 w 8115305"/>
              <a:gd name="connsiteY1274" fmla="*/ 790341 h 3192694"/>
              <a:gd name="connsiteX1275" fmla="*/ 5008313 w 8115305"/>
              <a:gd name="connsiteY1275" fmla="*/ 822754 h 3192694"/>
              <a:gd name="connsiteX1276" fmla="*/ 4898399 w 8115305"/>
              <a:gd name="connsiteY1276" fmla="*/ 791426 h 3192694"/>
              <a:gd name="connsiteX1277" fmla="*/ 4962138 w 8115305"/>
              <a:gd name="connsiteY1277" fmla="*/ 760825 h 3192694"/>
              <a:gd name="connsiteX1278" fmla="*/ 6927011 w 8115305"/>
              <a:gd name="connsiteY1278" fmla="*/ 758108 h 3192694"/>
              <a:gd name="connsiteX1279" fmla="*/ 7005055 w 8115305"/>
              <a:gd name="connsiteY1279" fmla="*/ 774767 h 3192694"/>
              <a:gd name="connsiteX1280" fmla="*/ 6989845 w 8115305"/>
              <a:gd name="connsiteY1280" fmla="*/ 790519 h 3192694"/>
              <a:gd name="connsiteX1281" fmla="*/ 6911076 w 8115305"/>
              <a:gd name="connsiteY1281" fmla="*/ 773499 h 3192694"/>
              <a:gd name="connsiteX1282" fmla="*/ 6927011 w 8115305"/>
              <a:gd name="connsiteY1282" fmla="*/ 758108 h 3192694"/>
              <a:gd name="connsiteX1283" fmla="*/ 2146764 w 8115305"/>
              <a:gd name="connsiteY1283" fmla="*/ 755573 h 3192694"/>
              <a:gd name="connsiteX1284" fmla="*/ 2180621 w 8115305"/>
              <a:gd name="connsiteY1284" fmla="*/ 779294 h 3192694"/>
              <a:gd name="connsiteX1285" fmla="*/ 2074329 w 8115305"/>
              <a:gd name="connsiteY1285" fmla="*/ 804464 h 3192694"/>
              <a:gd name="connsiteX1286" fmla="*/ 2043909 w 8115305"/>
              <a:gd name="connsiteY1286" fmla="*/ 778750 h 3192694"/>
              <a:gd name="connsiteX1287" fmla="*/ 2146764 w 8115305"/>
              <a:gd name="connsiteY1287" fmla="*/ 755573 h 3192694"/>
              <a:gd name="connsiteX1288" fmla="*/ 4745933 w 8115305"/>
              <a:gd name="connsiteY1288" fmla="*/ 754307 h 3192694"/>
              <a:gd name="connsiteX1289" fmla="*/ 4850414 w 8115305"/>
              <a:gd name="connsiteY1289" fmla="*/ 785815 h 3192694"/>
              <a:gd name="connsiteX1290" fmla="*/ 4777983 w 8115305"/>
              <a:gd name="connsiteY1290" fmla="*/ 817685 h 3192694"/>
              <a:gd name="connsiteX1291" fmla="*/ 4673501 w 8115305"/>
              <a:gd name="connsiteY1291" fmla="*/ 784728 h 3192694"/>
              <a:gd name="connsiteX1292" fmla="*/ 4745933 w 8115305"/>
              <a:gd name="connsiteY1292" fmla="*/ 754307 h 3192694"/>
              <a:gd name="connsiteX1293" fmla="*/ 1929469 w 8115305"/>
              <a:gd name="connsiteY1293" fmla="*/ 752314 h 3192694"/>
              <a:gd name="connsiteX1294" fmla="*/ 1958077 w 8115305"/>
              <a:gd name="connsiteY1294" fmla="*/ 773500 h 3192694"/>
              <a:gd name="connsiteX1295" fmla="*/ 1858486 w 8115305"/>
              <a:gd name="connsiteY1295" fmla="*/ 796678 h 3192694"/>
              <a:gd name="connsiteX1296" fmla="*/ 1831326 w 8115305"/>
              <a:gd name="connsiteY1296" fmla="*/ 774768 h 3192694"/>
              <a:gd name="connsiteX1297" fmla="*/ 1929469 w 8115305"/>
              <a:gd name="connsiteY1297" fmla="*/ 752314 h 3192694"/>
              <a:gd name="connsiteX1298" fmla="*/ 6691791 w 8115305"/>
              <a:gd name="connsiteY1298" fmla="*/ 750322 h 3192694"/>
              <a:gd name="connsiteX1299" fmla="*/ 6780338 w 8115305"/>
              <a:gd name="connsiteY1299" fmla="*/ 768429 h 3192694"/>
              <a:gd name="connsiteX1300" fmla="*/ 6765490 w 8115305"/>
              <a:gd name="connsiteY1300" fmla="*/ 787805 h 3192694"/>
              <a:gd name="connsiteX1301" fmla="*/ 6676400 w 8115305"/>
              <a:gd name="connsiteY1301" fmla="*/ 769697 h 3192694"/>
              <a:gd name="connsiteX1302" fmla="*/ 6691791 w 8115305"/>
              <a:gd name="connsiteY1302" fmla="*/ 750322 h 3192694"/>
              <a:gd name="connsiteX1303" fmla="*/ 1722496 w 8115305"/>
              <a:gd name="connsiteY1303" fmla="*/ 748875 h 3192694"/>
              <a:gd name="connsiteX1304" fmla="*/ 1742416 w 8115305"/>
              <a:gd name="connsiteY1304" fmla="*/ 769336 h 3192694"/>
              <a:gd name="connsiteX1305" fmla="*/ 1651877 w 8115305"/>
              <a:gd name="connsiteY1305" fmla="*/ 788892 h 3192694"/>
              <a:gd name="connsiteX1306" fmla="*/ 1633768 w 8115305"/>
              <a:gd name="connsiteY1306" fmla="*/ 767887 h 3192694"/>
              <a:gd name="connsiteX1307" fmla="*/ 1722496 w 8115305"/>
              <a:gd name="connsiteY1307" fmla="*/ 748875 h 3192694"/>
              <a:gd name="connsiteX1308" fmla="*/ 4528456 w 8115305"/>
              <a:gd name="connsiteY1308" fmla="*/ 744891 h 3192694"/>
              <a:gd name="connsiteX1309" fmla="*/ 4631671 w 8115305"/>
              <a:gd name="connsiteY1309" fmla="*/ 777121 h 3192694"/>
              <a:gd name="connsiteX1310" fmla="*/ 4551634 w 8115305"/>
              <a:gd name="connsiteY1310" fmla="*/ 810440 h 3192694"/>
              <a:gd name="connsiteX1311" fmla="*/ 4447877 w 8115305"/>
              <a:gd name="connsiteY1311" fmla="*/ 776580 h 3192694"/>
              <a:gd name="connsiteX1312" fmla="*/ 4528456 w 8115305"/>
              <a:gd name="connsiteY1312" fmla="*/ 744891 h 3192694"/>
              <a:gd name="connsiteX1313" fmla="*/ 6469427 w 8115305"/>
              <a:gd name="connsiteY1313" fmla="*/ 743984 h 3192694"/>
              <a:gd name="connsiteX1314" fmla="*/ 6559966 w 8115305"/>
              <a:gd name="connsiteY1314" fmla="*/ 763540 h 3192694"/>
              <a:gd name="connsiteX1315" fmla="*/ 6540410 w 8115305"/>
              <a:gd name="connsiteY1315" fmla="*/ 783097 h 3192694"/>
              <a:gd name="connsiteX1316" fmla="*/ 6445706 w 8115305"/>
              <a:gd name="connsiteY1316" fmla="*/ 762092 h 3192694"/>
              <a:gd name="connsiteX1317" fmla="*/ 6469427 w 8115305"/>
              <a:gd name="connsiteY1317" fmla="*/ 743984 h 3192694"/>
              <a:gd name="connsiteX1318" fmla="*/ 1522587 w 8115305"/>
              <a:gd name="connsiteY1318" fmla="*/ 742718 h 3192694"/>
              <a:gd name="connsiteX1319" fmla="*/ 1540695 w 8115305"/>
              <a:gd name="connsiteY1319" fmla="*/ 760825 h 3192694"/>
              <a:gd name="connsiteX1320" fmla="*/ 1450156 w 8115305"/>
              <a:gd name="connsiteY1320" fmla="*/ 779838 h 3192694"/>
              <a:gd name="connsiteX1321" fmla="*/ 1436396 w 8115305"/>
              <a:gd name="connsiteY1321" fmla="*/ 760282 h 3192694"/>
              <a:gd name="connsiteX1322" fmla="*/ 1522587 w 8115305"/>
              <a:gd name="connsiteY1322" fmla="*/ 742718 h 3192694"/>
              <a:gd name="connsiteX1323" fmla="*/ 1317606 w 8115305"/>
              <a:gd name="connsiteY1323" fmla="*/ 739096 h 3192694"/>
              <a:gd name="connsiteX1324" fmla="*/ 1329017 w 8115305"/>
              <a:gd name="connsiteY1324" fmla="*/ 755211 h 3192694"/>
              <a:gd name="connsiteX1325" fmla="*/ 1246081 w 8115305"/>
              <a:gd name="connsiteY1325" fmla="*/ 771329 h 3192694"/>
              <a:gd name="connsiteX1326" fmla="*/ 1238838 w 8115305"/>
              <a:gd name="connsiteY1326" fmla="*/ 754306 h 3192694"/>
              <a:gd name="connsiteX1327" fmla="*/ 1317606 w 8115305"/>
              <a:gd name="connsiteY1327" fmla="*/ 739096 h 3192694"/>
              <a:gd name="connsiteX1328" fmla="*/ 4315509 w 8115305"/>
              <a:gd name="connsiteY1328" fmla="*/ 738371 h 3192694"/>
              <a:gd name="connsiteX1329" fmla="*/ 4414015 w 8115305"/>
              <a:gd name="connsiteY1329" fmla="*/ 772414 h 3192694"/>
              <a:gd name="connsiteX1330" fmla="*/ 4323477 w 8115305"/>
              <a:gd name="connsiteY1330" fmla="*/ 805008 h 3192694"/>
              <a:gd name="connsiteX1331" fmla="*/ 4227687 w 8115305"/>
              <a:gd name="connsiteY1331" fmla="*/ 768792 h 3192694"/>
              <a:gd name="connsiteX1332" fmla="*/ 4315509 w 8115305"/>
              <a:gd name="connsiteY1332" fmla="*/ 738371 h 3192694"/>
              <a:gd name="connsiteX1333" fmla="*/ 4103649 w 8115305"/>
              <a:gd name="connsiteY1333" fmla="*/ 733845 h 3192694"/>
              <a:gd name="connsiteX1334" fmla="*/ 4196903 w 8115305"/>
              <a:gd name="connsiteY1334" fmla="*/ 766258 h 3192694"/>
              <a:gd name="connsiteX1335" fmla="*/ 4104735 w 8115305"/>
              <a:gd name="connsiteY1335" fmla="*/ 799576 h 3192694"/>
              <a:gd name="connsiteX1336" fmla="*/ 4011479 w 8115305"/>
              <a:gd name="connsiteY1336" fmla="*/ 765533 h 3192694"/>
              <a:gd name="connsiteX1337" fmla="*/ 4103649 w 8115305"/>
              <a:gd name="connsiteY1337" fmla="*/ 733845 h 3192694"/>
              <a:gd name="connsiteX1338" fmla="*/ 6239639 w 8115305"/>
              <a:gd name="connsiteY1338" fmla="*/ 733844 h 3192694"/>
              <a:gd name="connsiteX1339" fmla="*/ 6335431 w 8115305"/>
              <a:gd name="connsiteY1339" fmla="*/ 754849 h 3192694"/>
              <a:gd name="connsiteX1340" fmla="*/ 6310260 w 8115305"/>
              <a:gd name="connsiteY1340" fmla="*/ 776941 h 3192694"/>
              <a:gd name="connsiteX1341" fmla="*/ 6213383 w 8115305"/>
              <a:gd name="connsiteY1341" fmla="*/ 755392 h 3192694"/>
              <a:gd name="connsiteX1342" fmla="*/ 6239639 w 8115305"/>
              <a:gd name="connsiteY1342" fmla="*/ 733844 h 3192694"/>
              <a:gd name="connsiteX1343" fmla="*/ 1120593 w 8115305"/>
              <a:gd name="connsiteY1343" fmla="*/ 733663 h 3192694"/>
              <a:gd name="connsiteX1344" fmla="*/ 1122223 w 8115305"/>
              <a:gd name="connsiteY1344" fmla="*/ 748873 h 3192694"/>
              <a:gd name="connsiteX1345" fmla="*/ 1053050 w 8115305"/>
              <a:gd name="connsiteY1345" fmla="*/ 760823 h 3192694"/>
              <a:gd name="connsiteX1346" fmla="*/ 1053050 w 8115305"/>
              <a:gd name="connsiteY1346" fmla="*/ 745251 h 3192694"/>
              <a:gd name="connsiteX1347" fmla="*/ 1120593 w 8115305"/>
              <a:gd name="connsiteY1347" fmla="*/ 733663 h 3192694"/>
              <a:gd name="connsiteX1348" fmla="*/ 915432 w 8115305"/>
              <a:gd name="connsiteY1348" fmla="*/ 730585 h 3192694"/>
              <a:gd name="connsiteX1349" fmla="*/ 919416 w 8115305"/>
              <a:gd name="connsiteY1349" fmla="*/ 742174 h 3192694"/>
              <a:gd name="connsiteX1350" fmla="*/ 858573 w 8115305"/>
              <a:gd name="connsiteY1350" fmla="*/ 753219 h 3192694"/>
              <a:gd name="connsiteX1351" fmla="*/ 855313 w 8115305"/>
              <a:gd name="connsiteY1351" fmla="*/ 741993 h 3192694"/>
              <a:gd name="connsiteX1352" fmla="*/ 915432 w 8115305"/>
              <a:gd name="connsiteY1352" fmla="*/ 730585 h 3192694"/>
              <a:gd name="connsiteX1353" fmla="*/ 6019811 w 8115305"/>
              <a:gd name="connsiteY1353" fmla="*/ 726602 h 3192694"/>
              <a:gd name="connsiteX1354" fmla="*/ 6119403 w 8115305"/>
              <a:gd name="connsiteY1354" fmla="*/ 749960 h 3192694"/>
              <a:gd name="connsiteX1355" fmla="*/ 6087353 w 8115305"/>
              <a:gd name="connsiteY1355" fmla="*/ 773682 h 3192694"/>
              <a:gd name="connsiteX1356" fmla="*/ 5983596 w 8115305"/>
              <a:gd name="connsiteY1356" fmla="*/ 748873 h 3192694"/>
              <a:gd name="connsiteX1357" fmla="*/ 6019811 w 8115305"/>
              <a:gd name="connsiteY1357" fmla="*/ 726602 h 3192694"/>
              <a:gd name="connsiteX1358" fmla="*/ 3885993 w 8115305"/>
              <a:gd name="connsiteY1358" fmla="*/ 726239 h 3192694"/>
              <a:gd name="connsiteX1359" fmla="*/ 3973815 w 8115305"/>
              <a:gd name="connsiteY1359" fmla="*/ 757928 h 3192694"/>
              <a:gd name="connsiteX1360" fmla="*/ 3877121 w 8115305"/>
              <a:gd name="connsiteY1360" fmla="*/ 790883 h 3192694"/>
              <a:gd name="connsiteX1361" fmla="*/ 3789660 w 8115305"/>
              <a:gd name="connsiteY1361" fmla="*/ 757565 h 3192694"/>
              <a:gd name="connsiteX1362" fmla="*/ 3885993 w 8115305"/>
              <a:gd name="connsiteY1362" fmla="*/ 726239 h 3192694"/>
              <a:gd name="connsiteX1363" fmla="*/ 708267 w 8115305"/>
              <a:gd name="connsiteY1363" fmla="*/ 726059 h 3192694"/>
              <a:gd name="connsiteX1364" fmla="*/ 712071 w 8115305"/>
              <a:gd name="connsiteY1364" fmla="*/ 734570 h 3192694"/>
              <a:gd name="connsiteX1365" fmla="*/ 667706 w 8115305"/>
              <a:gd name="connsiteY1365" fmla="*/ 742718 h 3192694"/>
              <a:gd name="connsiteX1366" fmla="*/ 664084 w 8115305"/>
              <a:gd name="connsiteY1366" fmla="*/ 734207 h 3192694"/>
              <a:gd name="connsiteX1367" fmla="*/ 708267 w 8115305"/>
              <a:gd name="connsiteY1367" fmla="*/ 726059 h 3192694"/>
              <a:gd name="connsiteX1368" fmla="*/ 3675943 w 8115305"/>
              <a:gd name="connsiteY1368" fmla="*/ 721168 h 3192694"/>
              <a:gd name="connsiteX1369" fmla="*/ 3760144 w 8115305"/>
              <a:gd name="connsiteY1369" fmla="*/ 752131 h 3192694"/>
              <a:gd name="connsiteX1370" fmla="*/ 3659104 w 8115305"/>
              <a:gd name="connsiteY1370" fmla="*/ 785269 h 3192694"/>
              <a:gd name="connsiteX1371" fmla="*/ 3577437 w 8115305"/>
              <a:gd name="connsiteY1371" fmla="*/ 751950 h 3192694"/>
              <a:gd name="connsiteX1372" fmla="*/ 3675943 w 8115305"/>
              <a:gd name="connsiteY1372" fmla="*/ 721168 h 3192694"/>
              <a:gd name="connsiteX1373" fmla="*/ 5786947 w 8115305"/>
              <a:gd name="connsiteY1373" fmla="*/ 718633 h 3192694"/>
              <a:gd name="connsiteX1374" fmla="*/ 5891248 w 8115305"/>
              <a:gd name="connsiteY1374" fmla="*/ 742716 h 3192694"/>
              <a:gd name="connsiteX1375" fmla="*/ 5853584 w 8115305"/>
              <a:gd name="connsiteY1375" fmla="*/ 767706 h 3192694"/>
              <a:gd name="connsiteX1376" fmla="*/ 5749101 w 8115305"/>
              <a:gd name="connsiteY1376" fmla="*/ 741992 h 3192694"/>
              <a:gd name="connsiteX1377" fmla="*/ 5786947 w 8115305"/>
              <a:gd name="connsiteY1377" fmla="*/ 718633 h 3192694"/>
              <a:gd name="connsiteX1378" fmla="*/ 3471868 w 8115305"/>
              <a:gd name="connsiteY1378" fmla="*/ 713745 h 3192694"/>
              <a:gd name="connsiteX1379" fmla="*/ 3549008 w 8115305"/>
              <a:gd name="connsiteY1379" fmla="*/ 743985 h 3192694"/>
              <a:gd name="connsiteX1380" fmla="*/ 3446880 w 8115305"/>
              <a:gd name="connsiteY1380" fmla="*/ 776579 h 3192694"/>
              <a:gd name="connsiteX1381" fmla="*/ 3368654 w 8115305"/>
              <a:gd name="connsiteY1381" fmla="*/ 744346 h 3192694"/>
              <a:gd name="connsiteX1382" fmla="*/ 3471868 w 8115305"/>
              <a:gd name="connsiteY1382" fmla="*/ 713745 h 3192694"/>
              <a:gd name="connsiteX1383" fmla="*/ 7470605 w 8115305"/>
              <a:gd name="connsiteY1383" fmla="*/ 713201 h 3192694"/>
              <a:gd name="connsiteX1384" fmla="*/ 7514787 w 8115305"/>
              <a:gd name="connsiteY1384" fmla="*/ 721712 h 3192694"/>
              <a:gd name="connsiteX1385" fmla="*/ 7509717 w 8115305"/>
              <a:gd name="connsiteY1385" fmla="*/ 729136 h 3192694"/>
              <a:gd name="connsiteX1386" fmla="*/ 7465354 w 8115305"/>
              <a:gd name="connsiteY1386" fmla="*/ 720444 h 3192694"/>
              <a:gd name="connsiteX1387" fmla="*/ 7470605 w 8115305"/>
              <a:gd name="connsiteY1387" fmla="*/ 713201 h 3192694"/>
              <a:gd name="connsiteX1388" fmla="*/ 5570196 w 8115305"/>
              <a:gd name="connsiteY1388" fmla="*/ 711029 h 3192694"/>
              <a:gd name="connsiteX1389" fmla="*/ 5677756 w 8115305"/>
              <a:gd name="connsiteY1389" fmla="*/ 736379 h 3192694"/>
              <a:gd name="connsiteX1390" fmla="*/ 5633935 w 8115305"/>
              <a:gd name="connsiteY1390" fmla="*/ 763179 h 3192694"/>
              <a:gd name="connsiteX1391" fmla="*/ 5527644 w 8115305"/>
              <a:gd name="connsiteY1391" fmla="*/ 737284 h 3192694"/>
              <a:gd name="connsiteX1392" fmla="*/ 5570196 w 8115305"/>
              <a:gd name="connsiteY1392" fmla="*/ 711029 h 3192694"/>
              <a:gd name="connsiteX1393" fmla="*/ 3267975 w 8115305"/>
              <a:gd name="connsiteY1393" fmla="*/ 709580 h 3192694"/>
              <a:gd name="connsiteX1394" fmla="*/ 3336785 w 8115305"/>
              <a:gd name="connsiteY1394" fmla="*/ 739096 h 3192694"/>
              <a:gd name="connsiteX1395" fmla="*/ 3232303 w 8115305"/>
              <a:gd name="connsiteY1395" fmla="*/ 770061 h 3192694"/>
              <a:gd name="connsiteX1396" fmla="*/ 3161865 w 8115305"/>
              <a:gd name="connsiteY1396" fmla="*/ 740001 h 3192694"/>
              <a:gd name="connsiteX1397" fmla="*/ 3267975 w 8115305"/>
              <a:gd name="connsiteY1397" fmla="*/ 709580 h 3192694"/>
              <a:gd name="connsiteX1398" fmla="*/ 3068246 w 8115305"/>
              <a:gd name="connsiteY1398" fmla="*/ 703424 h 3192694"/>
              <a:gd name="connsiteX1399" fmla="*/ 3126915 w 8115305"/>
              <a:gd name="connsiteY1399" fmla="*/ 731853 h 3192694"/>
              <a:gd name="connsiteX1400" fmla="*/ 3020984 w 8115305"/>
              <a:gd name="connsiteY1400" fmla="*/ 760645 h 3192694"/>
              <a:gd name="connsiteX1401" fmla="*/ 2961954 w 8115305"/>
              <a:gd name="connsiteY1401" fmla="*/ 730224 h 3192694"/>
              <a:gd name="connsiteX1402" fmla="*/ 3068246 w 8115305"/>
              <a:gd name="connsiteY1402" fmla="*/ 703424 h 3192694"/>
              <a:gd name="connsiteX1403" fmla="*/ 7237377 w 8115305"/>
              <a:gd name="connsiteY1403" fmla="*/ 703061 h 3192694"/>
              <a:gd name="connsiteX1404" fmla="*/ 7292788 w 8115305"/>
              <a:gd name="connsiteY1404" fmla="*/ 713382 h 3192694"/>
              <a:gd name="connsiteX1405" fmla="*/ 7287898 w 8115305"/>
              <a:gd name="connsiteY1405" fmla="*/ 724066 h 3192694"/>
              <a:gd name="connsiteX1406" fmla="*/ 7231946 w 8115305"/>
              <a:gd name="connsiteY1406" fmla="*/ 713745 h 3192694"/>
              <a:gd name="connsiteX1407" fmla="*/ 7237377 w 8115305"/>
              <a:gd name="connsiteY1407" fmla="*/ 703061 h 3192694"/>
              <a:gd name="connsiteX1408" fmla="*/ 5356888 w 8115305"/>
              <a:gd name="connsiteY1408" fmla="*/ 701793 h 3192694"/>
              <a:gd name="connsiteX1409" fmla="*/ 5463361 w 8115305"/>
              <a:gd name="connsiteY1409" fmla="*/ 728593 h 3192694"/>
              <a:gd name="connsiteX1410" fmla="*/ 5411211 w 8115305"/>
              <a:gd name="connsiteY1410" fmla="*/ 757021 h 3192694"/>
              <a:gd name="connsiteX1411" fmla="*/ 5302564 w 8115305"/>
              <a:gd name="connsiteY1411" fmla="*/ 728954 h 3192694"/>
              <a:gd name="connsiteX1412" fmla="*/ 5356888 w 8115305"/>
              <a:gd name="connsiteY1412" fmla="*/ 701793 h 3192694"/>
              <a:gd name="connsiteX1413" fmla="*/ 2863286 w 8115305"/>
              <a:gd name="connsiteY1413" fmla="*/ 699077 h 3192694"/>
              <a:gd name="connsiteX1414" fmla="*/ 2919943 w 8115305"/>
              <a:gd name="connsiteY1414" fmla="*/ 725876 h 3192694"/>
              <a:gd name="connsiteX1415" fmla="*/ 2813128 w 8115305"/>
              <a:gd name="connsiteY1415" fmla="*/ 754668 h 3192694"/>
              <a:gd name="connsiteX1416" fmla="*/ 2757537 w 8115305"/>
              <a:gd name="connsiteY1416" fmla="*/ 726420 h 3192694"/>
              <a:gd name="connsiteX1417" fmla="*/ 2863286 w 8115305"/>
              <a:gd name="connsiteY1417" fmla="*/ 699077 h 3192694"/>
              <a:gd name="connsiteX1418" fmla="*/ 5145750 w 8115305"/>
              <a:gd name="connsiteY1418" fmla="*/ 695999 h 3192694"/>
              <a:gd name="connsiteX1419" fmla="*/ 5251860 w 8115305"/>
              <a:gd name="connsiteY1419" fmla="*/ 724066 h 3192694"/>
              <a:gd name="connsiteX1420" fmla="*/ 5193374 w 8115305"/>
              <a:gd name="connsiteY1420" fmla="*/ 752495 h 3192694"/>
              <a:gd name="connsiteX1421" fmla="*/ 5086356 w 8115305"/>
              <a:gd name="connsiteY1421" fmla="*/ 723342 h 3192694"/>
              <a:gd name="connsiteX1422" fmla="*/ 5145750 w 8115305"/>
              <a:gd name="connsiteY1422" fmla="*/ 695999 h 3192694"/>
              <a:gd name="connsiteX1423" fmla="*/ 7015377 w 8115305"/>
              <a:gd name="connsiteY1423" fmla="*/ 695818 h 3192694"/>
              <a:gd name="connsiteX1424" fmla="*/ 7081289 w 8115305"/>
              <a:gd name="connsiteY1424" fmla="*/ 708673 h 3192694"/>
              <a:gd name="connsiteX1425" fmla="*/ 7075494 w 8115305"/>
              <a:gd name="connsiteY1425" fmla="*/ 721530 h 3192694"/>
              <a:gd name="connsiteX1426" fmla="*/ 7005237 w 8115305"/>
              <a:gd name="connsiteY1426" fmla="*/ 708492 h 3192694"/>
              <a:gd name="connsiteX1427" fmla="*/ 7015377 w 8115305"/>
              <a:gd name="connsiteY1427" fmla="*/ 695818 h 3192694"/>
              <a:gd name="connsiteX1428" fmla="*/ 2657764 w 8115305"/>
              <a:gd name="connsiteY1428" fmla="*/ 693284 h 3192694"/>
              <a:gd name="connsiteX1429" fmla="*/ 2706291 w 8115305"/>
              <a:gd name="connsiteY1429" fmla="*/ 718091 h 3192694"/>
              <a:gd name="connsiteX1430" fmla="*/ 2600002 w 8115305"/>
              <a:gd name="connsiteY1430" fmla="*/ 744890 h 3192694"/>
              <a:gd name="connsiteX1431" fmla="*/ 2555093 w 8115305"/>
              <a:gd name="connsiteY1431" fmla="*/ 718454 h 3192694"/>
              <a:gd name="connsiteX1432" fmla="*/ 2657764 w 8115305"/>
              <a:gd name="connsiteY1432" fmla="*/ 693284 h 3192694"/>
              <a:gd name="connsiteX1433" fmla="*/ 2458216 w 8115305"/>
              <a:gd name="connsiteY1433" fmla="*/ 689299 h 3192694"/>
              <a:gd name="connsiteX1434" fmla="*/ 2501676 w 8115305"/>
              <a:gd name="connsiteY1434" fmla="*/ 713384 h 3192694"/>
              <a:gd name="connsiteX1435" fmla="*/ 2396109 w 8115305"/>
              <a:gd name="connsiteY1435" fmla="*/ 738735 h 3192694"/>
              <a:gd name="connsiteX1436" fmla="*/ 2356453 w 8115305"/>
              <a:gd name="connsiteY1436" fmla="*/ 713021 h 3192694"/>
              <a:gd name="connsiteX1437" fmla="*/ 2458216 w 8115305"/>
              <a:gd name="connsiteY1437" fmla="*/ 689299 h 3192694"/>
              <a:gd name="connsiteX1438" fmla="*/ 4932259 w 8115305"/>
              <a:gd name="connsiteY1438" fmla="*/ 687126 h 3192694"/>
              <a:gd name="connsiteX1439" fmla="*/ 5041268 w 8115305"/>
              <a:gd name="connsiteY1439" fmla="*/ 715916 h 3192694"/>
              <a:gd name="connsiteX1440" fmla="*/ 4975898 w 8115305"/>
              <a:gd name="connsiteY1440" fmla="*/ 746337 h 3192694"/>
              <a:gd name="connsiteX1441" fmla="*/ 4867252 w 8115305"/>
              <a:gd name="connsiteY1441" fmla="*/ 715555 h 3192694"/>
              <a:gd name="connsiteX1442" fmla="*/ 4932259 w 8115305"/>
              <a:gd name="connsiteY1442" fmla="*/ 687126 h 3192694"/>
              <a:gd name="connsiteX1443" fmla="*/ 6787761 w 8115305"/>
              <a:gd name="connsiteY1443" fmla="*/ 686402 h 3192694"/>
              <a:gd name="connsiteX1444" fmla="*/ 6863994 w 8115305"/>
              <a:gd name="connsiteY1444" fmla="*/ 700707 h 3192694"/>
              <a:gd name="connsiteX1445" fmla="*/ 6855666 w 8115305"/>
              <a:gd name="connsiteY1445" fmla="*/ 716279 h 3192694"/>
              <a:gd name="connsiteX1446" fmla="*/ 6775448 w 8115305"/>
              <a:gd name="connsiteY1446" fmla="*/ 700888 h 3192694"/>
              <a:gd name="connsiteX1447" fmla="*/ 6787761 w 8115305"/>
              <a:gd name="connsiteY1447" fmla="*/ 686402 h 3192694"/>
              <a:gd name="connsiteX1448" fmla="*/ 2266272 w 8115305"/>
              <a:gd name="connsiteY1448" fmla="*/ 683505 h 3192694"/>
              <a:gd name="connsiteX1449" fmla="*/ 2297962 w 8115305"/>
              <a:gd name="connsiteY1449" fmla="*/ 706503 h 3192694"/>
              <a:gd name="connsiteX1450" fmla="*/ 2196740 w 8115305"/>
              <a:gd name="connsiteY1450" fmla="*/ 728776 h 3192694"/>
              <a:gd name="connsiteX1451" fmla="*/ 2166319 w 8115305"/>
              <a:gd name="connsiteY1451" fmla="*/ 704873 h 3192694"/>
              <a:gd name="connsiteX1452" fmla="*/ 2266272 w 8115305"/>
              <a:gd name="connsiteY1452" fmla="*/ 683505 h 3192694"/>
              <a:gd name="connsiteX1453" fmla="*/ 4728730 w 8115305"/>
              <a:gd name="connsiteY1453" fmla="*/ 681693 h 3192694"/>
              <a:gd name="connsiteX1454" fmla="*/ 4833030 w 8115305"/>
              <a:gd name="connsiteY1454" fmla="*/ 711570 h 3192694"/>
              <a:gd name="connsiteX1455" fmla="*/ 4758607 w 8115305"/>
              <a:gd name="connsiteY1455" fmla="*/ 742716 h 3192694"/>
              <a:gd name="connsiteX1456" fmla="*/ 4655031 w 8115305"/>
              <a:gd name="connsiteY1456" fmla="*/ 710665 h 3192694"/>
              <a:gd name="connsiteX1457" fmla="*/ 4728730 w 8115305"/>
              <a:gd name="connsiteY1457" fmla="*/ 681693 h 3192694"/>
              <a:gd name="connsiteX1458" fmla="*/ 2068176 w 8115305"/>
              <a:gd name="connsiteY1458" fmla="*/ 680246 h 3192694"/>
              <a:gd name="connsiteX1459" fmla="*/ 2096605 w 8115305"/>
              <a:gd name="connsiteY1459" fmla="*/ 701432 h 3192694"/>
              <a:gd name="connsiteX1460" fmla="*/ 1998641 w 8115305"/>
              <a:gd name="connsiteY1460" fmla="*/ 722800 h 3192694"/>
              <a:gd name="connsiteX1461" fmla="*/ 1971297 w 8115305"/>
              <a:gd name="connsiteY1461" fmla="*/ 700707 h 3192694"/>
              <a:gd name="connsiteX1462" fmla="*/ 2068176 w 8115305"/>
              <a:gd name="connsiteY1462" fmla="*/ 680246 h 3192694"/>
              <a:gd name="connsiteX1463" fmla="*/ 6571012 w 8115305"/>
              <a:gd name="connsiteY1463" fmla="*/ 679521 h 3192694"/>
              <a:gd name="connsiteX1464" fmla="*/ 6656481 w 8115305"/>
              <a:gd name="connsiteY1464" fmla="*/ 696542 h 3192694"/>
              <a:gd name="connsiteX1465" fmla="*/ 6638373 w 8115305"/>
              <a:gd name="connsiteY1465" fmla="*/ 713381 h 3192694"/>
              <a:gd name="connsiteX1466" fmla="*/ 6552904 w 8115305"/>
              <a:gd name="connsiteY1466" fmla="*/ 695274 h 3192694"/>
              <a:gd name="connsiteX1467" fmla="*/ 6571012 w 8115305"/>
              <a:gd name="connsiteY1467" fmla="*/ 679521 h 3192694"/>
              <a:gd name="connsiteX1468" fmla="*/ 1877860 w 8115305"/>
              <a:gd name="connsiteY1468" fmla="*/ 674632 h 3192694"/>
              <a:gd name="connsiteX1469" fmla="*/ 1897780 w 8115305"/>
              <a:gd name="connsiteY1469" fmla="*/ 694730 h 3192694"/>
              <a:gd name="connsiteX1470" fmla="*/ 1804160 w 8115305"/>
              <a:gd name="connsiteY1470" fmla="*/ 712838 h 3192694"/>
              <a:gd name="connsiteX1471" fmla="*/ 1785511 w 8115305"/>
              <a:gd name="connsiteY1471" fmla="*/ 692740 h 3192694"/>
              <a:gd name="connsiteX1472" fmla="*/ 1877860 w 8115305"/>
              <a:gd name="connsiteY1472" fmla="*/ 674632 h 3192694"/>
              <a:gd name="connsiteX1473" fmla="*/ 4516324 w 8115305"/>
              <a:gd name="connsiteY1473" fmla="*/ 674089 h 3192694"/>
              <a:gd name="connsiteX1474" fmla="*/ 4617003 w 8115305"/>
              <a:gd name="connsiteY1474" fmla="*/ 703785 h 3192694"/>
              <a:gd name="connsiteX1475" fmla="*/ 4538235 w 8115305"/>
              <a:gd name="connsiteY1475" fmla="*/ 734570 h 3192694"/>
              <a:gd name="connsiteX1476" fmla="*/ 4437374 w 8115305"/>
              <a:gd name="connsiteY1476" fmla="*/ 703242 h 3192694"/>
              <a:gd name="connsiteX1477" fmla="*/ 4516324 w 8115305"/>
              <a:gd name="connsiteY1477" fmla="*/ 674089 h 3192694"/>
              <a:gd name="connsiteX1478" fmla="*/ 1681572 w 8115305"/>
              <a:gd name="connsiteY1478" fmla="*/ 671916 h 3192694"/>
              <a:gd name="connsiteX1479" fmla="*/ 1698774 w 8115305"/>
              <a:gd name="connsiteY1479" fmla="*/ 688757 h 3192694"/>
              <a:gd name="connsiteX1480" fmla="*/ 1612762 w 8115305"/>
              <a:gd name="connsiteY1480" fmla="*/ 706502 h 3192694"/>
              <a:gd name="connsiteX1481" fmla="*/ 1595922 w 8115305"/>
              <a:gd name="connsiteY1481" fmla="*/ 688394 h 3192694"/>
              <a:gd name="connsiteX1482" fmla="*/ 1681572 w 8115305"/>
              <a:gd name="connsiteY1482" fmla="*/ 671916 h 3192694"/>
              <a:gd name="connsiteX1483" fmla="*/ 6346656 w 8115305"/>
              <a:gd name="connsiteY1483" fmla="*/ 670287 h 3192694"/>
              <a:gd name="connsiteX1484" fmla="*/ 6438282 w 8115305"/>
              <a:gd name="connsiteY1484" fmla="*/ 690024 h 3192694"/>
              <a:gd name="connsiteX1485" fmla="*/ 6413836 w 8115305"/>
              <a:gd name="connsiteY1485" fmla="*/ 708132 h 3192694"/>
              <a:gd name="connsiteX1486" fmla="*/ 6321124 w 8115305"/>
              <a:gd name="connsiteY1486" fmla="*/ 688395 h 3192694"/>
              <a:gd name="connsiteX1487" fmla="*/ 6346656 w 8115305"/>
              <a:gd name="connsiteY1487" fmla="*/ 670287 h 3192694"/>
              <a:gd name="connsiteX1488" fmla="*/ 4312068 w 8115305"/>
              <a:gd name="connsiteY1488" fmla="*/ 668476 h 3192694"/>
              <a:gd name="connsiteX1489" fmla="*/ 4412567 w 8115305"/>
              <a:gd name="connsiteY1489" fmla="*/ 698715 h 3192694"/>
              <a:gd name="connsiteX1490" fmla="*/ 4329090 w 8115305"/>
              <a:gd name="connsiteY1490" fmla="*/ 730404 h 3192694"/>
              <a:gd name="connsiteX1491" fmla="*/ 4228411 w 8115305"/>
              <a:gd name="connsiteY1491" fmla="*/ 699802 h 3192694"/>
              <a:gd name="connsiteX1492" fmla="*/ 4312068 w 8115305"/>
              <a:gd name="connsiteY1492" fmla="*/ 668476 h 3192694"/>
              <a:gd name="connsiteX1493" fmla="*/ 1483293 w 8115305"/>
              <a:gd name="connsiteY1493" fmla="*/ 666845 h 3192694"/>
              <a:gd name="connsiteX1494" fmla="*/ 1496693 w 8115305"/>
              <a:gd name="connsiteY1494" fmla="*/ 681693 h 3192694"/>
              <a:gd name="connsiteX1495" fmla="*/ 1420279 w 8115305"/>
              <a:gd name="connsiteY1495" fmla="*/ 696904 h 3192694"/>
              <a:gd name="connsiteX1496" fmla="*/ 1407239 w 8115305"/>
              <a:gd name="connsiteY1496" fmla="*/ 680969 h 3192694"/>
              <a:gd name="connsiteX1497" fmla="*/ 1483293 w 8115305"/>
              <a:gd name="connsiteY1497" fmla="*/ 666845 h 3192694"/>
              <a:gd name="connsiteX1498" fmla="*/ 6135701 w 8115305"/>
              <a:gd name="connsiteY1498" fmla="*/ 665035 h 3192694"/>
              <a:gd name="connsiteX1499" fmla="*/ 6230042 w 8115305"/>
              <a:gd name="connsiteY1499" fmla="*/ 685496 h 3192694"/>
              <a:gd name="connsiteX1500" fmla="*/ 6201794 w 8115305"/>
              <a:gd name="connsiteY1500" fmla="*/ 704328 h 3192694"/>
              <a:gd name="connsiteX1501" fmla="*/ 6106548 w 8115305"/>
              <a:gd name="connsiteY1501" fmla="*/ 683143 h 3192694"/>
              <a:gd name="connsiteX1502" fmla="*/ 6135701 w 8115305"/>
              <a:gd name="connsiteY1502" fmla="*/ 665035 h 3192694"/>
              <a:gd name="connsiteX1503" fmla="*/ 1288453 w 8115305"/>
              <a:gd name="connsiteY1503" fmla="*/ 663585 h 3192694"/>
              <a:gd name="connsiteX1504" fmla="*/ 1300947 w 8115305"/>
              <a:gd name="connsiteY1504" fmla="*/ 676803 h 3192694"/>
              <a:gd name="connsiteX1505" fmla="*/ 1232682 w 8115305"/>
              <a:gd name="connsiteY1505" fmla="*/ 690384 h 3192694"/>
              <a:gd name="connsiteX1506" fmla="*/ 1217471 w 8115305"/>
              <a:gd name="connsiteY1506" fmla="*/ 677709 h 3192694"/>
              <a:gd name="connsiteX1507" fmla="*/ 1288453 w 8115305"/>
              <a:gd name="connsiteY1507" fmla="*/ 663585 h 3192694"/>
              <a:gd name="connsiteX1508" fmla="*/ 4113787 w 8115305"/>
              <a:gd name="connsiteY1508" fmla="*/ 661051 h 3192694"/>
              <a:gd name="connsiteX1509" fmla="*/ 4208128 w 8115305"/>
              <a:gd name="connsiteY1509" fmla="*/ 691472 h 3192694"/>
              <a:gd name="connsiteX1510" fmla="*/ 4116323 w 8115305"/>
              <a:gd name="connsiteY1510" fmla="*/ 723161 h 3192694"/>
              <a:gd name="connsiteX1511" fmla="*/ 4021981 w 8115305"/>
              <a:gd name="connsiteY1511" fmla="*/ 691109 h 3192694"/>
              <a:gd name="connsiteX1512" fmla="*/ 4113787 w 8115305"/>
              <a:gd name="connsiteY1512" fmla="*/ 661051 h 3192694"/>
              <a:gd name="connsiteX1513" fmla="*/ 1101760 w 8115305"/>
              <a:gd name="connsiteY1513" fmla="*/ 658517 h 3192694"/>
              <a:gd name="connsiteX1514" fmla="*/ 1110814 w 8115305"/>
              <a:gd name="connsiteY1514" fmla="*/ 669562 h 3192694"/>
              <a:gd name="connsiteX1515" fmla="*/ 1048886 w 8115305"/>
              <a:gd name="connsiteY1515" fmla="*/ 681334 h 3192694"/>
              <a:gd name="connsiteX1516" fmla="*/ 1040375 w 8115305"/>
              <a:gd name="connsiteY1516" fmla="*/ 670106 h 3192694"/>
              <a:gd name="connsiteX1517" fmla="*/ 1101760 w 8115305"/>
              <a:gd name="connsiteY1517" fmla="*/ 658517 h 3192694"/>
              <a:gd name="connsiteX1518" fmla="*/ 3916234 w 8115305"/>
              <a:gd name="connsiteY1518" fmla="*/ 656344 h 3192694"/>
              <a:gd name="connsiteX1519" fmla="*/ 4004600 w 8115305"/>
              <a:gd name="connsiteY1519" fmla="*/ 686945 h 3192694"/>
              <a:gd name="connsiteX1520" fmla="*/ 3907362 w 8115305"/>
              <a:gd name="connsiteY1520" fmla="*/ 718091 h 3192694"/>
              <a:gd name="connsiteX1521" fmla="*/ 3819176 w 8115305"/>
              <a:gd name="connsiteY1521" fmla="*/ 686041 h 3192694"/>
              <a:gd name="connsiteX1522" fmla="*/ 3916234 w 8115305"/>
              <a:gd name="connsiteY1522" fmla="*/ 656344 h 3192694"/>
              <a:gd name="connsiteX1523" fmla="*/ 911810 w 8115305"/>
              <a:gd name="connsiteY1523" fmla="*/ 656162 h 3192694"/>
              <a:gd name="connsiteX1524" fmla="*/ 915432 w 8115305"/>
              <a:gd name="connsiteY1524" fmla="*/ 665217 h 3192694"/>
              <a:gd name="connsiteX1525" fmla="*/ 865453 w 8115305"/>
              <a:gd name="connsiteY1525" fmla="*/ 674270 h 3192694"/>
              <a:gd name="connsiteX1526" fmla="*/ 862012 w 8115305"/>
              <a:gd name="connsiteY1526" fmla="*/ 664492 h 3192694"/>
              <a:gd name="connsiteX1527" fmla="*/ 911810 w 8115305"/>
              <a:gd name="connsiteY1527" fmla="*/ 656162 h 3192694"/>
              <a:gd name="connsiteX1528" fmla="*/ 5922573 w 8115305"/>
              <a:gd name="connsiteY1528" fmla="*/ 655801 h 3192694"/>
              <a:gd name="connsiteX1529" fmla="*/ 6020718 w 8115305"/>
              <a:gd name="connsiteY1529" fmla="*/ 677347 h 3192694"/>
              <a:gd name="connsiteX1530" fmla="*/ 5986312 w 8115305"/>
              <a:gd name="connsiteY1530" fmla="*/ 698715 h 3192694"/>
              <a:gd name="connsiteX1531" fmla="*/ 5889799 w 8115305"/>
              <a:gd name="connsiteY1531" fmla="*/ 676986 h 3192694"/>
              <a:gd name="connsiteX1532" fmla="*/ 5922573 w 8115305"/>
              <a:gd name="connsiteY1532" fmla="*/ 655801 h 3192694"/>
              <a:gd name="connsiteX1533" fmla="*/ 3721395 w 8115305"/>
              <a:gd name="connsiteY1533" fmla="*/ 649824 h 3192694"/>
              <a:gd name="connsiteX1534" fmla="*/ 3802698 w 8115305"/>
              <a:gd name="connsiteY1534" fmla="*/ 679340 h 3192694"/>
              <a:gd name="connsiteX1535" fmla="*/ 3701838 w 8115305"/>
              <a:gd name="connsiteY1535" fmla="*/ 710305 h 3192694"/>
              <a:gd name="connsiteX1536" fmla="*/ 3619811 w 8115305"/>
              <a:gd name="connsiteY1536" fmla="*/ 678616 h 3192694"/>
              <a:gd name="connsiteX1537" fmla="*/ 3721395 w 8115305"/>
              <a:gd name="connsiteY1537" fmla="*/ 649824 h 3192694"/>
              <a:gd name="connsiteX1538" fmla="*/ 5716144 w 8115305"/>
              <a:gd name="connsiteY1538" fmla="*/ 649281 h 3192694"/>
              <a:gd name="connsiteX1539" fmla="*/ 5818272 w 8115305"/>
              <a:gd name="connsiteY1539" fmla="*/ 672459 h 3192694"/>
              <a:gd name="connsiteX1540" fmla="*/ 5778796 w 8115305"/>
              <a:gd name="connsiteY1540" fmla="*/ 695817 h 3192694"/>
              <a:gd name="connsiteX1541" fmla="*/ 5675583 w 8115305"/>
              <a:gd name="connsiteY1541" fmla="*/ 671915 h 3192694"/>
              <a:gd name="connsiteX1542" fmla="*/ 5716144 w 8115305"/>
              <a:gd name="connsiteY1542" fmla="*/ 649281 h 3192694"/>
              <a:gd name="connsiteX1543" fmla="*/ 7308359 w 8115305"/>
              <a:gd name="connsiteY1543" fmla="*/ 646204 h 3192694"/>
              <a:gd name="connsiteX1544" fmla="*/ 7352723 w 8115305"/>
              <a:gd name="connsiteY1544" fmla="*/ 653810 h 3192694"/>
              <a:gd name="connsiteX1545" fmla="*/ 7351274 w 8115305"/>
              <a:gd name="connsiteY1545" fmla="*/ 661053 h 3192694"/>
              <a:gd name="connsiteX1546" fmla="*/ 7306547 w 8115305"/>
              <a:gd name="connsiteY1546" fmla="*/ 653447 h 3192694"/>
              <a:gd name="connsiteX1547" fmla="*/ 7308359 w 8115305"/>
              <a:gd name="connsiteY1547" fmla="*/ 646204 h 3192694"/>
              <a:gd name="connsiteX1548" fmla="*/ 3522933 w 8115305"/>
              <a:gd name="connsiteY1548" fmla="*/ 646204 h 3192694"/>
              <a:gd name="connsiteX1549" fmla="*/ 3599710 w 8115305"/>
              <a:gd name="connsiteY1549" fmla="*/ 674271 h 3192694"/>
              <a:gd name="connsiteX1550" fmla="*/ 3499755 w 8115305"/>
              <a:gd name="connsiteY1550" fmla="*/ 704149 h 3192694"/>
              <a:gd name="connsiteX1551" fmla="*/ 3423520 w 8115305"/>
              <a:gd name="connsiteY1551" fmla="*/ 674815 h 3192694"/>
              <a:gd name="connsiteX1552" fmla="*/ 3522933 w 8115305"/>
              <a:gd name="connsiteY1552" fmla="*/ 646204 h 3192694"/>
              <a:gd name="connsiteX1553" fmla="*/ 5508810 w 8115305"/>
              <a:gd name="connsiteY1553" fmla="*/ 641676 h 3192694"/>
              <a:gd name="connsiteX1554" fmla="*/ 5611118 w 8115305"/>
              <a:gd name="connsiteY1554" fmla="*/ 665397 h 3192694"/>
              <a:gd name="connsiteX1555" fmla="*/ 5566211 w 8115305"/>
              <a:gd name="connsiteY1555" fmla="*/ 689480 h 3192694"/>
              <a:gd name="connsiteX1556" fmla="*/ 5463722 w 8115305"/>
              <a:gd name="connsiteY1556" fmla="*/ 664492 h 3192694"/>
              <a:gd name="connsiteX1557" fmla="*/ 5508810 w 8115305"/>
              <a:gd name="connsiteY1557" fmla="*/ 641676 h 3192694"/>
              <a:gd name="connsiteX1558" fmla="*/ 3323746 w 8115305"/>
              <a:gd name="connsiteY1558" fmla="*/ 640046 h 3192694"/>
              <a:gd name="connsiteX1559" fmla="*/ 3394004 w 8115305"/>
              <a:gd name="connsiteY1559" fmla="*/ 667026 h 3192694"/>
              <a:gd name="connsiteX1560" fmla="*/ 3289523 w 8115305"/>
              <a:gd name="connsiteY1560" fmla="*/ 696362 h 3192694"/>
              <a:gd name="connsiteX1561" fmla="*/ 3221981 w 8115305"/>
              <a:gd name="connsiteY1561" fmla="*/ 667389 h 3192694"/>
              <a:gd name="connsiteX1562" fmla="*/ 3323746 w 8115305"/>
              <a:gd name="connsiteY1562" fmla="*/ 640046 h 3192694"/>
              <a:gd name="connsiteX1563" fmla="*/ 7088349 w 8115305"/>
              <a:gd name="connsiteY1563" fmla="*/ 636605 h 3192694"/>
              <a:gd name="connsiteX1564" fmla="*/ 7145933 w 8115305"/>
              <a:gd name="connsiteY1564" fmla="*/ 646384 h 3192694"/>
              <a:gd name="connsiteX1565" fmla="*/ 7143397 w 8115305"/>
              <a:gd name="connsiteY1565" fmla="*/ 657249 h 3192694"/>
              <a:gd name="connsiteX1566" fmla="*/ 7085272 w 8115305"/>
              <a:gd name="connsiteY1566" fmla="*/ 647833 h 3192694"/>
              <a:gd name="connsiteX1567" fmla="*/ 7088349 w 8115305"/>
              <a:gd name="connsiteY1567" fmla="*/ 636605 h 3192694"/>
              <a:gd name="connsiteX1568" fmla="*/ 3129993 w 8115305"/>
              <a:gd name="connsiteY1568" fmla="*/ 636061 h 3192694"/>
              <a:gd name="connsiteX1569" fmla="*/ 3195001 w 8115305"/>
              <a:gd name="connsiteY1569" fmla="*/ 662317 h 3192694"/>
              <a:gd name="connsiteX1570" fmla="*/ 3091244 w 8115305"/>
              <a:gd name="connsiteY1570" fmla="*/ 690748 h 3192694"/>
              <a:gd name="connsiteX1571" fmla="*/ 3026961 w 8115305"/>
              <a:gd name="connsiteY1571" fmla="*/ 663224 h 3192694"/>
              <a:gd name="connsiteX1572" fmla="*/ 3129993 w 8115305"/>
              <a:gd name="connsiteY1572" fmla="*/ 636061 h 3192694"/>
              <a:gd name="connsiteX1573" fmla="*/ 5307453 w 8115305"/>
              <a:gd name="connsiteY1573" fmla="*/ 635701 h 3192694"/>
              <a:gd name="connsiteX1574" fmla="*/ 5411934 w 8115305"/>
              <a:gd name="connsiteY1574" fmla="*/ 660871 h 3192694"/>
              <a:gd name="connsiteX1575" fmla="*/ 5362501 w 8115305"/>
              <a:gd name="connsiteY1575" fmla="*/ 686402 h 3192694"/>
              <a:gd name="connsiteX1576" fmla="*/ 5255664 w 8115305"/>
              <a:gd name="connsiteY1576" fmla="*/ 660690 h 3192694"/>
              <a:gd name="connsiteX1577" fmla="*/ 5307453 w 8115305"/>
              <a:gd name="connsiteY1577" fmla="*/ 635701 h 3192694"/>
              <a:gd name="connsiteX1578" fmla="*/ 2939139 w 8115305"/>
              <a:gd name="connsiteY1578" fmla="*/ 633165 h 3192694"/>
              <a:gd name="connsiteX1579" fmla="*/ 2993462 w 8115305"/>
              <a:gd name="connsiteY1579" fmla="*/ 658878 h 3192694"/>
              <a:gd name="connsiteX1580" fmla="*/ 2891876 w 8115305"/>
              <a:gd name="connsiteY1580" fmla="*/ 684410 h 3192694"/>
              <a:gd name="connsiteX1581" fmla="*/ 2837574 w 8115305"/>
              <a:gd name="connsiteY1581" fmla="*/ 657610 h 3192694"/>
              <a:gd name="connsiteX1582" fmla="*/ 2939139 w 8115305"/>
              <a:gd name="connsiteY1582" fmla="*/ 633165 h 3192694"/>
              <a:gd name="connsiteX1583" fmla="*/ 6873774 w 8115305"/>
              <a:gd name="connsiteY1583" fmla="*/ 630630 h 3192694"/>
              <a:gd name="connsiteX1584" fmla="*/ 6938418 w 8115305"/>
              <a:gd name="connsiteY1584" fmla="*/ 642580 h 3192694"/>
              <a:gd name="connsiteX1585" fmla="*/ 6928278 w 8115305"/>
              <a:gd name="connsiteY1585" fmla="*/ 654352 h 3192694"/>
              <a:gd name="connsiteX1586" fmla="*/ 6863090 w 8115305"/>
              <a:gd name="connsiteY1586" fmla="*/ 642039 h 3192694"/>
              <a:gd name="connsiteX1587" fmla="*/ 6873774 w 8115305"/>
              <a:gd name="connsiteY1587" fmla="*/ 630630 h 3192694"/>
              <a:gd name="connsiteX1588" fmla="*/ 5101928 w 8115305"/>
              <a:gd name="connsiteY1588" fmla="*/ 629906 h 3192694"/>
              <a:gd name="connsiteX1589" fmla="*/ 5206591 w 8115305"/>
              <a:gd name="connsiteY1589" fmla="*/ 656886 h 3192694"/>
              <a:gd name="connsiteX1590" fmla="*/ 5146293 w 8115305"/>
              <a:gd name="connsiteY1590" fmla="*/ 683142 h 3192694"/>
              <a:gd name="connsiteX1591" fmla="*/ 5040905 w 8115305"/>
              <a:gd name="connsiteY1591" fmla="*/ 654894 h 3192694"/>
              <a:gd name="connsiteX1592" fmla="*/ 5101928 w 8115305"/>
              <a:gd name="connsiteY1592" fmla="*/ 629906 h 3192694"/>
              <a:gd name="connsiteX1593" fmla="*/ 2754454 w 8115305"/>
              <a:gd name="connsiteY1593" fmla="*/ 627189 h 3192694"/>
              <a:gd name="connsiteX1594" fmla="*/ 2800812 w 8115305"/>
              <a:gd name="connsiteY1594" fmla="*/ 652178 h 3192694"/>
              <a:gd name="connsiteX1595" fmla="*/ 2695425 w 8115305"/>
              <a:gd name="connsiteY1595" fmla="*/ 676441 h 3192694"/>
              <a:gd name="connsiteX1596" fmla="*/ 2650336 w 8115305"/>
              <a:gd name="connsiteY1596" fmla="*/ 650366 h 3192694"/>
              <a:gd name="connsiteX1597" fmla="*/ 2754454 w 8115305"/>
              <a:gd name="connsiteY1597" fmla="*/ 627189 h 3192694"/>
              <a:gd name="connsiteX1598" fmla="*/ 2561609 w 8115305"/>
              <a:gd name="connsiteY1598" fmla="*/ 624473 h 3192694"/>
              <a:gd name="connsiteX1599" fmla="*/ 2605432 w 8115305"/>
              <a:gd name="connsiteY1599" fmla="*/ 646383 h 3192694"/>
              <a:gd name="connsiteX1600" fmla="*/ 2506925 w 8115305"/>
              <a:gd name="connsiteY1600" fmla="*/ 670104 h 3192694"/>
              <a:gd name="connsiteX1601" fmla="*/ 2463283 w 8115305"/>
              <a:gd name="connsiteY1601" fmla="*/ 646565 h 3192694"/>
              <a:gd name="connsiteX1602" fmla="*/ 2561609 w 8115305"/>
              <a:gd name="connsiteY1602" fmla="*/ 624473 h 3192694"/>
              <a:gd name="connsiteX1603" fmla="*/ 4901656 w 8115305"/>
              <a:gd name="connsiteY1603" fmla="*/ 622482 h 3192694"/>
              <a:gd name="connsiteX1604" fmla="*/ 5005415 w 8115305"/>
              <a:gd name="connsiteY1604" fmla="*/ 649281 h 3192694"/>
              <a:gd name="connsiteX1605" fmla="*/ 4940589 w 8115305"/>
              <a:gd name="connsiteY1605" fmla="*/ 676986 h 3192694"/>
              <a:gd name="connsiteX1606" fmla="*/ 4836107 w 8115305"/>
              <a:gd name="connsiteY1606" fmla="*/ 648920 h 3192694"/>
              <a:gd name="connsiteX1607" fmla="*/ 4901656 w 8115305"/>
              <a:gd name="connsiteY1607" fmla="*/ 622482 h 3192694"/>
              <a:gd name="connsiteX1608" fmla="*/ 6661370 w 8115305"/>
              <a:gd name="connsiteY1608" fmla="*/ 621938 h 3192694"/>
              <a:gd name="connsiteX1609" fmla="*/ 6733801 w 8115305"/>
              <a:gd name="connsiteY1609" fmla="*/ 636063 h 3192694"/>
              <a:gd name="connsiteX1610" fmla="*/ 6719676 w 8115305"/>
              <a:gd name="connsiteY1610" fmla="*/ 649645 h 3192694"/>
              <a:gd name="connsiteX1611" fmla="*/ 6645977 w 8115305"/>
              <a:gd name="connsiteY1611" fmla="*/ 635159 h 3192694"/>
              <a:gd name="connsiteX1612" fmla="*/ 6661370 w 8115305"/>
              <a:gd name="connsiteY1612" fmla="*/ 621938 h 3192694"/>
              <a:gd name="connsiteX1613" fmla="*/ 2380172 w 8115305"/>
              <a:gd name="connsiteY1613" fmla="*/ 618859 h 3192694"/>
              <a:gd name="connsiteX1614" fmla="*/ 2414031 w 8115305"/>
              <a:gd name="connsiteY1614" fmla="*/ 640588 h 3192694"/>
              <a:gd name="connsiteX1615" fmla="*/ 2312627 w 8115305"/>
              <a:gd name="connsiteY1615" fmla="*/ 662137 h 3192694"/>
              <a:gd name="connsiteX1616" fmla="*/ 2280033 w 8115305"/>
              <a:gd name="connsiteY1616" fmla="*/ 639503 h 3192694"/>
              <a:gd name="connsiteX1617" fmla="*/ 2380172 w 8115305"/>
              <a:gd name="connsiteY1617" fmla="*/ 618859 h 3192694"/>
              <a:gd name="connsiteX1618" fmla="*/ 4707181 w 8115305"/>
              <a:gd name="connsiteY1618" fmla="*/ 617048 h 3192694"/>
              <a:gd name="connsiteX1619" fmla="*/ 4808585 w 8115305"/>
              <a:gd name="connsiteY1619" fmla="*/ 644392 h 3192694"/>
              <a:gd name="connsiteX1620" fmla="*/ 4739412 w 8115305"/>
              <a:gd name="connsiteY1620" fmla="*/ 673364 h 3192694"/>
              <a:gd name="connsiteX1621" fmla="*/ 4633119 w 8115305"/>
              <a:gd name="connsiteY1621" fmla="*/ 644755 h 3192694"/>
              <a:gd name="connsiteX1622" fmla="*/ 4707181 w 8115305"/>
              <a:gd name="connsiteY1622" fmla="*/ 617048 h 3192694"/>
              <a:gd name="connsiteX1623" fmla="*/ 2184789 w 8115305"/>
              <a:gd name="connsiteY1623" fmla="*/ 616505 h 3192694"/>
              <a:gd name="connsiteX1624" fmla="*/ 2213220 w 8115305"/>
              <a:gd name="connsiteY1624" fmla="*/ 636061 h 3192694"/>
              <a:gd name="connsiteX1625" fmla="*/ 2119421 w 8115305"/>
              <a:gd name="connsiteY1625" fmla="*/ 655798 h 3192694"/>
              <a:gd name="connsiteX1626" fmla="*/ 2091169 w 8115305"/>
              <a:gd name="connsiteY1626" fmla="*/ 634613 h 3192694"/>
              <a:gd name="connsiteX1627" fmla="*/ 2184789 w 8115305"/>
              <a:gd name="connsiteY1627" fmla="*/ 616505 h 3192694"/>
              <a:gd name="connsiteX1628" fmla="*/ 6458744 w 8115305"/>
              <a:gd name="connsiteY1628" fmla="*/ 615783 h 3192694"/>
              <a:gd name="connsiteX1629" fmla="*/ 6538599 w 8115305"/>
              <a:gd name="connsiteY1629" fmla="*/ 632623 h 3192694"/>
              <a:gd name="connsiteX1630" fmla="*/ 6516870 w 8115305"/>
              <a:gd name="connsiteY1630" fmla="*/ 647109 h 3192694"/>
              <a:gd name="connsiteX1631" fmla="*/ 6435566 w 8115305"/>
              <a:gd name="connsiteY1631" fmla="*/ 630269 h 3192694"/>
              <a:gd name="connsiteX1632" fmla="*/ 6458744 w 8115305"/>
              <a:gd name="connsiteY1632" fmla="*/ 615783 h 3192694"/>
              <a:gd name="connsiteX1633" fmla="*/ 1999365 w 8115305"/>
              <a:gd name="connsiteY1633" fmla="*/ 610893 h 3192694"/>
              <a:gd name="connsiteX1634" fmla="*/ 2025076 w 8115305"/>
              <a:gd name="connsiteY1634" fmla="*/ 629001 h 3192694"/>
              <a:gd name="connsiteX1635" fmla="*/ 1937072 w 8115305"/>
              <a:gd name="connsiteY1635" fmla="*/ 647108 h 3192694"/>
              <a:gd name="connsiteX1636" fmla="*/ 1912265 w 8115305"/>
              <a:gd name="connsiteY1636" fmla="*/ 629001 h 3192694"/>
              <a:gd name="connsiteX1637" fmla="*/ 1999365 w 8115305"/>
              <a:gd name="connsiteY1637" fmla="*/ 610893 h 3192694"/>
              <a:gd name="connsiteX1638" fmla="*/ 4512161 w 8115305"/>
              <a:gd name="connsiteY1638" fmla="*/ 609806 h 3192694"/>
              <a:gd name="connsiteX1639" fmla="*/ 4613021 w 8115305"/>
              <a:gd name="connsiteY1639" fmla="*/ 638417 h 3192694"/>
              <a:gd name="connsiteX1640" fmla="*/ 4531898 w 8115305"/>
              <a:gd name="connsiteY1640" fmla="*/ 667389 h 3192694"/>
              <a:gd name="connsiteX1641" fmla="*/ 4432123 w 8115305"/>
              <a:gd name="connsiteY1641" fmla="*/ 636786 h 3192694"/>
              <a:gd name="connsiteX1642" fmla="*/ 4512161 w 8115305"/>
              <a:gd name="connsiteY1642" fmla="*/ 609806 h 3192694"/>
              <a:gd name="connsiteX1643" fmla="*/ 1813760 w 8115305"/>
              <a:gd name="connsiteY1643" fmla="*/ 608177 h 3192694"/>
              <a:gd name="connsiteX1644" fmla="*/ 1836395 w 8115305"/>
              <a:gd name="connsiteY1644" fmla="*/ 624474 h 3192694"/>
              <a:gd name="connsiteX1645" fmla="*/ 1752194 w 8115305"/>
              <a:gd name="connsiteY1645" fmla="*/ 641495 h 3192694"/>
              <a:gd name="connsiteX1646" fmla="*/ 1730282 w 8115305"/>
              <a:gd name="connsiteY1646" fmla="*/ 624836 h 3192694"/>
              <a:gd name="connsiteX1647" fmla="*/ 1813760 w 8115305"/>
              <a:gd name="connsiteY1647" fmla="*/ 608177 h 3192694"/>
              <a:gd name="connsiteX1648" fmla="*/ 6249962 w 8115305"/>
              <a:gd name="connsiteY1648" fmla="*/ 606004 h 3192694"/>
              <a:gd name="connsiteX1649" fmla="*/ 6335974 w 8115305"/>
              <a:gd name="connsiteY1649" fmla="*/ 625016 h 3192694"/>
              <a:gd name="connsiteX1650" fmla="*/ 6313157 w 8115305"/>
              <a:gd name="connsiteY1650" fmla="*/ 642219 h 3192694"/>
              <a:gd name="connsiteX1651" fmla="*/ 6225516 w 8115305"/>
              <a:gd name="connsiteY1651" fmla="*/ 624111 h 3192694"/>
              <a:gd name="connsiteX1652" fmla="*/ 6249962 w 8115305"/>
              <a:gd name="connsiteY1652" fmla="*/ 606004 h 3192694"/>
              <a:gd name="connsiteX1653" fmla="*/ 4320941 w 8115305"/>
              <a:gd name="connsiteY1653" fmla="*/ 605280 h 3192694"/>
              <a:gd name="connsiteX1654" fmla="*/ 4417637 w 8115305"/>
              <a:gd name="connsiteY1654" fmla="*/ 634252 h 3192694"/>
              <a:gd name="connsiteX1655" fmla="*/ 4332530 w 8115305"/>
              <a:gd name="connsiteY1655" fmla="*/ 663044 h 3192694"/>
              <a:gd name="connsiteX1656" fmla="*/ 4235652 w 8115305"/>
              <a:gd name="connsiteY1656" fmla="*/ 632442 h 3192694"/>
              <a:gd name="connsiteX1657" fmla="*/ 4320941 w 8115305"/>
              <a:gd name="connsiteY1657" fmla="*/ 605280 h 3192694"/>
              <a:gd name="connsiteX1658" fmla="*/ 1634129 w 8115305"/>
              <a:gd name="connsiteY1658" fmla="*/ 603468 h 3192694"/>
              <a:gd name="connsiteX1659" fmla="*/ 1650065 w 8115305"/>
              <a:gd name="connsiteY1659" fmla="*/ 618678 h 3192694"/>
              <a:gd name="connsiteX1660" fmla="*/ 1573109 w 8115305"/>
              <a:gd name="connsiteY1660" fmla="*/ 633165 h 3192694"/>
              <a:gd name="connsiteX1661" fmla="*/ 1557896 w 8115305"/>
              <a:gd name="connsiteY1661" fmla="*/ 617593 h 3192694"/>
              <a:gd name="connsiteX1662" fmla="*/ 1634129 w 8115305"/>
              <a:gd name="connsiteY1662" fmla="*/ 603468 h 3192694"/>
              <a:gd name="connsiteX1663" fmla="*/ 6048059 w 8115305"/>
              <a:gd name="connsiteY1663" fmla="*/ 602382 h 3192694"/>
              <a:gd name="connsiteX1664" fmla="*/ 6139503 w 8115305"/>
              <a:gd name="connsiteY1664" fmla="*/ 619947 h 3192694"/>
              <a:gd name="connsiteX1665" fmla="*/ 6112886 w 8115305"/>
              <a:gd name="connsiteY1665" fmla="*/ 639504 h 3192694"/>
              <a:gd name="connsiteX1666" fmla="*/ 6020355 w 8115305"/>
              <a:gd name="connsiteY1666" fmla="*/ 621396 h 3192694"/>
              <a:gd name="connsiteX1667" fmla="*/ 6048059 w 8115305"/>
              <a:gd name="connsiteY1667" fmla="*/ 602382 h 3192694"/>
              <a:gd name="connsiteX1668" fmla="*/ 1449976 w 8115305"/>
              <a:gd name="connsiteY1668" fmla="*/ 601114 h 3192694"/>
              <a:gd name="connsiteX1669" fmla="*/ 1463377 w 8115305"/>
              <a:gd name="connsiteY1669" fmla="*/ 613608 h 3192694"/>
              <a:gd name="connsiteX1670" fmla="*/ 1390944 w 8115305"/>
              <a:gd name="connsiteY1670" fmla="*/ 626828 h 3192694"/>
              <a:gd name="connsiteX1671" fmla="*/ 1380985 w 8115305"/>
              <a:gd name="connsiteY1671" fmla="*/ 613608 h 3192694"/>
              <a:gd name="connsiteX1672" fmla="*/ 1449976 w 8115305"/>
              <a:gd name="connsiteY1672" fmla="*/ 601114 h 3192694"/>
              <a:gd name="connsiteX1673" fmla="*/ 4129000 w 8115305"/>
              <a:gd name="connsiteY1673" fmla="*/ 598761 h 3192694"/>
              <a:gd name="connsiteX1674" fmla="*/ 4222797 w 8115305"/>
              <a:gd name="connsiteY1674" fmla="*/ 626648 h 3192694"/>
              <a:gd name="connsiteX1675" fmla="*/ 4134795 w 8115305"/>
              <a:gd name="connsiteY1675" fmla="*/ 656345 h 3192694"/>
              <a:gd name="connsiteX1676" fmla="*/ 4040815 w 8115305"/>
              <a:gd name="connsiteY1676" fmla="*/ 627009 h 3192694"/>
              <a:gd name="connsiteX1677" fmla="*/ 4129000 w 8115305"/>
              <a:gd name="connsiteY1677" fmla="*/ 598761 h 3192694"/>
              <a:gd name="connsiteX1678" fmla="*/ 1266364 w 8115305"/>
              <a:gd name="connsiteY1678" fmla="*/ 596948 h 3192694"/>
              <a:gd name="connsiteX1679" fmla="*/ 1272882 w 8115305"/>
              <a:gd name="connsiteY1679" fmla="*/ 607813 h 3192694"/>
              <a:gd name="connsiteX1680" fmla="*/ 1213127 w 8115305"/>
              <a:gd name="connsiteY1680" fmla="*/ 618317 h 3192694"/>
              <a:gd name="connsiteX1681" fmla="*/ 1204073 w 8115305"/>
              <a:gd name="connsiteY1681" fmla="*/ 607632 h 3192694"/>
              <a:gd name="connsiteX1682" fmla="*/ 1266364 w 8115305"/>
              <a:gd name="connsiteY1682" fmla="*/ 596948 h 3192694"/>
              <a:gd name="connsiteX1683" fmla="*/ 1080209 w 8115305"/>
              <a:gd name="connsiteY1683" fmla="*/ 594777 h 3192694"/>
              <a:gd name="connsiteX1684" fmla="*/ 1088537 w 8115305"/>
              <a:gd name="connsiteY1684" fmla="*/ 602926 h 3192694"/>
              <a:gd name="connsiteX1685" fmla="*/ 1039104 w 8115305"/>
              <a:gd name="connsiteY1685" fmla="*/ 611981 h 3192694"/>
              <a:gd name="connsiteX1686" fmla="*/ 1031137 w 8115305"/>
              <a:gd name="connsiteY1686" fmla="*/ 603650 h 3192694"/>
              <a:gd name="connsiteX1687" fmla="*/ 1080209 w 8115305"/>
              <a:gd name="connsiteY1687" fmla="*/ 594777 h 3192694"/>
              <a:gd name="connsiteX1688" fmla="*/ 3935246 w 8115305"/>
              <a:gd name="connsiteY1688" fmla="*/ 594596 h 3192694"/>
              <a:gd name="connsiteX1689" fmla="*/ 4022887 w 8115305"/>
              <a:gd name="connsiteY1689" fmla="*/ 622663 h 3192694"/>
              <a:gd name="connsiteX1690" fmla="*/ 3928908 w 8115305"/>
              <a:gd name="connsiteY1690" fmla="*/ 651816 h 3192694"/>
              <a:gd name="connsiteX1691" fmla="*/ 3841447 w 8115305"/>
              <a:gd name="connsiteY1691" fmla="*/ 622300 h 3192694"/>
              <a:gd name="connsiteX1692" fmla="*/ 3935246 w 8115305"/>
              <a:gd name="connsiteY1692" fmla="*/ 594596 h 3192694"/>
              <a:gd name="connsiteX1693" fmla="*/ 5850322 w 8115305"/>
              <a:gd name="connsiteY1693" fmla="*/ 594415 h 3192694"/>
              <a:gd name="connsiteX1694" fmla="*/ 5941405 w 8115305"/>
              <a:gd name="connsiteY1694" fmla="*/ 614154 h 3192694"/>
              <a:gd name="connsiteX1695" fmla="*/ 5906819 w 8115305"/>
              <a:gd name="connsiteY1695" fmla="*/ 634072 h 3192694"/>
              <a:gd name="connsiteX1696" fmla="*/ 5814107 w 8115305"/>
              <a:gd name="connsiteY1696" fmla="*/ 613610 h 3192694"/>
              <a:gd name="connsiteX1697" fmla="*/ 5850322 w 8115305"/>
              <a:gd name="connsiteY1697" fmla="*/ 594415 h 3192694"/>
              <a:gd name="connsiteX1698" fmla="*/ 905097 w 8115305"/>
              <a:gd name="connsiteY1698" fmla="*/ 591154 h 3192694"/>
              <a:gd name="connsiteX1699" fmla="*/ 906546 w 8115305"/>
              <a:gd name="connsiteY1699" fmla="*/ 597853 h 3192694"/>
              <a:gd name="connsiteX1700" fmla="*/ 868157 w 8115305"/>
              <a:gd name="connsiteY1700" fmla="*/ 603648 h 3192694"/>
              <a:gd name="connsiteX1701" fmla="*/ 867071 w 8115305"/>
              <a:gd name="connsiteY1701" fmla="*/ 597492 h 3192694"/>
              <a:gd name="connsiteX1702" fmla="*/ 905097 w 8115305"/>
              <a:gd name="connsiteY1702" fmla="*/ 591154 h 3192694"/>
              <a:gd name="connsiteX1703" fmla="*/ 5648059 w 8115305"/>
              <a:gd name="connsiteY1703" fmla="*/ 588620 h 3192694"/>
              <a:gd name="connsiteX1704" fmla="*/ 5742400 w 8115305"/>
              <a:gd name="connsiteY1704" fmla="*/ 609808 h 3192694"/>
              <a:gd name="connsiteX1705" fmla="*/ 5702563 w 8115305"/>
              <a:gd name="connsiteY1705" fmla="*/ 631355 h 3192694"/>
              <a:gd name="connsiteX1706" fmla="*/ 5604601 w 8115305"/>
              <a:gd name="connsiteY1706" fmla="*/ 608901 h 3192694"/>
              <a:gd name="connsiteX1707" fmla="*/ 5648059 w 8115305"/>
              <a:gd name="connsiteY1707" fmla="*/ 588620 h 3192694"/>
              <a:gd name="connsiteX1708" fmla="*/ 3748916 w 8115305"/>
              <a:gd name="connsiteY1708" fmla="*/ 588620 h 3192694"/>
              <a:gd name="connsiteX1709" fmla="*/ 3830764 w 8115305"/>
              <a:gd name="connsiteY1709" fmla="*/ 616687 h 3192694"/>
              <a:gd name="connsiteX1710" fmla="*/ 3733345 w 8115305"/>
              <a:gd name="connsiteY1710" fmla="*/ 644755 h 3192694"/>
              <a:gd name="connsiteX1711" fmla="*/ 3651859 w 8115305"/>
              <a:gd name="connsiteY1711" fmla="*/ 615239 h 3192694"/>
              <a:gd name="connsiteX1712" fmla="*/ 3748916 w 8115305"/>
              <a:gd name="connsiteY1712" fmla="*/ 588620 h 3192694"/>
              <a:gd name="connsiteX1713" fmla="*/ 3561683 w 8115305"/>
              <a:gd name="connsiteY1713" fmla="*/ 584636 h 3192694"/>
              <a:gd name="connsiteX1714" fmla="*/ 3640269 w 8115305"/>
              <a:gd name="connsiteY1714" fmla="*/ 611255 h 3192694"/>
              <a:gd name="connsiteX1715" fmla="*/ 3541222 w 8115305"/>
              <a:gd name="connsiteY1715" fmla="*/ 640047 h 3192694"/>
              <a:gd name="connsiteX1716" fmla="*/ 3462996 w 8115305"/>
              <a:gd name="connsiteY1716" fmla="*/ 612160 h 3192694"/>
              <a:gd name="connsiteX1717" fmla="*/ 3561683 w 8115305"/>
              <a:gd name="connsiteY1717" fmla="*/ 584636 h 3192694"/>
              <a:gd name="connsiteX1718" fmla="*/ 7152633 w 8115305"/>
              <a:gd name="connsiteY1718" fmla="*/ 583189 h 3192694"/>
              <a:gd name="connsiteX1719" fmla="*/ 7198808 w 8115305"/>
              <a:gd name="connsiteY1719" fmla="*/ 591337 h 3192694"/>
              <a:gd name="connsiteX1720" fmla="*/ 7191385 w 8115305"/>
              <a:gd name="connsiteY1720" fmla="*/ 598580 h 3192694"/>
              <a:gd name="connsiteX1721" fmla="*/ 7145390 w 8115305"/>
              <a:gd name="connsiteY1721" fmla="*/ 589888 h 3192694"/>
              <a:gd name="connsiteX1722" fmla="*/ 7152633 w 8115305"/>
              <a:gd name="connsiteY1722" fmla="*/ 583189 h 3192694"/>
              <a:gd name="connsiteX1723" fmla="*/ 5447245 w 8115305"/>
              <a:gd name="connsiteY1723" fmla="*/ 581014 h 3192694"/>
              <a:gd name="connsiteX1724" fmla="*/ 5548466 w 8115305"/>
              <a:gd name="connsiteY1724" fmla="*/ 602925 h 3192694"/>
              <a:gd name="connsiteX1725" fmla="*/ 5505370 w 8115305"/>
              <a:gd name="connsiteY1725" fmla="*/ 626465 h 3192694"/>
              <a:gd name="connsiteX1726" fmla="*/ 5402880 w 8115305"/>
              <a:gd name="connsiteY1726" fmla="*/ 603650 h 3192694"/>
              <a:gd name="connsiteX1727" fmla="*/ 5447245 w 8115305"/>
              <a:gd name="connsiteY1727" fmla="*/ 581014 h 3192694"/>
              <a:gd name="connsiteX1728" fmla="*/ 3380244 w 8115305"/>
              <a:gd name="connsiteY1728" fmla="*/ 579204 h 3192694"/>
              <a:gd name="connsiteX1729" fmla="*/ 3450502 w 8115305"/>
              <a:gd name="connsiteY1729" fmla="*/ 605822 h 3192694"/>
              <a:gd name="connsiteX1730" fmla="*/ 3346381 w 8115305"/>
              <a:gd name="connsiteY1730" fmla="*/ 632622 h 3192694"/>
              <a:gd name="connsiteX1731" fmla="*/ 3278840 w 8115305"/>
              <a:gd name="connsiteY1731" fmla="*/ 604374 h 3192694"/>
              <a:gd name="connsiteX1732" fmla="*/ 3380244 w 8115305"/>
              <a:gd name="connsiteY1732" fmla="*/ 579204 h 3192694"/>
              <a:gd name="connsiteX1733" fmla="*/ 6949646 w 8115305"/>
              <a:gd name="connsiteY1733" fmla="*/ 577212 h 3192694"/>
              <a:gd name="connsiteX1734" fmla="*/ 7006142 w 8115305"/>
              <a:gd name="connsiteY1734" fmla="*/ 586628 h 3192694"/>
              <a:gd name="connsiteX1735" fmla="*/ 7002882 w 8115305"/>
              <a:gd name="connsiteY1735" fmla="*/ 596407 h 3192694"/>
              <a:gd name="connsiteX1736" fmla="*/ 6945661 w 8115305"/>
              <a:gd name="connsiteY1736" fmla="*/ 587352 h 3192694"/>
              <a:gd name="connsiteX1737" fmla="*/ 6949646 w 8115305"/>
              <a:gd name="connsiteY1737" fmla="*/ 577212 h 3192694"/>
              <a:gd name="connsiteX1738" fmla="*/ 3198261 w 8115305"/>
              <a:gd name="connsiteY1738" fmla="*/ 576489 h 3192694"/>
              <a:gd name="connsiteX1739" fmla="*/ 3259644 w 8115305"/>
              <a:gd name="connsiteY1739" fmla="*/ 601296 h 3192694"/>
              <a:gd name="connsiteX1740" fmla="*/ 3156793 w 8115305"/>
              <a:gd name="connsiteY1740" fmla="*/ 627008 h 3192694"/>
              <a:gd name="connsiteX1741" fmla="*/ 3096494 w 8115305"/>
              <a:gd name="connsiteY1741" fmla="*/ 601116 h 3192694"/>
              <a:gd name="connsiteX1742" fmla="*/ 3198261 w 8115305"/>
              <a:gd name="connsiteY1742" fmla="*/ 576489 h 3192694"/>
              <a:gd name="connsiteX1743" fmla="*/ 5260010 w 8115305"/>
              <a:gd name="connsiteY1743" fmla="*/ 576126 h 3192694"/>
              <a:gd name="connsiteX1744" fmla="*/ 5358516 w 8115305"/>
              <a:gd name="connsiteY1744" fmla="*/ 600029 h 3192694"/>
              <a:gd name="connsiteX1745" fmla="*/ 5304193 w 8115305"/>
              <a:gd name="connsiteY1745" fmla="*/ 622844 h 3192694"/>
              <a:gd name="connsiteX1746" fmla="*/ 5205687 w 8115305"/>
              <a:gd name="connsiteY1746" fmla="*/ 597673 h 3192694"/>
              <a:gd name="connsiteX1747" fmla="*/ 5260010 w 8115305"/>
              <a:gd name="connsiteY1747" fmla="*/ 576126 h 3192694"/>
              <a:gd name="connsiteX1748" fmla="*/ 3015552 w 8115305"/>
              <a:gd name="connsiteY1748" fmla="*/ 571056 h 3192694"/>
              <a:gd name="connsiteX1749" fmla="*/ 3074221 w 8115305"/>
              <a:gd name="connsiteY1749" fmla="*/ 594597 h 3192694"/>
              <a:gd name="connsiteX1750" fmla="*/ 2972998 w 8115305"/>
              <a:gd name="connsiteY1750" fmla="*/ 619948 h 3192694"/>
              <a:gd name="connsiteX1751" fmla="*/ 2915053 w 8115305"/>
              <a:gd name="connsiteY1751" fmla="*/ 595139 h 3192694"/>
              <a:gd name="connsiteX1752" fmla="*/ 3015552 w 8115305"/>
              <a:gd name="connsiteY1752" fmla="*/ 571056 h 3192694"/>
              <a:gd name="connsiteX1753" fmla="*/ 6746839 w 8115305"/>
              <a:gd name="connsiteY1753" fmla="*/ 569245 h 3192694"/>
              <a:gd name="connsiteX1754" fmla="*/ 6812207 w 8115305"/>
              <a:gd name="connsiteY1754" fmla="*/ 580834 h 3192694"/>
              <a:gd name="connsiteX1755" fmla="*/ 6800075 w 8115305"/>
              <a:gd name="connsiteY1755" fmla="*/ 592242 h 3192694"/>
              <a:gd name="connsiteX1756" fmla="*/ 6734706 w 8115305"/>
              <a:gd name="connsiteY1756" fmla="*/ 579929 h 3192694"/>
              <a:gd name="connsiteX1757" fmla="*/ 6746839 w 8115305"/>
              <a:gd name="connsiteY1757" fmla="*/ 569245 h 3192694"/>
              <a:gd name="connsiteX1758" fmla="*/ 5069697 w 8115305"/>
              <a:gd name="connsiteY1758" fmla="*/ 568703 h 3192694"/>
              <a:gd name="connsiteX1759" fmla="*/ 5168203 w 8115305"/>
              <a:gd name="connsiteY1759" fmla="*/ 593329 h 3192694"/>
              <a:gd name="connsiteX1760" fmla="*/ 5107905 w 8115305"/>
              <a:gd name="connsiteY1760" fmla="*/ 618136 h 3192694"/>
              <a:gd name="connsiteX1761" fmla="*/ 5006502 w 8115305"/>
              <a:gd name="connsiteY1761" fmla="*/ 591881 h 3192694"/>
              <a:gd name="connsiteX1762" fmla="*/ 5069697 w 8115305"/>
              <a:gd name="connsiteY1762" fmla="*/ 568703 h 3192694"/>
              <a:gd name="connsiteX1763" fmla="*/ 2828699 w 8115305"/>
              <a:gd name="connsiteY1763" fmla="*/ 568520 h 3192694"/>
              <a:gd name="connsiteX1764" fmla="*/ 2878658 w 8115305"/>
              <a:gd name="connsiteY1764" fmla="*/ 590612 h 3192694"/>
              <a:gd name="connsiteX1765" fmla="*/ 2780896 w 8115305"/>
              <a:gd name="connsiteY1765" fmla="*/ 613971 h 3192694"/>
              <a:gd name="connsiteX1766" fmla="*/ 2730737 w 8115305"/>
              <a:gd name="connsiteY1766" fmla="*/ 590430 h 3192694"/>
              <a:gd name="connsiteX1767" fmla="*/ 2828699 w 8115305"/>
              <a:gd name="connsiteY1767" fmla="*/ 568520 h 3192694"/>
              <a:gd name="connsiteX1768" fmla="*/ 4877935 w 8115305"/>
              <a:gd name="connsiteY1768" fmla="*/ 563994 h 3192694"/>
              <a:gd name="connsiteX1769" fmla="*/ 4978797 w 8115305"/>
              <a:gd name="connsiteY1769" fmla="*/ 588440 h 3192694"/>
              <a:gd name="connsiteX1770" fmla="*/ 4918316 w 8115305"/>
              <a:gd name="connsiteY1770" fmla="*/ 614515 h 3192694"/>
              <a:gd name="connsiteX1771" fmla="*/ 4814379 w 8115305"/>
              <a:gd name="connsiteY1771" fmla="*/ 588620 h 3192694"/>
              <a:gd name="connsiteX1772" fmla="*/ 4877935 w 8115305"/>
              <a:gd name="connsiteY1772" fmla="*/ 563994 h 3192694"/>
              <a:gd name="connsiteX1773" fmla="*/ 6554171 w 8115305"/>
              <a:gd name="connsiteY1773" fmla="*/ 563631 h 3192694"/>
              <a:gd name="connsiteX1774" fmla="*/ 6623705 w 8115305"/>
              <a:gd name="connsiteY1774" fmla="*/ 576849 h 3192694"/>
              <a:gd name="connsiteX1775" fmla="*/ 6607409 w 8115305"/>
              <a:gd name="connsiteY1775" fmla="*/ 589886 h 3192694"/>
              <a:gd name="connsiteX1776" fmla="*/ 6534978 w 8115305"/>
              <a:gd name="connsiteY1776" fmla="*/ 575944 h 3192694"/>
              <a:gd name="connsiteX1777" fmla="*/ 6554171 w 8115305"/>
              <a:gd name="connsiteY1777" fmla="*/ 563631 h 3192694"/>
              <a:gd name="connsiteX1778" fmla="*/ 2652513 w 8115305"/>
              <a:gd name="connsiteY1778" fmla="*/ 563269 h 3192694"/>
              <a:gd name="connsiteX1779" fmla="*/ 2695790 w 8115305"/>
              <a:gd name="connsiteY1779" fmla="*/ 584635 h 3192694"/>
              <a:gd name="connsiteX1780" fmla="*/ 2595656 w 8115305"/>
              <a:gd name="connsiteY1780" fmla="*/ 606908 h 3192694"/>
              <a:gd name="connsiteX1781" fmla="*/ 2553463 w 8115305"/>
              <a:gd name="connsiteY1781" fmla="*/ 584635 h 3192694"/>
              <a:gd name="connsiteX1782" fmla="*/ 2652513 w 8115305"/>
              <a:gd name="connsiteY1782" fmla="*/ 563269 h 3192694"/>
              <a:gd name="connsiteX1783" fmla="*/ 2472703 w 8115305"/>
              <a:gd name="connsiteY1783" fmla="*/ 561638 h 3192694"/>
              <a:gd name="connsiteX1784" fmla="*/ 2510188 w 8115305"/>
              <a:gd name="connsiteY1784" fmla="*/ 580653 h 3192694"/>
              <a:gd name="connsiteX1785" fmla="*/ 2413490 w 8115305"/>
              <a:gd name="connsiteY1785" fmla="*/ 601114 h 3192694"/>
              <a:gd name="connsiteX1786" fmla="*/ 2377274 w 8115305"/>
              <a:gd name="connsiteY1786" fmla="*/ 580653 h 3192694"/>
              <a:gd name="connsiteX1787" fmla="*/ 2472703 w 8115305"/>
              <a:gd name="connsiteY1787" fmla="*/ 561638 h 3192694"/>
              <a:gd name="connsiteX1788" fmla="*/ 2296696 w 8115305"/>
              <a:gd name="connsiteY1788" fmla="*/ 557114 h 3192694"/>
              <a:gd name="connsiteX1789" fmla="*/ 2328746 w 8115305"/>
              <a:gd name="connsiteY1789" fmla="*/ 575221 h 3192694"/>
              <a:gd name="connsiteX1790" fmla="*/ 2239839 w 8115305"/>
              <a:gd name="connsiteY1790" fmla="*/ 593329 h 3192694"/>
              <a:gd name="connsiteX1791" fmla="*/ 2206157 w 8115305"/>
              <a:gd name="connsiteY1791" fmla="*/ 575221 h 3192694"/>
              <a:gd name="connsiteX1792" fmla="*/ 2296696 w 8115305"/>
              <a:gd name="connsiteY1792" fmla="*/ 557114 h 3192694"/>
              <a:gd name="connsiteX1793" fmla="*/ 4689797 w 8115305"/>
              <a:gd name="connsiteY1793" fmla="*/ 556931 h 3192694"/>
              <a:gd name="connsiteX1794" fmla="*/ 4792288 w 8115305"/>
              <a:gd name="connsiteY1794" fmla="*/ 582282 h 3192694"/>
              <a:gd name="connsiteX1795" fmla="*/ 4723478 w 8115305"/>
              <a:gd name="connsiteY1795" fmla="*/ 609625 h 3192694"/>
              <a:gd name="connsiteX1796" fmla="*/ 4620263 w 8115305"/>
              <a:gd name="connsiteY1796" fmla="*/ 583187 h 3192694"/>
              <a:gd name="connsiteX1797" fmla="*/ 4689797 w 8115305"/>
              <a:gd name="connsiteY1797" fmla="*/ 556931 h 3192694"/>
              <a:gd name="connsiteX1798" fmla="*/ 6351546 w 8115305"/>
              <a:gd name="connsiteY1798" fmla="*/ 556570 h 3192694"/>
              <a:gd name="connsiteX1799" fmla="*/ 6428323 w 8115305"/>
              <a:gd name="connsiteY1799" fmla="*/ 570151 h 3192694"/>
              <a:gd name="connsiteX1800" fmla="*/ 6413112 w 8115305"/>
              <a:gd name="connsiteY1800" fmla="*/ 584998 h 3192694"/>
              <a:gd name="connsiteX1801" fmla="*/ 6335611 w 8115305"/>
              <a:gd name="connsiteY1801" fmla="*/ 571056 h 3192694"/>
              <a:gd name="connsiteX1802" fmla="*/ 6351546 w 8115305"/>
              <a:gd name="connsiteY1802" fmla="*/ 556570 h 3192694"/>
              <a:gd name="connsiteX1803" fmla="*/ 2119784 w 8115305"/>
              <a:gd name="connsiteY1803" fmla="*/ 554214 h 3192694"/>
              <a:gd name="connsiteX1804" fmla="*/ 2146764 w 8115305"/>
              <a:gd name="connsiteY1804" fmla="*/ 570693 h 3192694"/>
              <a:gd name="connsiteX1805" fmla="*/ 2059845 w 8115305"/>
              <a:gd name="connsiteY1805" fmla="*/ 588801 h 3192694"/>
              <a:gd name="connsiteX1806" fmla="*/ 2033045 w 8115305"/>
              <a:gd name="connsiteY1806" fmla="*/ 570693 h 3192694"/>
              <a:gd name="connsiteX1807" fmla="*/ 2119784 w 8115305"/>
              <a:gd name="connsiteY1807" fmla="*/ 554214 h 3192694"/>
              <a:gd name="connsiteX1808" fmla="*/ 4504191 w 8115305"/>
              <a:gd name="connsiteY1808" fmla="*/ 552585 h 3192694"/>
              <a:gd name="connsiteX1809" fmla="*/ 4600163 w 8115305"/>
              <a:gd name="connsiteY1809" fmla="*/ 579565 h 3192694"/>
              <a:gd name="connsiteX1810" fmla="*/ 4520126 w 8115305"/>
              <a:gd name="connsiteY1810" fmla="*/ 606003 h 3192694"/>
              <a:gd name="connsiteX1811" fmla="*/ 4423975 w 8115305"/>
              <a:gd name="connsiteY1811" fmla="*/ 577755 h 3192694"/>
              <a:gd name="connsiteX1812" fmla="*/ 4504191 w 8115305"/>
              <a:gd name="connsiteY1812" fmla="*/ 552585 h 3192694"/>
              <a:gd name="connsiteX1813" fmla="*/ 1936348 w 8115305"/>
              <a:gd name="connsiteY1813" fmla="*/ 551317 h 3192694"/>
              <a:gd name="connsiteX1814" fmla="*/ 1958440 w 8115305"/>
              <a:gd name="connsiteY1814" fmla="*/ 566891 h 3192694"/>
              <a:gd name="connsiteX1815" fmla="*/ 1876230 w 8115305"/>
              <a:gd name="connsiteY1815" fmla="*/ 582463 h 3192694"/>
              <a:gd name="connsiteX1816" fmla="*/ 1855044 w 8115305"/>
              <a:gd name="connsiteY1816" fmla="*/ 566528 h 3192694"/>
              <a:gd name="connsiteX1817" fmla="*/ 1936348 w 8115305"/>
              <a:gd name="connsiteY1817" fmla="*/ 551317 h 3192694"/>
              <a:gd name="connsiteX1818" fmla="*/ 6153990 w 8115305"/>
              <a:gd name="connsiteY1818" fmla="*/ 550956 h 3192694"/>
              <a:gd name="connsiteX1819" fmla="*/ 6237466 w 8115305"/>
              <a:gd name="connsiteY1819" fmla="*/ 566710 h 3192694"/>
              <a:gd name="connsiteX1820" fmla="*/ 6213383 w 8115305"/>
              <a:gd name="connsiteY1820" fmla="*/ 582825 h 3192694"/>
              <a:gd name="connsiteX1821" fmla="*/ 6130449 w 8115305"/>
              <a:gd name="connsiteY1821" fmla="*/ 566166 h 3192694"/>
              <a:gd name="connsiteX1822" fmla="*/ 6153990 w 8115305"/>
              <a:gd name="connsiteY1822" fmla="*/ 550956 h 3192694"/>
              <a:gd name="connsiteX1823" fmla="*/ 1763058 w 8115305"/>
              <a:gd name="connsiteY1823" fmla="*/ 547335 h 3192694"/>
              <a:gd name="connsiteX1824" fmla="*/ 1780259 w 8115305"/>
              <a:gd name="connsiteY1824" fmla="*/ 561277 h 3192694"/>
              <a:gd name="connsiteX1825" fmla="*/ 1707828 w 8115305"/>
              <a:gd name="connsiteY1825" fmla="*/ 574678 h 3192694"/>
              <a:gd name="connsiteX1826" fmla="*/ 1691350 w 8115305"/>
              <a:gd name="connsiteY1826" fmla="*/ 560372 h 3192694"/>
              <a:gd name="connsiteX1827" fmla="*/ 1763058 w 8115305"/>
              <a:gd name="connsiteY1827" fmla="*/ 547335 h 3192694"/>
              <a:gd name="connsiteX1828" fmla="*/ 1587051 w 8115305"/>
              <a:gd name="connsiteY1828" fmla="*/ 545161 h 3192694"/>
              <a:gd name="connsiteX1829" fmla="*/ 1601354 w 8115305"/>
              <a:gd name="connsiteY1829" fmla="*/ 556933 h 3192694"/>
              <a:gd name="connsiteX1830" fmla="*/ 1533814 w 8115305"/>
              <a:gd name="connsiteY1830" fmla="*/ 569064 h 3192694"/>
              <a:gd name="connsiteX1831" fmla="*/ 1522768 w 8115305"/>
              <a:gd name="connsiteY1831" fmla="*/ 556389 h 3192694"/>
              <a:gd name="connsiteX1832" fmla="*/ 1587051 w 8115305"/>
              <a:gd name="connsiteY1832" fmla="*/ 545161 h 3192694"/>
              <a:gd name="connsiteX1833" fmla="*/ 5962952 w 8115305"/>
              <a:gd name="connsiteY1833" fmla="*/ 544437 h 3192694"/>
              <a:gd name="connsiteX1834" fmla="*/ 6051318 w 8115305"/>
              <a:gd name="connsiteY1834" fmla="*/ 562544 h 3192694"/>
              <a:gd name="connsiteX1835" fmla="*/ 6025245 w 8115305"/>
              <a:gd name="connsiteY1835" fmla="*/ 580652 h 3192694"/>
              <a:gd name="connsiteX1836" fmla="*/ 5935972 w 8115305"/>
              <a:gd name="connsiteY1836" fmla="*/ 562544 h 3192694"/>
              <a:gd name="connsiteX1837" fmla="*/ 5962952 w 8115305"/>
              <a:gd name="connsiteY1837" fmla="*/ 544437 h 3192694"/>
              <a:gd name="connsiteX1838" fmla="*/ 1417922 w 8115305"/>
              <a:gd name="connsiteY1838" fmla="*/ 541359 h 3192694"/>
              <a:gd name="connsiteX1839" fmla="*/ 1426796 w 8115305"/>
              <a:gd name="connsiteY1839" fmla="*/ 551500 h 3192694"/>
              <a:gd name="connsiteX1840" fmla="*/ 1368128 w 8115305"/>
              <a:gd name="connsiteY1840" fmla="*/ 561640 h 3192694"/>
              <a:gd name="connsiteX1841" fmla="*/ 1359619 w 8115305"/>
              <a:gd name="connsiteY1841" fmla="*/ 551136 h 3192694"/>
              <a:gd name="connsiteX1842" fmla="*/ 1417922 w 8115305"/>
              <a:gd name="connsiteY1842" fmla="*/ 541359 h 3192694"/>
              <a:gd name="connsiteX1843" fmla="*/ 1244629 w 8115305"/>
              <a:gd name="connsiteY1843" fmla="*/ 538643 h 3192694"/>
              <a:gd name="connsiteX1844" fmla="*/ 1251872 w 8115305"/>
              <a:gd name="connsiteY1844" fmla="*/ 547154 h 3192694"/>
              <a:gd name="connsiteX1845" fmla="*/ 1201172 w 8115305"/>
              <a:gd name="connsiteY1845" fmla="*/ 556027 h 3192694"/>
              <a:gd name="connsiteX1846" fmla="*/ 1191392 w 8115305"/>
              <a:gd name="connsiteY1846" fmla="*/ 547878 h 3192694"/>
              <a:gd name="connsiteX1847" fmla="*/ 1244629 w 8115305"/>
              <a:gd name="connsiteY1847" fmla="*/ 538643 h 3192694"/>
              <a:gd name="connsiteX1848" fmla="*/ 5772098 w 8115305"/>
              <a:gd name="connsiteY1848" fmla="*/ 538462 h 3192694"/>
              <a:gd name="connsiteX1849" fmla="*/ 5865353 w 8115305"/>
              <a:gd name="connsiteY1849" fmla="*/ 556570 h 3192694"/>
              <a:gd name="connsiteX1850" fmla="*/ 5832216 w 8115305"/>
              <a:gd name="connsiteY1850" fmla="*/ 576126 h 3192694"/>
              <a:gd name="connsiteX1851" fmla="*/ 5738055 w 8115305"/>
              <a:gd name="connsiteY1851" fmla="*/ 556570 h 3192694"/>
              <a:gd name="connsiteX1852" fmla="*/ 5772098 w 8115305"/>
              <a:gd name="connsiteY1852" fmla="*/ 538462 h 3192694"/>
              <a:gd name="connsiteX1853" fmla="*/ 1077306 w 8115305"/>
              <a:gd name="connsiteY1853" fmla="*/ 535021 h 3192694"/>
              <a:gd name="connsiteX1854" fmla="*/ 1079298 w 8115305"/>
              <a:gd name="connsiteY1854" fmla="*/ 541903 h 3192694"/>
              <a:gd name="connsiteX1855" fmla="*/ 1038555 w 8115305"/>
              <a:gd name="connsiteY1855" fmla="*/ 548422 h 3192694"/>
              <a:gd name="connsiteX1856" fmla="*/ 1034028 w 8115305"/>
              <a:gd name="connsiteY1856" fmla="*/ 541720 h 3192694"/>
              <a:gd name="connsiteX1857" fmla="*/ 1077306 w 8115305"/>
              <a:gd name="connsiteY1857" fmla="*/ 535021 h 3192694"/>
              <a:gd name="connsiteX1858" fmla="*/ 5587217 w 8115305"/>
              <a:gd name="connsiteY1858" fmla="*/ 533753 h 3192694"/>
              <a:gd name="connsiteX1859" fmla="*/ 5681015 w 8115305"/>
              <a:gd name="connsiteY1859" fmla="*/ 553491 h 3192694"/>
              <a:gd name="connsiteX1860" fmla="*/ 5642265 w 8115305"/>
              <a:gd name="connsiteY1860" fmla="*/ 573048 h 3192694"/>
              <a:gd name="connsiteX1861" fmla="*/ 5547561 w 8115305"/>
              <a:gd name="connsiteY1861" fmla="*/ 552585 h 3192694"/>
              <a:gd name="connsiteX1862" fmla="*/ 5587217 w 8115305"/>
              <a:gd name="connsiteY1862" fmla="*/ 533753 h 3192694"/>
              <a:gd name="connsiteX1863" fmla="*/ 7023344 w 8115305"/>
              <a:gd name="connsiteY1863" fmla="*/ 528864 h 3192694"/>
              <a:gd name="connsiteX1864" fmla="*/ 7066983 w 8115305"/>
              <a:gd name="connsiteY1864" fmla="*/ 535745 h 3192694"/>
              <a:gd name="connsiteX1865" fmla="*/ 7064991 w 8115305"/>
              <a:gd name="connsiteY1865" fmla="*/ 543350 h 3192694"/>
              <a:gd name="connsiteX1866" fmla="*/ 7018274 w 8115305"/>
              <a:gd name="connsiteY1866" fmla="*/ 535926 h 3192694"/>
              <a:gd name="connsiteX1867" fmla="*/ 7023344 w 8115305"/>
              <a:gd name="connsiteY1867" fmla="*/ 528864 h 3192694"/>
              <a:gd name="connsiteX1868" fmla="*/ 5404692 w 8115305"/>
              <a:gd name="connsiteY1868" fmla="*/ 526873 h 3192694"/>
              <a:gd name="connsiteX1869" fmla="*/ 5497584 w 8115305"/>
              <a:gd name="connsiteY1869" fmla="*/ 547879 h 3192694"/>
              <a:gd name="connsiteX1870" fmla="*/ 5449962 w 8115305"/>
              <a:gd name="connsiteY1870" fmla="*/ 568703 h 3192694"/>
              <a:gd name="connsiteX1871" fmla="*/ 5354171 w 8115305"/>
              <a:gd name="connsiteY1871" fmla="*/ 546249 h 3192694"/>
              <a:gd name="connsiteX1872" fmla="*/ 5404692 w 8115305"/>
              <a:gd name="connsiteY1872" fmla="*/ 526873 h 3192694"/>
              <a:gd name="connsiteX1873" fmla="*/ 4242535 w 8115305"/>
              <a:gd name="connsiteY1873" fmla="*/ 525424 h 3192694"/>
              <a:gd name="connsiteX1874" fmla="*/ 4168836 w 8115305"/>
              <a:gd name="connsiteY1874" fmla="*/ 541903 h 3192694"/>
              <a:gd name="connsiteX1875" fmla="*/ 4234930 w 8115305"/>
              <a:gd name="connsiteY1875" fmla="*/ 567073 h 3192694"/>
              <a:gd name="connsiteX1876" fmla="*/ 4309715 w 8115305"/>
              <a:gd name="connsiteY1876" fmla="*/ 544256 h 3192694"/>
              <a:gd name="connsiteX1877" fmla="*/ 4242535 w 8115305"/>
              <a:gd name="connsiteY1877" fmla="*/ 525424 h 3192694"/>
              <a:gd name="connsiteX1878" fmla="*/ 3426058 w 8115305"/>
              <a:gd name="connsiteY1878" fmla="*/ 524881 h 3192694"/>
              <a:gd name="connsiteX1879" fmla="*/ 3493780 w 8115305"/>
              <a:gd name="connsiteY1879" fmla="*/ 549690 h 3192694"/>
              <a:gd name="connsiteX1880" fmla="*/ 3394912 w 8115305"/>
              <a:gd name="connsiteY1880" fmla="*/ 574678 h 3192694"/>
              <a:gd name="connsiteX1881" fmla="*/ 3326464 w 8115305"/>
              <a:gd name="connsiteY1881" fmla="*/ 548242 h 3192694"/>
              <a:gd name="connsiteX1882" fmla="*/ 3426058 w 8115305"/>
              <a:gd name="connsiteY1882" fmla="*/ 524881 h 3192694"/>
              <a:gd name="connsiteX1883" fmla="*/ 6832488 w 8115305"/>
              <a:gd name="connsiteY1883" fmla="*/ 523432 h 3192694"/>
              <a:gd name="connsiteX1884" fmla="*/ 6886448 w 8115305"/>
              <a:gd name="connsiteY1884" fmla="*/ 532485 h 3192694"/>
              <a:gd name="connsiteX1885" fmla="*/ 6877576 w 8115305"/>
              <a:gd name="connsiteY1885" fmla="*/ 541360 h 3192694"/>
              <a:gd name="connsiteX1886" fmla="*/ 6823252 w 8115305"/>
              <a:gd name="connsiteY1886" fmla="*/ 532124 h 3192694"/>
              <a:gd name="connsiteX1887" fmla="*/ 6832488 w 8115305"/>
              <a:gd name="connsiteY1887" fmla="*/ 523432 h 3192694"/>
              <a:gd name="connsiteX1888" fmla="*/ 5215647 w 8115305"/>
              <a:gd name="connsiteY1888" fmla="*/ 522165 h 3192694"/>
              <a:gd name="connsiteX1889" fmla="*/ 5315602 w 8115305"/>
              <a:gd name="connsiteY1889" fmla="*/ 543533 h 3192694"/>
              <a:gd name="connsiteX1890" fmla="*/ 5265624 w 8115305"/>
              <a:gd name="connsiteY1890" fmla="*/ 566528 h 3192694"/>
              <a:gd name="connsiteX1891" fmla="*/ 5165669 w 8115305"/>
              <a:gd name="connsiteY1891" fmla="*/ 543713 h 3192694"/>
              <a:gd name="connsiteX1892" fmla="*/ 5215647 w 8115305"/>
              <a:gd name="connsiteY1892" fmla="*/ 522165 h 3192694"/>
              <a:gd name="connsiteX1893" fmla="*/ 3250048 w 8115305"/>
              <a:gd name="connsiteY1893" fmla="*/ 521801 h 3192694"/>
              <a:gd name="connsiteX1894" fmla="*/ 3313605 w 8115305"/>
              <a:gd name="connsiteY1894" fmla="*/ 545885 h 3192694"/>
              <a:gd name="connsiteX1895" fmla="*/ 3211840 w 8115305"/>
              <a:gd name="connsiteY1895" fmla="*/ 569968 h 3192694"/>
              <a:gd name="connsiteX1896" fmla="*/ 3151179 w 8115305"/>
              <a:gd name="connsiteY1896" fmla="*/ 544437 h 3192694"/>
              <a:gd name="connsiteX1897" fmla="*/ 3250048 w 8115305"/>
              <a:gd name="connsiteY1897" fmla="*/ 521801 h 3192694"/>
              <a:gd name="connsiteX1898" fmla="*/ 4062544 w 8115305"/>
              <a:gd name="connsiteY1898" fmla="*/ 518725 h 3192694"/>
              <a:gd name="connsiteX1899" fmla="*/ 3984861 w 8115305"/>
              <a:gd name="connsiteY1899" fmla="*/ 537918 h 3192694"/>
              <a:gd name="connsiteX1900" fmla="*/ 4050773 w 8115305"/>
              <a:gd name="connsiteY1900" fmla="*/ 562184 h 3192694"/>
              <a:gd name="connsiteX1901" fmla="*/ 4122119 w 8115305"/>
              <a:gd name="connsiteY1901" fmla="*/ 541359 h 3192694"/>
              <a:gd name="connsiteX1902" fmla="*/ 4062544 w 8115305"/>
              <a:gd name="connsiteY1902" fmla="*/ 518725 h 3192694"/>
              <a:gd name="connsiteX1903" fmla="*/ 3077844 w 8115305"/>
              <a:gd name="connsiteY1903" fmla="*/ 517639 h 3192694"/>
              <a:gd name="connsiteX1904" fmla="*/ 3134158 w 8115305"/>
              <a:gd name="connsiteY1904" fmla="*/ 539911 h 3192694"/>
              <a:gd name="connsiteX1905" fmla="*/ 3037283 w 8115305"/>
              <a:gd name="connsiteY1905" fmla="*/ 562908 h 3192694"/>
              <a:gd name="connsiteX1906" fmla="*/ 2980785 w 8115305"/>
              <a:gd name="connsiteY1906" fmla="*/ 539186 h 3192694"/>
              <a:gd name="connsiteX1907" fmla="*/ 3077844 w 8115305"/>
              <a:gd name="connsiteY1907" fmla="*/ 517639 h 3192694"/>
              <a:gd name="connsiteX1908" fmla="*/ 3883096 w 8115305"/>
              <a:gd name="connsiteY1908" fmla="*/ 516733 h 3192694"/>
              <a:gd name="connsiteX1909" fmla="*/ 3850139 w 8115305"/>
              <a:gd name="connsiteY1909" fmla="*/ 526692 h 3192694"/>
              <a:gd name="connsiteX1910" fmla="*/ 3811751 w 8115305"/>
              <a:gd name="connsiteY1910" fmla="*/ 532487 h 3192694"/>
              <a:gd name="connsiteX1911" fmla="*/ 3848873 w 8115305"/>
              <a:gd name="connsiteY1911" fmla="*/ 543532 h 3192694"/>
              <a:gd name="connsiteX1912" fmla="*/ 3871327 w 8115305"/>
              <a:gd name="connsiteY1912" fmla="*/ 557838 h 3192694"/>
              <a:gd name="connsiteX1913" fmla="*/ 3958968 w 8115305"/>
              <a:gd name="connsiteY1913" fmla="*/ 538101 h 3192694"/>
              <a:gd name="connsiteX1914" fmla="*/ 3883096 w 8115305"/>
              <a:gd name="connsiteY1914" fmla="*/ 517457 h 3192694"/>
              <a:gd name="connsiteX1915" fmla="*/ 5031310 w 8115305"/>
              <a:gd name="connsiteY1915" fmla="*/ 515646 h 3192694"/>
              <a:gd name="connsiteX1916" fmla="*/ 5127643 w 8115305"/>
              <a:gd name="connsiteY1916" fmla="*/ 537738 h 3192694"/>
              <a:gd name="connsiteX1917" fmla="*/ 5070423 w 8115305"/>
              <a:gd name="connsiteY1917" fmla="*/ 561097 h 3192694"/>
              <a:gd name="connsiteX1918" fmla="*/ 4973183 w 8115305"/>
              <a:gd name="connsiteY1918" fmla="*/ 537919 h 3192694"/>
              <a:gd name="connsiteX1919" fmla="*/ 5031310 w 8115305"/>
              <a:gd name="connsiteY1919" fmla="*/ 515646 h 3192694"/>
              <a:gd name="connsiteX1920" fmla="*/ 6634026 w 8115305"/>
              <a:gd name="connsiteY1920" fmla="*/ 515645 h 3192694"/>
              <a:gd name="connsiteX1921" fmla="*/ 6697222 w 8115305"/>
              <a:gd name="connsiteY1921" fmla="*/ 527054 h 3192694"/>
              <a:gd name="connsiteX1922" fmla="*/ 6682555 w 8115305"/>
              <a:gd name="connsiteY1922" fmla="*/ 537736 h 3192694"/>
              <a:gd name="connsiteX1923" fmla="*/ 6619360 w 8115305"/>
              <a:gd name="connsiteY1923" fmla="*/ 525423 h 3192694"/>
              <a:gd name="connsiteX1924" fmla="*/ 6634026 w 8115305"/>
              <a:gd name="connsiteY1924" fmla="*/ 515645 h 3192694"/>
              <a:gd name="connsiteX1925" fmla="*/ 2902017 w 8115305"/>
              <a:gd name="connsiteY1925" fmla="*/ 514921 h 3192694"/>
              <a:gd name="connsiteX1926" fmla="*/ 2956340 w 8115305"/>
              <a:gd name="connsiteY1926" fmla="*/ 536108 h 3192694"/>
              <a:gd name="connsiteX1927" fmla="*/ 2859845 w 8115305"/>
              <a:gd name="connsiteY1927" fmla="*/ 558018 h 3192694"/>
              <a:gd name="connsiteX1928" fmla="*/ 2808059 w 8115305"/>
              <a:gd name="connsiteY1928" fmla="*/ 536469 h 3192694"/>
              <a:gd name="connsiteX1929" fmla="*/ 2902017 w 8115305"/>
              <a:gd name="connsiteY1929" fmla="*/ 514921 h 3192694"/>
              <a:gd name="connsiteX1930" fmla="*/ 6446794 w 8115305"/>
              <a:gd name="connsiteY1930" fmla="*/ 510938 h 3192694"/>
              <a:gd name="connsiteX1931" fmla="*/ 6515423 w 8115305"/>
              <a:gd name="connsiteY1931" fmla="*/ 523252 h 3192694"/>
              <a:gd name="connsiteX1932" fmla="*/ 6501117 w 8115305"/>
              <a:gd name="connsiteY1932" fmla="*/ 535565 h 3192694"/>
              <a:gd name="connsiteX1933" fmla="*/ 6428686 w 8115305"/>
              <a:gd name="connsiteY1933" fmla="*/ 522708 h 3192694"/>
              <a:gd name="connsiteX1934" fmla="*/ 6446794 w 8115305"/>
              <a:gd name="connsiteY1934" fmla="*/ 510938 h 3192694"/>
              <a:gd name="connsiteX1935" fmla="*/ 4852584 w 8115305"/>
              <a:gd name="connsiteY1935" fmla="*/ 510756 h 3192694"/>
              <a:gd name="connsiteX1936" fmla="*/ 4951634 w 8115305"/>
              <a:gd name="connsiteY1936" fmla="*/ 535021 h 3192694"/>
              <a:gd name="connsiteX1937" fmla="*/ 4885903 w 8115305"/>
              <a:gd name="connsiteY1937" fmla="*/ 558743 h 3192694"/>
              <a:gd name="connsiteX1938" fmla="*/ 4786311 w 8115305"/>
              <a:gd name="connsiteY1938" fmla="*/ 533209 h 3192694"/>
              <a:gd name="connsiteX1939" fmla="*/ 4852584 w 8115305"/>
              <a:gd name="connsiteY1939" fmla="*/ 510756 h 3192694"/>
              <a:gd name="connsiteX1940" fmla="*/ 2735084 w 8115305"/>
              <a:gd name="connsiteY1940" fmla="*/ 510576 h 3192694"/>
              <a:gd name="connsiteX1941" fmla="*/ 2780537 w 8115305"/>
              <a:gd name="connsiteY1941" fmla="*/ 530132 h 3192694"/>
              <a:gd name="connsiteX1942" fmla="*/ 2685469 w 8115305"/>
              <a:gd name="connsiteY1942" fmla="*/ 551137 h 3192694"/>
              <a:gd name="connsiteX1943" fmla="*/ 2640742 w 8115305"/>
              <a:gd name="connsiteY1943" fmla="*/ 530856 h 3192694"/>
              <a:gd name="connsiteX1944" fmla="*/ 2735084 w 8115305"/>
              <a:gd name="connsiteY1944" fmla="*/ 510576 h 3192694"/>
              <a:gd name="connsiteX1945" fmla="*/ 2559258 w 8115305"/>
              <a:gd name="connsiteY1945" fmla="*/ 507317 h 3192694"/>
              <a:gd name="connsiteX1946" fmla="*/ 2595470 w 8115305"/>
              <a:gd name="connsiteY1946" fmla="*/ 527054 h 3192694"/>
              <a:gd name="connsiteX1947" fmla="*/ 2504937 w 8115305"/>
              <a:gd name="connsiteY1947" fmla="*/ 545162 h 3192694"/>
              <a:gd name="connsiteX1948" fmla="*/ 2468719 w 8115305"/>
              <a:gd name="connsiteY1948" fmla="*/ 525424 h 3192694"/>
              <a:gd name="connsiteX1949" fmla="*/ 2559258 w 8115305"/>
              <a:gd name="connsiteY1949" fmla="*/ 507317 h 3192694"/>
              <a:gd name="connsiteX1950" fmla="*/ 6257205 w 8115305"/>
              <a:gd name="connsiteY1950" fmla="*/ 504781 h 3192694"/>
              <a:gd name="connsiteX1951" fmla="*/ 6331628 w 8115305"/>
              <a:gd name="connsiteY1951" fmla="*/ 517819 h 3192694"/>
              <a:gd name="connsiteX1952" fmla="*/ 6314606 w 8115305"/>
              <a:gd name="connsiteY1952" fmla="*/ 531039 h 3192694"/>
              <a:gd name="connsiteX1953" fmla="*/ 6239097 w 8115305"/>
              <a:gd name="connsiteY1953" fmla="*/ 517638 h 3192694"/>
              <a:gd name="connsiteX1954" fmla="*/ 6257205 w 8115305"/>
              <a:gd name="connsiteY1954" fmla="*/ 504781 h 3192694"/>
              <a:gd name="connsiteX1955" fmla="*/ 4674585 w 8115305"/>
              <a:gd name="connsiteY1955" fmla="*/ 504781 h 3192694"/>
              <a:gd name="connsiteX1956" fmla="*/ 4772367 w 8115305"/>
              <a:gd name="connsiteY1956" fmla="*/ 529046 h 3192694"/>
              <a:gd name="connsiteX1957" fmla="*/ 4701928 w 8115305"/>
              <a:gd name="connsiteY1957" fmla="*/ 553490 h 3192694"/>
              <a:gd name="connsiteX1958" fmla="*/ 4604509 w 8115305"/>
              <a:gd name="connsiteY1958" fmla="*/ 528322 h 3192694"/>
              <a:gd name="connsiteX1959" fmla="*/ 4674585 w 8115305"/>
              <a:gd name="connsiteY1959" fmla="*/ 504781 h 3192694"/>
              <a:gd name="connsiteX1960" fmla="*/ 2391036 w 8115305"/>
              <a:gd name="connsiteY1960" fmla="*/ 504237 h 3192694"/>
              <a:gd name="connsiteX1961" fmla="*/ 2423630 w 8115305"/>
              <a:gd name="connsiteY1961" fmla="*/ 522345 h 3192694"/>
              <a:gd name="connsiteX1962" fmla="*/ 2333090 w 8115305"/>
              <a:gd name="connsiteY1962" fmla="*/ 540452 h 3192694"/>
              <a:gd name="connsiteX1963" fmla="*/ 2303755 w 8115305"/>
              <a:gd name="connsiteY1963" fmla="*/ 522345 h 3192694"/>
              <a:gd name="connsiteX1964" fmla="*/ 2391036 w 8115305"/>
              <a:gd name="connsiteY1964" fmla="*/ 504237 h 3192694"/>
              <a:gd name="connsiteX1965" fmla="*/ 2221551 w 8115305"/>
              <a:gd name="connsiteY1965" fmla="*/ 501884 h 3192694"/>
              <a:gd name="connsiteX1966" fmla="*/ 2249072 w 8115305"/>
              <a:gd name="connsiteY1966" fmla="*/ 517999 h 3192694"/>
              <a:gd name="connsiteX1967" fmla="*/ 2164872 w 8115305"/>
              <a:gd name="connsiteY1967" fmla="*/ 534116 h 3192694"/>
              <a:gd name="connsiteX1968" fmla="*/ 2138250 w 8115305"/>
              <a:gd name="connsiteY1968" fmla="*/ 517457 h 3192694"/>
              <a:gd name="connsiteX1969" fmla="*/ 2221551 w 8115305"/>
              <a:gd name="connsiteY1969" fmla="*/ 501884 h 3192694"/>
              <a:gd name="connsiteX1970" fmla="*/ 6076127 w 8115305"/>
              <a:gd name="connsiteY1970" fmla="*/ 499711 h 3192694"/>
              <a:gd name="connsiteX1971" fmla="*/ 6154533 w 8115305"/>
              <a:gd name="connsiteY1971" fmla="*/ 514197 h 3192694"/>
              <a:gd name="connsiteX1972" fmla="*/ 6131535 w 8115305"/>
              <a:gd name="connsiteY1972" fmla="*/ 528864 h 3192694"/>
              <a:gd name="connsiteX1973" fmla="*/ 6052224 w 8115305"/>
              <a:gd name="connsiteY1973" fmla="*/ 514016 h 3192694"/>
              <a:gd name="connsiteX1974" fmla="*/ 6076127 w 8115305"/>
              <a:gd name="connsiteY1974" fmla="*/ 499711 h 3192694"/>
              <a:gd name="connsiteX1975" fmla="*/ 2054411 w 8115305"/>
              <a:gd name="connsiteY1975" fmla="*/ 498081 h 3192694"/>
              <a:gd name="connsiteX1976" fmla="*/ 2078132 w 8115305"/>
              <a:gd name="connsiteY1976" fmla="*/ 512387 h 3192694"/>
              <a:gd name="connsiteX1977" fmla="*/ 1999545 w 8115305"/>
              <a:gd name="connsiteY1977" fmla="*/ 526873 h 3192694"/>
              <a:gd name="connsiteX1978" fmla="*/ 1978902 w 8115305"/>
              <a:gd name="connsiteY1978" fmla="*/ 511843 h 3192694"/>
              <a:gd name="connsiteX1979" fmla="*/ 2054411 w 8115305"/>
              <a:gd name="connsiteY1979" fmla="*/ 498081 h 3192694"/>
              <a:gd name="connsiteX1980" fmla="*/ 1890718 w 8115305"/>
              <a:gd name="connsiteY1980" fmla="*/ 496089 h 3192694"/>
              <a:gd name="connsiteX1981" fmla="*/ 1903756 w 8115305"/>
              <a:gd name="connsiteY1981" fmla="*/ 509851 h 3192694"/>
              <a:gd name="connsiteX1982" fmla="*/ 1831506 w 8115305"/>
              <a:gd name="connsiteY1982" fmla="*/ 521801 h 3192694"/>
              <a:gd name="connsiteX1983" fmla="*/ 1816837 w 8115305"/>
              <a:gd name="connsiteY1983" fmla="*/ 508222 h 3192694"/>
              <a:gd name="connsiteX1984" fmla="*/ 1890718 w 8115305"/>
              <a:gd name="connsiteY1984" fmla="*/ 496089 h 3192694"/>
              <a:gd name="connsiteX1985" fmla="*/ 5890521 w 8115305"/>
              <a:gd name="connsiteY1985" fmla="*/ 493191 h 3192694"/>
              <a:gd name="connsiteX1986" fmla="*/ 5973635 w 8115305"/>
              <a:gd name="connsiteY1986" fmla="*/ 508402 h 3192694"/>
              <a:gd name="connsiteX1987" fmla="*/ 5945751 w 8115305"/>
              <a:gd name="connsiteY1987" fmla="*/ 524880 h 3192694"/>
              <a:gd name="connsiteX1988" fmla="*/ 5862453 w 8115305"/>
              <a:gd name="connsiteY1988" fmla="*/ 508765 h 3192694"/>
              <a:gd name="connsiteX1989" fmla="*/ 5890521 w 8115305"/>
              <a:gd name="connsiteY1989" fmla="*/ 493191 h 3192694"/>
              <a:gd name="connsiteX1990" fmla="*/ 1723039 w 8115305"/>
              <a:gd name="connsiteY1990" fmla="*/ 491926 h 3192694"/>
              <a:gd name="connsiteX1991" fmla="*/ 1740060 w 8115305"/>
              <a:gd name="connsiteY1991" fmla="*/ 503334 h 3192694"/>
              <a:gd name="connsiteX1992" fmla="*/ 1673062 w 8115305"/>
              <a:gd name="connsiteY1992" fmla="*/ 515285 h 3192694"/>
              <a:gd name="connsiteX1993" fmla="*/ 1656765 w 8115305"/>
              <a:gd name="connsiteY1993" fmla="*/ 503695 h 3192694"/>
              <a:gd name="connsiteX1994" fmla="*/ 1723039 w 8115305"/>
              <a:gd name="connsiteY1994" fmla="*/ 491926 h 3192694"/>
              <a:gd name="connsiteX1995" fmla="*/ 1551921 w 8115305"/>
              <a:gd name="connsiteY1995" fmla="*/ 489934 h 3192694"/>
              <a:gd name="connsiteX1996" fmla="*/ 1562967 w 8115305"/>
              <a:gd name="connsiteY1996" fmla="*/ 500074 h 3192694"/>
              <a:gd name="connsiteX1997" fmla="*/ 1503755 w 8115305"/>
              <a:gd name="connsiteY1997" fmla="*/ 510215 h 3192694"/>
              <a:gd name="connsiteX1998" fmla="*/ 1492890 w 8115305"/>
              <a:gd name="connsiteY1998" fmla="*/ 499530 h 3192694"/>
              <a:gd name="connsiteX1999" fmla="*/ 1551921 w 8115305"/>
              <a:gd name="connsiteY1999" fmla="*/ 489934 h 3192694"/>
              <a:gd name="connsiteX2000" fmla="*/ 5710712 w 8115305"/>
              <a:gd name="connsiteY2000" fmla="*/ 488485 h 3192694"/>
              <a:gd name="connsiteX2001" fmla="*/ 5799439 w 8115305"/>
              <a:gd name="connsiteY2001" fmla="*/ 505144 h 3192694"/>
              <a:gd name="connsiteX2002" fmla="*/ 5766303 w 8115305"/>
              <a:gd name="connsiteY2002" fmla="*/ 523252 h 3192694"/>
              <a:gd name="connsiteX2003" fmla="*/ 5677574 w 8115305"/>
              <a:gd name="connsiteY2003" fmla="*/ 505144 h 3192694"/>
              <a:gd name="connsiteX2004" fmla="*/ 5710712 w 8115305"/>
              <a:gd name="connsiteY2004" fmla="*/ 488485 h 3192694"/>
              <a:gd name="connsiteX2005" fmla="*/ 1388045 w 8115305"/>
              <a:gd name="connsiteY2005" fmla="*/ 486493 h 3192694"/>
              <a:gd name="connsiteX2006" fmla="*/ 1398004 w 8115305"/>
              <a:gd name="connsiteY2006" fmla="*/ 494641 h 3192694"/>
              <a:gd name="connsiteX2007" fmla="*/ 1347485 w 8115305"/>
              <a:gd name="connsiteY2007" fmla="*/ 503152 h 3192694"/>
              <a:gd name="connsiteX2008" fmla="*/ 1337708 w 8115305"/>
              <a:gd name="connsiteY2008" fmla="*/ 495004 h 3192694"/>
              <a:gd name="connsiteX2009" fmla="*/ 1388045 w 8115305"/>
              <a:gd name="connsiteY2009" fmla="*/ 486493 h 3192694"/>
              <a:gd name="connsiteX2010" fmla="*/ 1225426 w 8115305"/>
              <a:gd name="connsiteY2010" fmla="*/ 485044 h 3192694"/>
              <a:gd name="connsiteX2011" fmla="*/ 1227963 w 8115305"/>
              <a:gd name="connsiteY2011" fmla="*/ 491562 h 3192694"/>
              <a:gd name="connsiteX2012" fmla="*/ 1187038 w 8115305"/>
              <a:gd name="connsiteY2012" fmla="*/ 497720 h 3192694"/>
              <a:gd name="connsiteX2013" fmla="*/ 1184321 w 8115305"/>
              <a:gd name="connsiteY2013" fmla="*/ 490838 h 3192694"/>
              <a:gd name="connsiteX2014" fmla="*/ 1225426 w 8115305"/>
              <a:gd name="connsiteY2014" fmla="*/ 485044 h 3192694"/>
              <a:gd name="connsiteX2015" fmla="*/ 4246881 w 8115305"/>
              <a:gd name="connsiteY2015" fmla="*/ 482146 h 3192694"/>
              <a:gd name="connsiteX2016" fmla="*/ 4202154 w 8115305"/>
              <a:gd name="connsiteY2016" fmla="*/ 493374 h 3192694"/>
              <a:gd name="connsiteX2017" fmla="*/ 4243983 w 8115305"/>
              <a:gd name="connsiteY2017" fmla="*/ 508585 h 3192694"/>
              <a:gd name="connsiteX2018" fmla="*/ 4293780 w 8115305"/>
              <a:gd name="connsiteY2018" fmla="*/ 494823 h 3192694"/>
              <a:gd name="connsiteX2019" fmla="*/ 4414559 w 8115305"/>
              <a:gd name="connsiteY2019" fmla="*/ 481966 h 3192694"/>
              <a:gd name="connsiteX2020" fmla="*/ 4359319 w 8115305"/>
              <a:gd name="connsiteY2020" fmla="*/ 495642 h 3192694"/>
              <a:gd name="connsiteX2021" fmla="*/ 4358063 w 8115305"/>
              <a:gd name="connsiteY2021" fmla="*/ 495184 h 3192694"/>
              <a:gd name="connsiteX2022" fmla="*/ 4358244 w 8115305"/>
              <a:gd name="connsiteY2022" fmla="*/ 495908 h 3192694"/>
              <a:gd name="connsiteX2023" fmla="*/ 4359319 w 8115305"/>
              <a:gd name="connsiteY2023" fmla="*/ 495642 h 3192694"/>
              <a:gd name="connsiteX2024" fmla="*/ 4421078 w 8115305"/>
              <a:gd name="connsiteY2024" fmla="*/ 518181 h 3192694"/>
              <a:gd name="connsiteX2025" fmla="*/ 4489888 w 8115305"/>
              <a:gd name="connsiteY2025" fmla="*/ 500074 h 3192694"/>
              <a:gd name="connsiteX2026" fmla="*/ 4414559 w 8115305"/>
              <a:gd name="connsiteY2026" fmla="*/ 481966 h 3192694"/>
              <a:gd name="connsiteX2027" fmla="*/ 5525470 w 8115305"/>
              <a:gd name="connsiteY2027" fmla="*/ 481603 h 3192694"/>
              <a:gd name="connsiteX2028" fmla="*/ 5615104 w 8115305"/>
              <a:gd name="connsiteY2028" fmla="*/ 499710 h 3192694"/>
              <a:gd name="connsiteX2029" fmla="*/ 5578889 w 8115305"/>
              <a:gd name="connsiteY2029" fmla="*/ 517818 h 3192694"/>
              <a:gd name="connsiteX2030" fmla="*/ 5488350 w 8115305"/>
              <a:gd name="connsiteY2030" fmla="*/ 499710 h 3192694"/>
              <a:gd name="connsiteX2031" fmla="*/ 5525470 w 8115305"/>
              <a:gd name="connsiteY2031" fmla="*/ 481603 h 3192694"/>
              <a:gd name="connsiteX2032" fmla="*/ 6901478 w 8115305"/>
              <a:gd name="connsiteY2032" fmla="*/ 479791 h 3192694"/>
              <a:gd name="connsiteX2033" fmla="*/ 6942220 w 8115305"/>
              <a:gd name="connsiteY2033" fmla="*/ 486129 h 3192694"/>
              <a:gd name="connsiteX2034" fmla="*/ 6938418 w 8115305"/>
              <a:gd name="connsiteY2034" fmla="*/ 492829 h 3192694"/>
              <a:gd name="connsiteX2035" fmla="*/ 6897132 w 8115305"/>
              <a:gd name="connsiteY2035" fmla="*/ 486854 h 3192694"/>
              <a:gd name="connsiteX2036" fmla="*/ 6901478 w 8115305"/>
              <a:gd name="connsiteY2036" fmla="*/ 479791 h 3192694"/>
              <a:gd name="connsiteX2037" fmla="*/ 4073951 w 8115305"/>
              <a:gd name="connsiteY2037" fmla="*/ 478888 h 3192694"/>
              <a:gd name="connsiteX2038" fmla="*/ 4025422 w 8115305"/>
              <a:gd name="connsiteY2038" fmla="*/ 489209 h 3192694"/>
              <a:gd name="connsiteX2039" fmla="*/ 4049507 w 8115305"/>
              <a:gd name="connsiteY2039" fmla="*/ 496815 h 3192694"/>
              <a:gd name="connsiteX2040" fmla="*/ 4065442 w 8115305"/>
              <a:gd name="connsiteY2040" fmla="*/ 506049 h 3192694"/>
              <a:gd name="connsiteX2041" fmla="*/ 4114512 w 8115305"/>
              <a:gd name="connsiteY2041" fmla="*/ 491382 h 3192694"/>
              <a:gd name="connsiteX2042" fmla="*/ 5350368 w 8115305"/>
              <a:gd name="connsiteY2042" fmla="*/ 478345 h 3192694"/>
              <a:gd name="connsiteX2043" fmla="*/ 5442356 w 8115305"/>
              <a:gd name="connsiteY2043" fmla="*/ 496091 h 3192694"/>
              <a:gd name="connsiteX2044" fmla="*/ 5401794 w 8115305"/>
              <a:gd name="connsiteY2044" fmla="*/ 516009 h 3192694"/>
              <a:gd name="connsiteX2045" fmla="*/ 5306727 w 8115305"/>
              <a:gd name="connsiteY2045" fmla="*/ 496452 h 3192694"/>
              <a:gd name="connsiteX2046" fmla="*/ 5350368 w 8115305"/>
              <a:gd name="connsiteY2046" fmla="*/ 478345 h 3192694"/>
              <a:gd name="connsiteX2047" fmla="*/ 6718047 w 8115305"/>
              <a:gd name="connsiteY2047" fmla="*/ 474723 h 3192694"/>
              <a:gd name="connsiteX2048" fmla="*/ 6770197 w 8115305"/>
              <a:gd name="connsiteY2048" fmla="*/ 483053 h 3192694"/>
              <a:gd name="connsiteX2049" fmla="*/ 6762410 w 8115305"/>
              <a:gd name="connsiteY2049" fmla="*/ 491202 h 3192694"/>
              <a:gd name="connsiteX2050" fmla="*/ 6709899 w 8115305"/>
              <a:gd name="connsiteY2050" fmla="*/ 482690 h 3192694"/>
              <a:gd name="connsiteX2051" fmla="*/ 6718047 w 8115305"/>
              <a:gd name="connsiteY2051" fmla="*/ 474723 h 3192694"/>
              <a:gd name="connsiteX2052" fmla="*/ 3904825 w 8115305"/>
              <a:gd name="connsiteY2052" fmla="*/ 474179 h 3192694"/>
              <a:gd name="connsiteX2053" fmla="*/ 3851951 w 8115305"/>
              <a:gd name="connsiteY2053" fmla="*/ 484863 h 3192694"/>
              <a:gd name="connsiteX2054" fmla="*/ 3889976 w 8115305"/>
              <a:gd name="connsiteY2054" fmla="*/ 499169 h 3192694"/>
              <a:gd name="connsiteX2055" fmla="*/ 3941041 w 8115305"/>
              <a:gd name="connsiteY2055" fmla="*/ 486131 h 3192694"/>
              <a:gd name="connsiteX2056" fmla="*/ 5176353 w 8115305"/>
              <a:gd name="connsiteY2056" fmla="*/ 471102 h 3192694"/>
              <a:gd name="connsiteX2057" fmla="*/ 5269970 w 8115305"/>
              <a:gd name="connsiteY2057" fmla="*/ 491382 h 3192694"/>
              <a:gd name="connsiteX2058" fmla="*/ 5220356 w 8115305"/>
              <a:gd name="connsiteY2058" fmla="*/ 512207 h 3192694"/>
              <a:gd name="connsiteX2059" fmla="*/ 5124746 w 8115305"/>
              <a:gd name="connsiteY2059" fmla="*/ 491745 h 3192694"/>
              <a:gd name="connsiteX2060" fmla="*/ 5176353 w 8115305"/>
              <a:gd name="connsiteY2060" fmla="*/ 471102 h 3192694"/>
              <a:gd name="connsiteX2061" fmla="*/ 3303103 w 8115305"/>
              <a:gd name="connsiteY2061" fmla="*/ 471102 h 3192694"/>
              <a:gd name="connsiteX2062" fmla="*/ 3368471 w 8115305"/>
              <a:gd name="connsiteY2062" fmla="*/ 492650 h 3192694"/>
              <a:gd name="connsiteX2063" fmla="*/ 3273769 w 8115305"/>
              <a:gd name="connsiteY2063" fmla="*/ 515828 h 3192694"/>
              <a:gd name="connsiteX2064" fmla="*/ 3208943 w 8115305"/>
              <a:gd name="connsiteY2064" fmla="*/ 493374 h 3192694"/>
              <a:gd name="connsiteX2065" fmla="*/ 3303103 w 8115305"/>
              <a:gd name="connsiteY2065" fmla="*/ 471102 h 3192694"/>
              <a:gd name="connsiteX2066" fmla="*/ 3133617 w 8115305"/>
              <a:gd name="connsiteY2066" fmla="*/ 468566 h 3192694"/>
              <a:gd name="connsiteX2067" fmla="*/ 3188845 w 8115305"/>
              <a:gd name="connsiteY2067" fmla="*/ 489209 h 3192694"/>
              <a:gd name="connsiteX2068" fmla="*/ 3094685 w 8115305"/>
              <a:gd name="connsiteY2068" fmla="*/ 510395 h 3192694"/>
              <a:gd name="connsiteX2069" fmla="*/ 3040361 w 8115305"/>
              <a:gd name="connsiteY2069" fmla="*/ 488846 h 3192694"/>
              <a:gd name="connsiteX2070" fmla="*/ 3133617 w 8115305"/>
              <a:gd name="connsiteY2070" fmla="*/ 468566 h 3192694"/>
              <a:gd name="connsiteX2071" fmla="*/ 6536065 w 8115305"/>
              <a:gd name="connsiteY2071" fmla="*/ 468023 h 3192694"/>
              <a:gd name="connsiteX2072" fmla="*/ 6593466 w 8115305"/>
              <a:gd name="connsiteY2072" fmla="*/ 477801 h 3192694"/>
              <a:gd name="connsiteX2073" fmla="*/ 6583325 w 8115305"/>
              <a:gd name="connsiteY2073" fmla="*/ 487761 h 3192694"/>
              <a:gd name="connsiteX2074" fmla="*/ 6522483 w 8115305"/>
              <a:gd name="connsiteY2074" fmla="*/ 477801 h 3192694"/>
              <a:gd name="connsiteX2075" fmla="*/ 6536065 w 8115305"/>
              <a:gd name="connsiteY2075" fmla="*/ 468023 h 3192694"/>
              <a:gd name="connsiteX2076" fmla="*/ 5002336 w 8115305"/>
              <a:gd name="connsiteY2076" fmla="*/ 467480 h 3192694"/>
              <a:gd name="connsiteX2077" fmla="*/ 5097402 w 8115305"/>
              <a:gd name="connsiteY2077" fmla="*/ 487580 h 3192694"/>
              <a:gd name="connsiteX2078" fmla="*/ 5043985 w 8115305"/>
              <a:gd name="connsiteY2078" fmla="*/ 509309 h 3192694"/>
              <a:gd name="connsiteX2079" fmla="*/ 4948193 w 8115305"/>
              <a:gd name="connsiteY2079" fmla="*/ 488304 h 3192694"/>
              <a:gd name="connsiteX2080" fmla="*/ 5002336 w 8115305"/>
              <a:gd name="connsiteY2080" fmla="*/ 467480 h 3192694"/>
              <a:gd name="connsiteX2081" fmla="*/ 2968111 w 8115305"/>
              <a:gd name="connsiteY2081" fmla="*/ 466574 h 3192694"/>
              <a:gd name="connsiteX2082" fmla="*/ 3018993 w 8115305"/>
              <a:gd name="connsiteY2082" fmla="*/ 486131 h 3192694"/>
              <a:gd name="connsiteX2083" fmla="*/ 2926282 w 8115305"/>
              <a:gd name="connsiteY2083" fmla="*/ 506773 h 3192694"/>
              <a:gd name="connsiteX2084" fmla="*/ 2875217 w 8115305"/>
              <a:gd name="connsiteY2084" fmla="*/ 485768 h 3192694"/>
              <a:gd name="connsiteX2085" fmla="*/ 2968111 w 8115305"/>
              <a:gd name="connsiteY2085" fmla="*/ 466574 h 3192694"/>
              <a:gd name="connsiteX2086" fmla="*/ 6357340 w 8115305"/>
              <a:gd name="connsiteY2086" fmla="*/ 463315 h 3192694"/>
              <a:gd name="connsiteX2087" fmla="*/ 6422889 w 8115305"/>
              <a:gd name="connsiteY2087" fmla="*/ 474721 h 3192694"/>
              <a:gd name="connsiteX2088" fmla="*/ 6406774 w 8115305"/>
              <a:gd name="connsiteY2088" fmla="*/ 485768 h 3192694"/>
              <a:gd name="connsiteX2089" fmla="*/ 6339232 w 8115305"/>
              <a:gd name="connsiteY2089" fmla="*/ 473816 h 3192694"/>
              <a:gd name="connsiteX2090" fmla="*/ 6357340 w 8115305"/>
              <a:gd name="connsiteY2090" fmla="*/ 463315 h 3192694"/>
              <a:gd name="connsiteX2091" fmla="*/ 4835745 w 8115305"/>
              <a:gd name="connsiteY2091" fmla="*/ 463132 h 3192694"/>
              <a:gd name="connsiteX2092" fmla="*/ 4929181 w 8115305"/>
              <a:gd name="connsiteY2092" fmla="*/ 485405 h 3192694"/>
              <a:gd name="connsiteX2093" fmla="*/ 4865441 w 8115305"/>
              <a:gd name="connsiteY2093" fmla="*/ 507315 h 3192694"/>
              <a:gd name="connsiteX2094" fmla="*/ 4770376 w 8115305"/>
              <a:gd name="connsiteY2094" fmla="*/ 484500 h 3192694"/>
              <a:gd name="connsiteX2095" fmla="*/ 4835745 w 8115305"/>
              <a:gd name="connsiteY2095" fmla="*/ 463132 h 3192694"/>
              <a:gd name="connsiteX2096" fmla="*/ 2805886 w 8115305"/>
              <a:gd name="connsiteY2096" fmla="*/ 462771 h 3192694"/>
              <a:gd name="connsiteX2097" fmla="*/ 2849525 w 8115305"/>
              <a:gd name="connsiteY2097" fmla="*/ 480878 h 3192694"/>
              <a:gd name="connsiteX2098" fmla="*/ 2756994 w 8115305"/>
              <a:gd name="connsiteY2098" fmla="*/ 498986 h 3192694"/>
              <a:gd name="connsiteX2099" fmla="*/ 2716250 w 8115305"/>
              <a:gd name="connsiteY2099" fmla="*/ 479610 h 3192694"/>
              <a:gd name="connsiteX2100" fmla="*/ 2805886 w 8115305"/>
              <a:gd name="connsiteY2100" fmla="*/ 462771 h 3192694"/>
              <a:gd name="connsiteX2101" fmla="*/ 3735698 w 8115305"/>
              <a:gd name="connsiteY2101" fmla="*/ 462048 h 3192694"/>
              <a:gd name="connsiteX2102" fmla="*/ 3660733 w 8115305"/>
              <a:gd name="connsiteY2102" fmla="*/ 477983 h 3192694"/>
              <a:gd name="connsiteX2103" fmla="*/ 3717773 w 8115305"/>
              <a:gd name="connsiteY2103" fmla="*/ 499169 h 3192694"/>
              <a:gd name="connsiteX2104" fmla="*/ 3717590 w 8115305"/>
              <a:gd name="connsiteY2104" fmla="*/ 498444 h 3192694"/>
              <a:gd name="connsiteX2105" fmla="*/ 3782961 w 8115305"/>
              <a:gd name="connsiteY2105" fmla="*/ 481422 h 3192694"/>
              <a:gd name="connsiteX2106" fmla="*/ 3735698 w 8115305"/>
              <a:gd name="connsiteY2106" fmla="*/ 462048 h 3192694"/>
              <a:gd name="connsiteX2107" fmla="*/ 2639474 w 8115305"/>
              <a:gd name="connsiteY2107" fmla="*/ 460781 h 3192694"/>
              <a:gd name="connsiteX2108" fmla="*/ 2680217 w 8115305"/>
              <a:gd name="connsiteY2108" fmla="*/ 477620 h 3192694"/>
              <a:gd name="connsiteX2109" fmla="*/ 2593660 w 8115305"/>
              <a:gd name="connsiteY2109" fmla="*/ 495728 h 3192694"/>
              <a:gd name="connsiteX2110" fmla="*/ 2555636 w 8115305"/>
              <a:gd name="connsiteY2110" fmla="*/ 477620 h 3192694"/>
              <a:gd name="connsiteX2111" fmla="*/ 2639474 w 8115305"/>
              <a:gd name="connsiteY2111" fmla="*/ 460781 h 3192694"/>
              <a:gd name="connsiteX2112" fmla="*/ 3571643 w 8115305"/>
              <a:gd name="connsiteY2112" fmla="*/ 457520 h 3192694"/>
              <a:gd name="connsiteX2113" fmla="*/ 3472773 w 8115305"/>
              <a:gd name="connsiteY2113" fmla="*/ 475628 h 3192694"/>
              <a:gd name="connsiteX2114" fmla="*/ 3541946 w 8115305"/>
              <a:gd name="connsiteY2114" fmla="*/ 496633 h 3192694"/>
              <a:gd name="connsiteX2115" fmla="*/ 3576893 w 8115305"/>
              <a:gd name="connsiteY2115" fmla="*/ 485044 h 3192694"/>
              <a:gd name="connsiteX2116" fmla="*/ 3619628 w 8115305"/>
              <a:gd name="connsiteY2116" fmla="*/ 477439 h 3192694"/>
              <a:gd name="connsiteX2117" fmla="*/ 3571643 w 8115305"/>
              <a:gd name="connsiteY2117" fmla="*/ 457520 h 3192694"/>
              <a:gd name="connsiteX2118" fmla="*/ 6175901 w 8115305"/>
              <a:gd name="connsiteY2118" fmla="*/ 457157 h 3192694"/>
              <a:gd name="connsiteX2119" fmla="*/ 6248332 w 8115305"/>
              <a:gd name="connsiteY2119" fmla="*/ 469470 h 3192694"/>
              <a:gd name="connsiteX2120" fmla="*/ 6232217 w 8115305"/>
              <a:gd name="connsiteY2120" fmla="*/ 482146 h 3192694"/>
              <a:gd name="connsiteX2121" fmla="*/ 6159786 w 8115305"/>
              <a:gd name="connsiteY2121" fmla="*/ 470013 h 3192694"/>
              <a:gd name="connsiteX2122" fmla="*/ 6175901 w 8115305"/>
              <a:gd name="connsiteY2122" fmla="*/ 457157 h 3192694"/>
              <a:gd name="connsiteX2123" fmla="*/ 2481394 w 8115305"/>
              <a:gd name="connsiteY2123" fmla="*/ 456796 h 3192694"/>
              <a:gd name="connsiteX2124" fmla="*/ 2515619 w 8115305"/>
              <a:gd name="connsiteY2124" fmla="*/ 472911 h 3192694"/>
              <a:gd name="connsiteX2125" fmla="*/ 2430513 w 8115305"/>
              <a:gd name="connsiteY2125" fmla="*/ 489390 h 3192694"/>
              <a:gd name="connsiteX2126" fmla="*/ 2397195 w 8115305"/>
              <a:gd name="connsiteY2126" fmla="*/ 472731 h 3192694"/>
              <a:gd name="connsiteX2127" fmla="*/ 2481394 w 8115305"/>
              <a:gd name="connsiteY2127" fmla="*/ 456796 h 3192694"/>
              <a:gd name="connsiteX2128" fmla="*/ 2318607 w 8115305"/>
              <a:gd name="connsiteY2128" fmla="*/ 454804 h 3192694"/>
              <a:gd name="connsiteX2129" fmla="*/ 2348483 w 8115305"/>
              <a:gd name="connsiteY2129" fmla="*/ 469110 h 3192694"/>
              <a:gd name="connsiteX2130" fmla="*/ 2268267 w 8115305"/>
              <a:gd name="connsiteY2130" fmla="*/ 484683 h 3192694"/>
              <a:gd name="connsiteX2131" fmla="*/ 2239110 w 8115305"/>
              <a:gd name="connsiteY2131" fmla="*/ 469834 h 3192694"/>
              <a:gd name="connsiteX2132" fmla="*/ 2318607 w 8115305"/>
              <a:gd name="connsiteY2132" fmla="*/ 454804 h 3192694"/>
              <a:gd name="connsiteX2133" fmla="*/ 5996634 w 8115305"/>
              <a:gd name="connsiteY2133" fmla="*/ 452992 h 3192694"/>
              <a:gd name="connsiteX2134" fmla="*/ 6071057 w 8115305"/>
              <a:gd name="connsiteY2134" fmla="*/ 465849 h 3192694"/>
              <a:gd name="connsiteX2135" fmla="*/ 6048060 w 8115305"/>
              <a:gd name="connsiteY2135" fmla="*/ 479791 h 3192694"/>
              <a:gd name="connsiteX2136" fmla="*/ 5973819 w 8115305"/>
              <a:gd name="connsiteY2136" fmla="*/ 466212 h 3192694"/>
              <a:gd name="connsiteX2137" fmla="*/ 5996634 w 8115305"/>
              <a:gd name="connsiteY2137" fmla="*/ 452992 h 3192694"/>
              <a:gd name="connsiteX2138" fmla="*/ 2154188 w 8115305"/>
              <a:gd name="connsiteY2138" fmla="*/ 451364 h 3192694"/>
              <a:gd name="connsiteX2139" fmla="*/ 2178452 w 8115305"/>
              <a:gd name="connsiteY2139" fmla="*/ 464583 h 3192694"/>
              <a:gd name="connsiteX2140" fmla="*/ 2106020 w 8115305"/>
              <a:gd name="connsiteY2140" fmla="*/ 478164 h 3192694"/>
              <a:gd name="connsiteX2141" fmla="*/ 2081754 w 8115305"/>
              <a:gd name="connsiteY2141" fmla="*/ 464221 h 3192694"/>
              <a:gd name="connsiteX2142" fmla="*/ 2154188 w 8115305"/>
              <a:gd name="connsiteY2142" fmla="*/ 451364 h 3192694"/>
              <a:gd name="connsiteX2143" fmla="*/ 1994654 w 8115305"/>
              <a:gd name="connsiteY2143" fmla="*/ 449190 h 3192694"/>
              <a:gd name="connsiteX2144" fmla="*/ 2014031 w 8115305"/>
              <a:gd name="connsiteY2144" fmla="*/ 461503 h 3192694"/>
              <a:gd name="connsiteX2145" fmla="*/ 1942870 w 8115305"/>
              <a:gd name="connsiteY2145" fmla="*/ 473816 h 3192694"/>
              <a:gd name="connsiteX2146" fmla="*/ 1924217 w 8115305"/>
              <a:gd name="connsiteY2146" fmla="*/ 461142 h 3192694"/>
              <a:gd name="connsiteX2147" fmla="*/ 1994654 w 8115305"/>
              <a:gd name="connsiteY2147" fmla="*/ 449190 h 3192694"/>
              <a:gd name="connsiteX2148" fmla="*/ 5822075 w 8115305"/>
              <a:gd name="connsiteY2148" fmla="*/ 447017 h 3192694"/>
              <a:gd name="connsiteX2149" fmla="*/ 5900301 w 8115305"/>
              <a:gd name="connsiteY2149" fmla="*/ 461142 h 3192694"/>
              <a:gd name="connsiteX2150" fmla="*/ 5872777 w 8115305"/>
              <a:gd name="connsiteY2150" fmla="*/ 476172 h 3192694"/>
              <a:gd name="connsiteX2151" fmla="*/ 5793827 w 8115305"/>
              <a:gd name="connsiteY2151" fmla="*/ 461686 h 3192694"/>
              <a:gd name="connsiteX2152" fmla="*/ 5822075 w 8115305"/>
              <a:gd name="connsiteY2152" fmla="*/ 447017 h 3192694"/>
              <a:gd name="connsiteX2153" fmla="*/ 1835670 w 8115305"/>
              <a:gd name="connsiteY2153" fmla="*/ 445751 h 3192694"/>
              <a:gd name="connsiteX2154" fmla="*/ 1855226 w 8115305"/>
              <a:gd name="connsiteY2154" fmla="*/ 455710 h 3192694"/>
              <a:gd name="connsiteX2155" fmla="*/ 1790579 w 8115305"/>
              <a:gd name="connsiteY2155" fmla="*/ 467661 h 3192694"/>
              <a:gd name="connsiteX2156" fmla="*/ 1772474 w 8115305"/>
              <a:gd name="connsiteY2156" fmla="*/ 456435 h 3192694"/>
              <a:gd name="connsiteX2157" fmla="*/ 1835670 w 8115305"/>
              <a:gd name="connsiteY2157" fmla="*/ 445751 h 3192694"/>
              <a:gd name="connsiteX2158" fmla="*/ 1678132 w 8115305"/>
              <a:gd name="connsiteY2158" fmla="*/ 443939 h 3192694"/>
              <a:gd name="connsiteX2159" fmla="*/ 1689177 w 8115305"/>
              <a:gd name="connsiteY2159" fmla="*/ 453718 h 3192694"/>
              <a:gd name="connsiteX2160" fmla="*/ 1630690 w 8115305"/>
              <a:gd name="connsiteY2160" fmla="*/ 462771 h 3192694"/>
              <a:gd name="connsiteX2161" fmla="*/ 1620548 w 8115305"/>
              <a:gd name="connsiteY2161" fmla="*/ 453355 h 3192694"/>
              <a:gd name="connsiteX2162" fmla="*/ 1678132 w 8115305"/>
              <a:gd name="connsiteY2162" fmla="*/ 443939 h 3192694"/>
              <a:gd name="connsiteX2163" fmla="*/ 5652767 w 8115305"/>
              <a:gd name="connsiteY2163" fmla="*/ 442490 h 3192694"/>
              <a:gd name="connsiteX2164" fmla="*/ 5734794 w 8115305"/>
              <a:gd name="connsiteY2164" fmla="*/ 458425 h 3192694"/>
              <a:gd name="connsiteX2165" fmla="*/ 5700210 w 8115305"/>
              <a:gd name="connsiteY2165" fmla="*/ 474359 h 3192694"/>
              <a:gd name="connsiteX2166" fmla="*/ 5616551 w 8115305"/>
              <a:gd name="connsiteY2166" fmla="*/ 457700 h 3192694"/>
              <a:gd name="connsiteX2167" fmla="*/ 5652767 w 8115305"/>
              <a:gd name="connsiteY2167" fmla="*/ 442490 h 3192694"/>
              <a:gd name="connsiteX2168" fmla="*/ 1522587 w 8115305"/>
              <a:gd name="connsiteY2168" fmla="*/ 440861 h 3192694"/>
              <a:gd name="connsiteX2169" fmla="*/ 1530374 w 8115305"/>
              <a:gd name="connsiteY2169" fmla="*/ 449009 h 3192694"/>
              <a:gd name="connsiteX2170" fmla="*/ 1480211 w 8115305"/>
              <a:gd name="connsiteY2170" fmla="*/ 456433 h 3192694"/>
              <a:gd name="connsiteX2171" fmla="*/ 1473333 w 8115305"/>
              <a:gd name="connsiteY2171" fmla="*/ 448465 h 3192694"/>
              <a:gd name="connsiteX2172" fmla="*/ 1522587 w 8115305"/>
              <a:gd name="connsiteY2172" fmla="*/ 440861 h 3192694"/>
              <a:gd name="connsiteX2173" fmla="*/ 1362508 w 8115305"/>
              <a:gd name="connsiteY2173" fmla="*/ 439232 h 3192694"/>
              <a:gd name="connsiteX2174" fmla="*/ 1369027 w 8115305"/>
              <a:gd name="connsiteY2174" fmla="*/ 445751 h 3192694"/>
              <a:gd name="connsiteX2175" fmla="*/ 1330458 w 8115305"/>
              <a:gd name="connsiteY2175" fmla="*/ 451726 h 3192694"/>
              <a:gd name="connsiteX2176" fmla="*/ 1324120 w 8115305"/>
              <a:gd name="connsiteY2176" fmla="*/ 445207 h 3192694"/>
              <a:gd name="connsiteX2177" fmla="*/ 1362508 w 8115305"/>
              <a:gd name="connsiteY2177" fmla="*/ 439232 h 3192694"/>
              <a:gd name="connsiteX2178" fmla="*/ 4253580 w 8115305"/>
              <a:gd name="connsiteY2178" fmla="*/ 437059 h 3192694"/>
              <a:gd name="connsiteX2179" fmla="*/ 4212657 w 8115305"/>
              <a:gd name="connsiteY2179" fmla="*/ 447018 h 3192694"/>
              <a:gd name="connsiteX2180" fmla="*/ 4248873 w 8115305"/>
              <a:gd name="connsiteY2180" fmla="*/ 458064 h 3192694"/>
              <a:gd name="connsiteX2181" fmla="*/ 4292693 w 8115305"/>
              <a:gd name="connsiteY2181" fmla="*/ 448104 h 3192694"/>
              <a:gd name="connsiteX2182" fmla="*/ 4082462 w 8115305"/>
              <a:gd name="connsiteY2182" fmla="*/ 436515 h 3192694"/>
              <a:gd name="connsiteX2183" fmla="*/ 4053309 w 8115305"/>
              <a:gd name="connsiteY2183" fmla="*/ 443034 h 3192694"/>
              <a:gd name="connsiteX2184" fmla="*/ 4082281 w 8115305"/>
              <a:gd name="connsiteY2184" fmla="*/ 452993 h 3192694"/>
              <a:gd name="connsiteX2185" fmla="*/ 4116143 w 8115305"/>
              <a:gd name="connsiteY2185" fmla="*/ 445207 h 3192694"/>
              <a:gd name="connsiteX2186" fmla="*/ 5480924 w 8115305"/>
              <a:gd name="connsiteY2186" fmla="*/ 435973 h 3192694"/>
              <a:gd name="connsiteX2187" fmla="*/ 5565488 w 8115305"/>
              <a:gd name="connsiteY2187" fmla="*/ 452993 h 3192694"/>
              <a:gd name="connsiteX2188" fmla="*/ 5527280 w 8115305"/>
              <a:gd name="connsiteY2188" fmla="*/ 469833 h 3192694"/>
              <a:gd name="connsiteX2189" fmla="*/ 5440000 w 8115305"/>
              <a:gd name="connsiteY2189" fmla="*/ 451725 h 3192694"/>
              <a:gd name="connsiteX2190" fmla="*/ 5480924 w 8115305"/>
              <a:gd name="connsiteY2190" fmla="*/ 435973 h 3192694"/>
              <a:gd name="connsiteX2191" fmla="*/ 6794280 w 8115305"/>
              <a:gd name="connsiteY2191" fmla="*/ 434706 h 3192694"/>
              <a:gd name="connsiteX2192" fmla="*/ 6835022 w 8115305"/>
              <a:gd name="connsiteY2192" fmla="*/ 441044 h 3192694"/>
              <a:gd name="connsiteX2193" fmla="*/ 6827599 w 8115305"/>
              <a:gd name="connsiteY2193" fmla="*/ 446839 h 3192694"/>
              <a:gd name="connsiteX2194" fmla="*/ 6789029 w 8115305"/>
              <a:gd name="connsiteY2194" fmla="*/ 440681 h 3192694"/>
              <a:gd name="connsiteX2195" fmla="*/ 6794280 w 8115305"/>
              <a:gd name="connsiteY2195" fmla="*/ 434706 h 3192694"/>
              <a:gd name="connsiteX2196" fmla="*/ 5311075 w 8115305"/>
              <a:gd name="connsiteY2196" fmla="*/ 431808 h 3192694"/>
              <a:gd name="connsiteX2197" fmla="*/ 5398716 w 8115305"/>
              <a:gd name="connsiteY2197" fmla="*/ 449916 h 3192694"/>
              <a:gd name="connsiteX2198" fmla="*/ 5358696 w 8115305"/>
              <a:gd name="connsiteY2198" fmla="*/ 468024 h 3192694"/>
              <a:gd name="connsiteX2199" fmla="*/ 5268158 w 8115305"/>
              <a:gd name="connsiteY2199" fmla="*/ 449916 h 3192694"/>
              <a:gd name="connsiteX2200" fmla="*/ 5311075 w 8115305"/>
              <a:gd name="connsiteY2200" fmla="*/ 431808 h 3192694"/>
              <a:gd name="connsiteX2201" fmla="*/ 3919131 w 8115305"/>
              <a:gd name="connsiteY2201" fmla="*/ 431627 h 3192694"/>
              <a:gd name="connsiteX2202" fmla="*/ 3881647 w 8115305"/>
              <a:gd name="connsiteY2202" fmla="*/ 438870 h 3192694"/>
              <a:gd name="connsiteX2203" fmla="*/ 3912612 w 8115305"/>
              <a:gd name="connsiteY2203" fmla="*/ 448828 h 3192694"/>
              <a:gd name="connsiteX2204" fmla="*/ 3946472 w 8115305"/>
              <a:gd name="connsiteY2204" fmla="*/ 440319 h 3192694"/>
              <a:gd name="connsiteX2205" fmla="*/ 6616282 w 8115305"/>
              <a:gd name="connsiteY2205" fmla="*/ 428548 h 3192694"/>
              <a:gd name="connsiteX2206" fmla="*/ 6665352 w 8115305"/>
              <a:gd name="connsiteY2206" fmla="*/ 436335 h 3192694"/>
              <a:gd name="connsiteX2207" fmla="*/ 6657024 w 8115305"/>
              <a:gd name="connsiteY2207" fmla="*/ 443759 h 3192694"/>
              <a:gd name="connsiteX2208" fmla="*/ 6607771 w 8115305"/>
              <a:gd name="connsiteY2208" fmla="*/ 435972 h 3192694"/>
              <a:gd name="connsiteX2209" fmla="*/ 6616282 w 8115305"/>
              <a:gd name="connsiteY2209" fmla="*/ 428548 h 3192694"/>
              <a:gd name="connsiteX2210" fmla="*/ 5148103 w 8115305"/>
              <a:gd name="connsiteY2210" fmla="*/ 426736 h 3192694"/>
              <a:gd name="connsiteX2211" fmla="*/ 5235203 w 8115305"/>
              <a:gd name="connsiteY2211" fmla="*/ 444844 h 3192694"/>
              <a:gd name="connsiteX2212" fmla="*/ 5181965 w 8115305"/>
              <a:gd name="connsiteY2212" fmla="*/ 462952 h 3192694"/>
              <a:gd name="connsiteX2213" fmla="*/ 5093780 w 8115305"/>
              <a:gd name="connsiteY2213" fmla="*/ 444844 h 3192694"/>
              <a:gd name="connsiteX2214" fmla="*/ 5148103 w 8115305"/>
              <a:gd name="connsiteY2214" fmla="*/ 426736 h 3192694"/>
              <a:gd name="connsiteX2215" fmla="*/ 3348916 w 8115305"/>
              <a:gd name="connsiteY2215" fmla="*/ 426736 h 3192694"/>
              <a:gd name="connsiteX2216" fmla="*/ 3409939 w 8115305"/>
              <a:gd name="connsiteY2216" fmla="*/ 447016 h 3192694"/>
              <a:gd name="connsiteX2217" fmla="*/ 3316685 w 8115305"/>
              <a:gd name="connsiteY2217" fmla="*/ 468021 h 3192694"/>
              <a:gd name="connsiteX2218" fmla="*/ 3256384 w 8115305"/>
              <a:gd name="connsiteY2218" fmla="*/ 447016 h 3192694"/>
              <a:gd name="connsiteX2219" fmla="*/ 3348916 w 8115305"/>
              <a:gd name="connsiteY2219" fmla="*/ 426736 h 3192694"/>
              <a:gd name="connsiteX2220" fmla="*/ 3190655 w 8115305"/>
              <a:gd name="connsiteY2220" fmla="*/ 425468 h 3192694"/>
              <a:gd name="connsiteX2221" fmla="*/ 3246065 w 8115305"/>
              <a:gd name="connsiteY2221" fmla="*/ 444663 h 3192694"/>
              <a:gd name="connsiteX2222" fmla="*/ 3153897 w 8115305"/>
              <a:gd name="connsiteY2222" fmla="*/ 464039 h 3192694"/>
              <a:gd name="connsiteX2223" fmla="*/ 3098487 w 8115305"/>
              <a:gd name="connsiteY2223" fmla="*/ 443576 h 3192694"/>
              <a:gd name="connsiteX2224" fmla="*/ 3190655 w 8115305"/>
              <a:gd name="connsiteY2224" fmla="*/ 425468 h 3192694"/>
              <a:gd name="connsiteX2225" fmla="*/ 3759783 w 8115305"/>
              <a:gd name="connsiteY2225" fmla="*/ 425289 h 3192694"/>
              <a:gd name="connsiteX2226" fmla="*/ 3704011 w 8115305"/>
              <a:gd name="connsiteY2226" fmla="*/ 434886 h 3192694"/>
              <a:gd name="connsiteX2227" fmla="*/ 3743848 w 8115305"/>
              <a:gd name="connsiteY2227" fmla="*/ 450820 h 3192694"/>
              <a:gd name="connsiteX2228" fmla="*/ 3794006 w 8115305"/>
              <a:gd name="connsiteY2228" fmla="*/ 437422 h 3192694"/>
              <a:gd name="connsiteX2229" fmla="*/ 6440997 w 8115305"/>
              <a:gd name="connsiteY2229" fmla="*/ 424202 h 3192694"/>
              <a:gd name="connsiteX2230" fmla="*/ 6494959 w 8115305"/>
              <a:gd name="connsiteY2230" fmla="*/ 433074 h 3192694"/>
              <a:gd name="connsiteX2231" fmla="*/ 6481741 w 8115305"/>
              <a:gd name="connsiteY2231" fmla="*/ 442129 h 3192694"/>
              <a:gd name="connsiteX2232" fmla="*/ 6427418 w 8115305"/>
              <a:gd name="connsiteY2232" fmla="*/ 433074 h 3192694"/>
              <a:gd name="connsiteX2233" fmla="*/ 6440997 w 8115305"/>
              <a:gd name="connsiteY2233" fmla="*/ 424202 h 3192694"/>
              <a:gd name="connsiteX2234" fmla="*/ 4973727 w 8115305"/>
              <a:gd name="connsiteY2234" fmla="*/ 423658 h 3192694"/>
              <a:gd name="connsiteX2235" fmla="*/ 5065532 w 8115305"/>
              <a:gd name="connsiteY2235" fmla="*/ 443395 h 3192694"/>
              <a:gd name="connsiteX2236" fmla="*/ 5010304 w 8115305"/>
              <a:gd name="connsiteY2236" fmla="*/ 462410 h 3192694"/>
              <a:gd name="connsiteX2237" fmla="*/ 4917773 w 8115305"/>
              <a:gd name="connsiteY2237" fmla="*/ 441766 h 3192694"/>
              <a:gd name="connsiteX2238" fmla="*/ 4973727 w 8115305"/>
              <a:gd name="connsiteY2238" fmla="*/ 423658 h 3192694"/>
              <a:gd name="connsiteX2239" fmla="*/ 3032575 w 8115305"/>
              <a:gd name="connsiteY2239" fmla="*/ 421849 h 3192694"/>
              <a:gd name="connsiteX2240" fmla="*/ 3083277 w 8115305"/>
              <a:gd name="connsiteY2240" fmla="*/ 439956 h 3192694"/>
              <a:gd name="connsiteX2241" fmla="*/ 2994549 w 8115305"/>
              <a:gd name="connsiteY2241" fmla="*/ 458064 h 3192694"/>
              <a:gd name="connsiteX2242" fmla="*/ 2943667 w 8115305"/>
              <a:gd name="connsiteY2242" fmla="*/ 439956 h 3192694"/>
              <a:gd name="connsiteX2243" fmla="*/ 3032575 w 8115305"/>
              <a:gd name="connsiteY2243" fmla="*/ 421849 h 3192694"/>
              <a:gd name="connsiteX2244" fmla="*/ 6264267 w 8115305"/>
              <a:gd name="connsiteY2244" fmla="*/ 418227 h 3192694"/>
              <a:gd name="connsiteX2245" fmla="*/ 6327826 w 8115305"/>
              <a:gd name="connsiteY2245" fmla="*/ 428728 h 3192694"/>
              <a:gd name="connsiteX2246" fmla="*/ 6311528 w 8115305"/>
              <a:gd name="connsiteY2246" fmla="*/ 438871 h 3192694"/>
              <a:gd name="connsiteX2247" fmla="*/ 6249600 w 8115305"/>
              <a:gd name="connsiteY2247" fmla="*/ 428548 h 3192694"/>
              <a:gd name="connsiteX2248" fmla="*/ 6264267 w 8115305"/>
              <a:gd name="connsiteY2248" fmla="*/ 418227 h 3192694"/>
              <a:gd name="connsiteX2249" fmla="*/ 2876122 w 8115305"/>
              <a:gd name="connsiteY2249" fmla="*/ 418045 h 3192694"/>
              <a:gd name="connsiteX2250" fmla="*/ 2920488 w 8115305"/>
              <a:gd name="connsiteY2250" fmla="*/ 434704 h 3192694"/>
              <a:gd name="connsiteX2251" fmla="*/ 2834856 w 8115305"/>
              <a:gd name="connsiteY2251" fmla="*/ 452992 h 3192694"/>
              <a:gd name="connsiteX2252" fmla="*/ 2790313 w 8115305"/>
              <a:gd name="connsiteY2252" fmla="*/ 434884 h 3192694"/>
              <a:gd name="connsiteX2253" fmla="*/ 2876122 w 8115305"/>
              <a:gd name="connsiteY2253" fmla="*/ 418045 h 3192694"/>
              <a:gd name="connsiteX2254" fmla="*/ 4808040 w 8115305"/>
              <a:gd name="connsiteY2254" fmla="*/ 417864 h 3192694"/>
              <a:gd name="connsiteX2255" fmla="*/ 4900751 w 8115305"/>
              <a:gd name="connsiteY2255" fmla="*/ 437783 h 3192694"/>
              <a:gd name="connsiteX2256" fmla="*/ 4842263 w 8115305"/>
              <a:gd name="connsiteY2256" fmla="*/ 458245 h 3192694"/>
              <a:gd name="connsiteX2257" fmla="*/ 4748827 w 8115305"/>
              <a:gd name="connsiteY2257" fmla="*/ 437603 h 3192694"/>
              <a:gd name="connsiteX2258" fmla="*/ 4808040 w 8115305"/>
              <a:gd name="connsiteY2258" fmla="*/ 417864 h 3192694"/>
              <a:gd name="connsiteX2259" fmla="*/ 3605322 w 8115305"/>
              <a:gd name="connsiteY2259" fmla="*/ 416054 h 3192694"/>
              <a:gd name="connsiteX2260" fmla="*/ 3528917 w 8115305"/>
              <a:gd name="connsiteY2260" fmla="*/ 430313 h 3192694"/>
              <a:gd name="connsiteX2261" fmla="*/ 3526735 w 8115305"/>
              <a:gd name="connsiteY2261" fmla="*/ 429996 h 3192694"/>
              <a:gd name="connsiteX2262" fmla="*/ 3526735 w 8115305"/>
              <a:gd name="connsiteY2262" fmla="*/ 430720 h 3192694"/>
              <a:gd name="connsiteX2263" fmla="*/ 3528917 w 8115305"/>
              <a:gd name="connsiteY2263" fmla="*/ 430313 h 3192694"/>
              <a:gd name="connsiteX2264" fmla="*/ 3554814 w 8115305"/>
              <a:gd name="connsiteY2264" fmla="*/ 434077 h 3192694"/>
              <a:gd name="connsiteX2265" fmla="*/ 3579971 w 8115305"/>
              <a:gd name="connsiteY2265" fmla="*/ 447199 h 3192694"/>
              <a:gd name="connsiteX2266" fmla="*/ 3647151 w 8115305"/>
              <a:gd name="connsiteY2266" fmla="*/ 431808 h 3192694"/>
              <a:gd name="connsiteX2267" fmla="*/ 3621620 w 8115305"/>
              <a:gd name="connsiteY2267" fmla="*/ 425108 h 3192694"/>
              <a:gd name="connsiteX2268" fmla="*/ 3605322 w 8115305"/>
              <a:gd name="connsiteY2268" fmla="*/ 416054 h 3192694"/>
              <a:gd name="connsiteX2269" fmla="*/ 2715889 w 8115305"/>
              <a:gd name="connsiteY2269" fmla="*/ 415512 h 3192694"/>
              <a:gd name="connsiteX2270" fmla="*/ 2754095 w 8115305"/>
              <a:gd name="connsiteY2270" fmla="*/ 431627 h 3192694"/>
              <a:gd name="connsiteX2271" fmla="*/ 2668447 w 8115305"/>
              <a:gd name="connsiteY2271" fmla="*/ 448104 h 3192694"/>
              <a:gd name="connsiteX2272" fmla="*/ 2630783 w 8115305"/>
              <a:gd name="connsiteY2272" fmla="*/ 431446 h 3192694"/>
              <a:gd name="connsiteX2273" fmla="*/ 2715889 w 8115305"/>
              <a:gd name="connsiteY2273" fmla="*/ 415512 h 3192694"/>
              <a:gd name="connsiteX2274" fmla="*/ 6101659 w 8115305"/>
              <a:gd name="connsiteY2274" fmla="*/ 414242 h 3192694"/>
              <a:gd name="connsiteX2275" fmla="*/ 6166666 w 8115305"/>
              <a:gd name="connsiteY2275" fmla="*/ 425831 h 3192694"/>
              <a:gd name="connsiteX2276" fmla="*/ 6143850 w 8115305"/>
              <a:gd name="connsiteY2276" fmla="*/ 436878 h 3192694"/>
              <a:gd name="connsiteX2277" fmla="*/ 6077032 w 8115305"/>
              <a:gd name="connsiteY2277" fmla="*/ 424746 h 3192694"/>
              <a:gd name="connsiteX2278" fmla="*/ 6101659 w 8115305"/>
              <a:gd name="connsiteY2278" fmla="*/ 414242 h 3192694"/>
              <a:gd name="connsiteX2279" fmla="*/ 2561976 w 8115305"/>
              <a:gd name="connsiteY2279" fmla="*/ 413700 h 3192694"/>
              <a:gd name="connsiteX2280" fmla="*/ 2591666 w 8115305"/>
              <a:gd name="connsiteY2280" fmla="*/ 429272 h 3192694"/>
              <a:gd name="connsiteX2281" fmla="*/ 2510006 w 8115305"/>
              <a:gd name="connsiteY2281" fmla="*/ 443758 h 3192694"/>
              <a:gd name="connsiteX2282" fmla="*/ 2479222 w 8115305"/>
              <a:gd name="connsiteY2282" fmla="*/ 428006 h 3192694"/>
              <a:gd name="connsiteX2283" fmla="*/ 2561976 w 8115305"/>
              <a:gd name="connsiteY2283" fmla="*/ 413700 h 3192694"/>
              <a:gd name="connsiteX2284" fmla="*/ 2407154 w 8115305"/>
              <a:gd name="connsiteY2284" fmla="*/ 410440 h 3192694"/>
              <a:gd name="connsiteX2285" fmla="*/ 2433408 w 8115305"/>
              <a:gd name="connsiteY2285" fmla="*/ 424563 h 3192694"/>
              <a:gd name="connsiteX2286" fmla="*/ 2356814 w 8115305"/>
              <a:gd name="connsiteY2286" fmla="*/ 437782 h 3192694"/>
              <a:gd name="connsiteX2287" fmla="*/ 2331282 w 8115305"/>
              <a:gd name="connsiteY2287" fmla="*/ 423295 h 3192694"/>
              <a:gd name="connsiteX2288" fmla="*/ 2407154 w 8115305"/>
              <a:gd name="connsiteY2288" fmla="*/ 410440 h 3192694"/>
              <a:gd name="connsiteX2289" fmla="*/ 5929997 w 8115305"/>
              <a:gd name="connsiteY2289" fmla="*/ 408992 h 3192694"/>
              <a:gd name="connsiteX2290" fmla="*/ 5999531 w 8115305"/>
              <a:gd name="connsiteY2290" fmla="*/ 421124 h 3192694"/>
              <a:gd name="connsiteX2291" fmla="*/ 5975628 w 8115305"/>
              <a:gd name="connsiteY2291" fmla="*/ 433257 h 3192694"/>
              <a:gd name="connsiteX2292" fmla="*/ 5905551 w 8115305"/>
              <a:gd name="connsiteY2292" fmla="*/ 420763 h 3192694"/>
              <a:gd name="connsiteX2293" fmla="*/ 5929997 w 8115305"/>
              <a:gd name="connsiteY2293" fmla="*/ 408992 h 3192694"/>
              <a:gd name="connsiteX2294" fmla="*/ 2250701 w 8115305"/>
              <a:gd name="connsiteY2294" fmla="*/ 408628 h 3192694"/>
              <a:gd name="connsiteX2295" fmla="*/ 2274242 w 8115305"/>
              <a:gd name="connsiteY2295" fmla="*/ 421485 h 3192694"/>
              <a:gd name="connsiteX2296" fmla="*/ 2203982 w 8115305"/>
              <a:gd name="connsiteY2296" fmla="*/ 433436 h 3192694"/>
              <a:gd name="connsiteX2297" fmla="*/ 2181163 w 8115305"/>
              <a:gd name="connsiteY2297" fmla="*/ 420398 h 3192694"/>
              <a:gd name="connsiteX2298" fmla="*/ 2250701 w 8115305"/>
              <a:gd name="connsiteY2298" fmla="*/ 408628 h 3192694"/>
              <a:gd name="connsiteX2299" fmla="*/ 2098777 w 8115305"/>
              <a:gd name="connsiteY2299" fmla="*/ 406457 h 3192694"/>
              <a:gd name="connsiteX2300" fmla="*/ 2117609 w 8115305"/>
              <a:gd name="connsiteY2300" fmla="*/ 418410 h 3192694"/>
              <a:gd name="connsiteX2301" fmla="*/ 2047712 w 8115305"/>
              <a:gd name="connsiteY2301" fmla="*/ 429635 h 3192694"/>
              <a:gd name="connsiteX2302" fmla="*/ 2029604 w 8115305"/>
              <a:gd name="connsiteY2302" fmla="*/ 417685 h 3192694"/>
              <a:gd name="connsiteX2303" fmla="*/ 2098777 w 8115305"/>
              <a:gd name="connsiteY2303" fmla="*/ 406457 h 3192694"/>
              <a:gd name="connsiteX2304" fmla="*/ 5765396 w 8115305"/>
              <a:gd name="connsiteY2304" fmla="*/ 404826 h 3192694"/>
              <a:gd name="connsiteX2305" fmla="*/ 5838734 w 8115305"/>
              <a:gd name="connsiteY2305" fmla="*/ 418045 h 3192694"/>
              <a:gd name="connsiteX2306" fmla="*/ 5810123 w 8115305"/>
              <a:gd name="connsiteY2306" fmla="*/ 431445 h 3192694"/>
              <a:gd name="connsiteX2307" fmla="*/ 5736243 w 8115305"/>
              <a:gd name="connsiteY2307" fmla="*/ 418045 h 3192694"/>
              <a:gd name="connsiteX2308" fmla="*/ 5765396 w 8115305"/>
              <a:gd name="connsiteY2308" fmla="*/ 404826 h 3192694"/>
              <a:gd name="connsiteX2309" fmla="*/ 1945403 w 8115305"/>
              <a:gd name="connsiteY2309" fmla="*/ 403378 h 3192694"/>
              <a:gd name="connsiteX2310" fmla="*/ 1963509 w 8115305"/>
              <a:gd name="connsiteY2310" fmla="*/ 413518 h 3192694"/>
              <a:gd name="connsiteX2311" fmla="*/ 1901400 w 8115305"/>
              <a:gd name="connsiteY2311" fmla="*/ 423839 h 3192694"/>
              <a:gd name="connsiteX2312" fmla="*/ 1884198 w 8115305"/>
              <a:gd name="connsiteY2312" fmla="*/ 413881 h 3192694"/>
              <a:gd name="connsiteX2313" fmla="*/ 1945403 w 8115305"/>
              <a:gd name="connsiteY2313" fmla="*/ 403378 h 3192694"/>
              <a:gd name="connsiteX2314" fmla="*/ 1787142 w 8115305"/>
              <a:gd name="connsiteY2314" fmla="*/ 401929 h 3192694"/>
              <a:gd name="connsiteX2315" fmla="*/ 1800543 w 8115305"/>
              <a:gd name="connsiteY2315" fmla="*/ 410620 h 3192694"/>
              <a:gd name="connsiteX2316" fmla="*/ 1746218 w 8115305"/>
              <a:gd name="connsiteY2316" fmla="*/ 419493 h 3192694"/>
              <a:gd name="connsiteX2317" fmla="*/ 1734811 w 8115305"/>
              <a:gd name="connsiteY2317" fmla="*/ 410259 h 3192694"/>
              <a:gd name="connsiteX2318" fmla="*/ 1787142 w 8115305"/>
              <a:gd name="connsiteY2318" fmla="*/ 401929 h 3192694"/>
              <a:gd name="connsiteX2319" fmla="*/ 5598987 w 8115305"/>
              <a:gd name="connsiteY2319" fmla="*/ 400663 h 3192694"/>
              <a:gd name="connsiteX2320" fmla="*/ 5679024 w 8115305"/>
              <a:gd name="connsiteY2320" fmla="*/ 414967 h 3192694"/>
              <a:gd name="connsiteX2321" fmla="*/ 5647155 w 8115305"/>
              <a:gd name="connsiteY2321" fmla="*/ 429816 h 3192694"/>
              <a:gd name="connsiteX2322" fmla="*/ 5567298 w 8115305"/>
              <a:gd name="connsiteY2322" fmla="*/ 414786 h 3192694"/>
              <a:gd name="connsiteX2323" fmla="*/ 5598987 w 8115305"/>
              <a:gd name="connsiteY2323" fmla="*/ 400663 h 3192694"/>
              <a:gd name="connsiteX2324" fmla="*/ 1639742 w 8115305"/>
              <a:gd name="connsiteY2324" fmla="*/ 398671 h 3192694"/>
              <a:gd name="connsiteX2325" fmla="*/ 1648074 w 8115305"/>
              <a:gd name="connsiteY2325" fmla="*/ 406094 h 3192694"/>
              <a:gd name="connsiteX2326" fmla="*/ 1600449 w 8115305"/>
              <a:gd name="connsiteY2326" fmla="*/ 413520 h 3192694"/>
              <a:gd name="connsiteX2327" fmla="*/ 1592483 w 8115305"/>
              <a:gd name="connsiteY2327" fmla="*/ 405914 h 3192694"/>
              <a:gd name="connsiteX2328" fmla="*/ 1639742 w 8115305"/>
              <a:gd name="connsiteY2328" fmla="*/ 398671 h 3192694"/>
              <a:gd name="connsiteX2329" fmla="*/ 1484736 w 8115305"/>
              <a:gd name="connsiteY2329" fmla="*/ 397583 h 3192694"/>
              <a:gd name="connsiteX2330" fmla="*/ 1492884 w 8115305"/>
              <a:gd name="connsiteY2330" fmla="*/ 403197 h 3192694"/>
              <a:gd name="connsiteX2331" fmla="*/ 1454312 w 8115305"/>
              <a:gd name="connsiteY2331" fmla="*/ 409173 h 3192694"/>
              <a:gd name="connsiteX2332" fmla="*/ 1448519 w 8115305"/>
              <a:gd name="connsiteY2332" fmla="*/ 403015 h 3192694"/>
              <a:gd name="connsiteX2333" fmla="*/ 1484736 w 8115305"/>
              <a:gd name="connsiteY2333" fmla="*/ 397583 h 3192694"/>
              <a:gd name="connsiteX2334" fmla="*/ 4414559 w 8115305"/>
              <a:gd name="connsiteY2334" fmla="*/ 397402 h 3192694"/>
              <a:gd name="connsiteX2335" fmla="*/ 4376171 w 8115305"/>
              <a:gd name="connsiteY2335" fmla="*/ 407362 h 3192694"/>
              <a:gd name="connsiteX2336" fmla="*/ 4416913 w 8115305"/>
              <a:gd name="connsiteY2336" fmla="*/ 418951 h 3192694"/>
              <a:gd name="connsiteX2337" fmla="*/ 4463269 w 8115305"/>
              <a:gd name="connsiteY2337" fmla="*/ 408810 h 3192694"/>
              <a:gd name="connsiteX2338" fmla="*/ 4568837 w 8115305"/>
              <a:gd name="connsiteY2338" fmla="*/ 395592 h 3192694"/>
              <a:gd name="connsiteX2339" fmla="*/ 4517229 w 8115305"/>
              <a:gd name="connsiteY2339" fmla="*/ 409898 h 3192694"/>
              <a:gd name="connsiteX2340" fmla="*/ 4579520 w 8115305"/>
              <a:gd name="connsiteY2340" fmla="*/ 428006 h 3192694"/>
              <a:gd name="connsiteX2341" fmla="*/ 4640362 w 8115305"/>
              <a:gd name="connsiteY2341" fmla="*/ 412613 h 3192694"/>
              <a:gd name="connsiteX2342" fmla="*/ 4568837 w 8115305"/>
              <a:gd name="connsiteY2342" fmla="*/ 395592 h 3192694"/>
              <a:gd name="connsiteX2343" fmla="*/ 4256840 w 8115305"/>
              <a:gd name="connsiteY2343" fmla="*/ 395592 h 3192694"/>
              <a:gd name="connsiteX2344" fmla="*/ 4227324 w 8115305"/>
              <a:gd name="connsiteY2344" fmla="*/ 403016 h 3192694"/>
              <a:gd name="connsiteX2345" fmla="*/ 4257926 w 8115305"/>
              <a:gd name="connsiteY2345" fmla="*/ 413337 h 3192694"/>
              <a:gd name="connsiteX2346" fmla="*/ 4294141 w 8115305"/>
              <a:gd name="connsiteY2346" fmla="*/ 405552 h 3192694"/>
              <a:gd name="connsiteX2347" fmla="*/ 5430766 w 8115305"/>
              <a:gd name="connsiteY2347" fmla="*/ 395412 h 3192694"/>
              <a:gd name="connsiteX2348" fmla="*/ 5512070 w 8115305"/>
              <a:gd name="connsiteY2348" fmla="*/ 410623 h 3192694"/>
              <a:gd name="connsiteX2349" fmla="*/ 5475854 w 8115305"/>
              <a:gd name="connsiteY2349" fmla="*/ 426195 h 3192694"/>
              <a:gd name="connsiteX2350" fmla="*/ 5392197 w 8115305"/>
              <a:gd name="connsiteY2350" fmla="*/ 410260 h 3192694"/>
              <a:gd name="connsiteX2351" fmla="*/ 5430766 w 8115305"/>
              <a:gd name="connsiteY2351" fmla="*/ 395412 h 3192694"/>
              <a:gd name="connsiteX2352" fmla="*/ 1337873 w 8115305"/>
              <a:gd name="connsiteY2352" fmla="*/ 394505 h 3192694"/>
              <a:gd name="connsiteX2353" fmla="*/ 1341856 w 8115305"/>
              <a:gd name="connsiteY2353" fmla="*/ 398670 h 3192694"/>
              <a:gd name="connsiteX2354" fmla="*/ 1314332 w 8115305"/>
              <a:gd name="connsiteY2354" fmla="*/ 402836 h 3192694"/>
              <a:gd name="connsiteX2355" fmla="*/ 1310168 w 8115305"/>
              <a:gd name="connsiteY2355" fmla="*/ 398307 h 3192694"/>
              <a:gd name="connsiteX2356" fmla="*/ 1337873 w 8115305"/>
              <a:gd name="connsiteY2356" fmla="*/ 394505 h 3192694"/>
              <a:gd name="connsiteX2357" fmla="*/ 6691608 w 8115305"/>
              <a:gd name="connsiteY2357" fmla="*/ 393781 h 3192694"/>
              <a:gd name="connsiteX2358" fmla="*/ 6728004 w 8115305"/>
              <a:gd name="connsiteY2358" fmla="*/ 398670 h 3192694"/>
              <a:gd name="connsiteX2359" fmla="*/ 6723478 w 8115305"/>
              <a:gd name="connsiteY2359" fmla="*/ 404465 h 3192694"/>
              <a:gd name="connsiteX2360" fmla="*/ 6689254 w 8115305"/>
              <a:gd name="connsiteY2360" fmla="*/ 399756 h 3192694"/>
              <a:gd name="connsiteX2361" fmla="*/ 6691608 w 8115305"/>
              <a:gd name="connsiteY2361" fmla="*/ 393781 h 3192694"/>
              <a:gd name="connsiteX2362" fmla="*/ 4100570 w 8115305"/>
              <a:gd name="connsiteY2362" fmla="*/ 393600 h 3192694"/>
              <a:gd name="connsiteX2363" fmla="*/ 4071054 w 8115305"/>
              <a:gd name="connsiteY2363" fmla="*/ 400482 h 3192694"/>
              <a:gd name="connsiteX2364" fmla="*/ 4092059 w 8115305"/>
              <a:gd name="connsiteY2364" fmla="*/ 406457 h 3192694"/>
              <a:gd name="connsiteX2365" fmla="*/ 4121031 w 8115305"/>
              <a:gd name="connsiteY2365" fmla="*/ 400119 h 3192694"/>
              <a:gd name="connsiteX2366" fmla="*/ 5272323 w 8115305"/>
              <a:gd name="connsiteY2366" fmla="*/ 391789 h 3192694"/>
              <a:gd name="connsiteX2367" fmla="*/ 5353809 w 8115305"/>
              <a:gd name="connsiteY2367" fmla="*/ 408087 h 3192694"/>
              <a:gd name="connsiteX2368" fmla="*/ 5311436 w 8115305"/>
              <a:gd name="connsiteY2368" fmla="*/ 424022 h 3192694"/>
              <a:gd name="connsiteX2369" fmla="*/ 5228320 w 8115305"/>
              <a:gd name="connsiteY2369" fmla="*/ 407724 h 3192694"/>
              <a:gd name="connsiteX2370" fmla="*/ 5272323 w 8115305"/>
              <a:gd name="connsiteY2370" fmla="*/ 391789 h 3192694"/>
              <a:gd name="connsiteX2371" fmla="*/ 3939412 w 8115305"/>
              <a:gd name="connsiteY2371" fmla="*/ 389254 h 3192694"/>
              <a:gd name="connsiteX2372" fmla="*/ 3904101 w 8115305"/>
              <a:gd name="connsiteY2372" fmla="*/ 395412 h 3192694"/>
              <a:gd name="connsiteX2373" fmla="*/ 3930357 w 8115305"/>
              <a:gd name="connsiteY2373" fmla="*/ 404284 h 3192694"/>
              <a:gd name="connsiteX2374" fmla="*/ 3962046 w 8115305"/>
              <a:gd name="connsiteY2374" fmla="*/ 397041 h 3192694"/>
              <a:gd name="connsiteX2375" fmla="*/ 6521758 w 8115305"/>
              <a:gd name="connsiteY2375" fmla="*/ 387987 h 3192694"/>
              <a:gd name="connsiteX2376" fmla="*/ 6566485 w 8115305"/>
              <a:gd name="connsiteY2376" fmla="*/ 394686 h 3192694"/>
              <a:gd name="connsiteX2377" fmla="*/ 6558698 w 8115305"/>
              <a:gd name="connsiteY2377" fmla="*/ 401749 h 3192694"/>
              <a:gd name="connsiteX2378" fmla="*/ 6513791 w 8115305"/>
              <a:gd name="connsiteY2378" fmla="*/ 394869 h 3192694"/>
              <a:gd name="connsiteX2379" fmla="*/ 6521758 w 8115305"/>
              <a:gd name="connsiteY2379" fmla="*/ 387987 h 3192694"/>
              <a:gd name="connsiteX2380" fmla="*/ 3393282 w 8115305"/>
              <a:gd name="connsiteY2380" fmla="*/ 386357 h 3192694"/>
              <a:gd name="connsiteX2381" fmla="*/ 3453399 w 8115305"/>
              <a:gd name="connsiteY2381" fmla="*/ 405008 h 3192694"/>
              <a:gd name="connsiteX2382" fmla="*/ 3365213 w 8115305"/>
              <a:gd name="connsiteY2382" fmla="*/ 424202 h 3192694"/>
              <a:gd name="connsiteX2383" fmla="*/ 3305639 w 8115305"/>
              <a:gd name="connsiteY2383" fmla="*/ 404465 h 3192694"/>
              <a:gd name="connsiteX2384" fmla="*/ 3393282 w 8115305"/>
              <a:gd name="connsiteY2384" fmla="*/ 386357 h 3192694"/>
              <a:gd name="connsiteX2385" fmla="*/ 5108992 w 8115305"/>
              <a:gd name="connsiteY2385" fmla="*/ 386177 h 3192694"/>
              <a:gd name="connsiteX2386" fmla="*/ 5195365 w 8115305"/>
              <a:gd name="connsiteY2386" fmla="*/ 403197 h 3192694"/>
              <a:gd name="connsiteX2387" fmla="*/ 5148466 w 8115305"/>
              <a:gd name="connsiteY2387" fmla="*/ 420763 h 3192694"/>
              <a:gd name="connsiteX2388" fmla="*/ 5061368 w 8115305"/>
              <a:gd name="connsiteY2388" fmla="*/ 402655 h 3192694"/>
              <a:gd name="connsiteX2389" fmla="*/ 5108992 w 8115305"/>
              <a:gd name="connsiteY2389" fmla="*/ 386177 h 3192694"/>
              <a:gd name="connsiteX2390" fmla="*/ 3234113 w 8115305"/>
              <a:gd name="connsiteY2390" fmla="*/ 384365 h 3192694"/>
              <a:gd name="connsiteX2391" fmla="*/ 3290790 w 8115305"/>
              <a:gd name="connsiteY2391" fmla="*/ 402472 h 3192694"/>
              <a:gd name="connsiteX2392" fmla="*/ 3203873 w 8115305"/>
              <a:gd name="connsiteY2392" fmla="*/ 420580 h 3192694"/>
              <a:gd name="connsiteX2393" fmla="*/ 3147740 w 8115305"/>
              <a:gd name="connsiteY2393" fmla="*/ 402472 h 3192694"/>
              <a:gd name="connsiteX2394" fmla="*/ 3234113 w 8115305"/>
              <a:gd name="connsiteY2394" fmla="*/ 384365 h 3192694"/>
              <a:gd name="connsiteX2395" fmla="*/ 6357884 w 8115305"/>
              <a:gd name="connsiteY2395" fmla="*/ 383821 h 3192694"/>
              <a:gd name="connsiteX2396" fmla="*/ 6409311 w 8115305"/>
              <a:gd name="connsiteY2396" fmla="*/ 391788 h 3192694"/>
              <a:gd name="connsiteX2397" fmla="*/ 6396454 w 8115305"/>
              <a:gd name="connsiteY2397" fmla="*/ 400119 h 3192694"/>
              <a:gd name="connsiteX2398" fmla="*/ 6345208 w 8115305"/>
              <a:gd name="connsiteY2398" fmla="*/ 391788 h 3192694"/>
              <a:gd name="connsiteX2399" fmla="*/ 6357884 w 8115305"/>
              <a:gd name="connsiteY2399" fmla="*/ 383821 h 3192694"/>
              <a:gd name="connsiteX2400" fmla="*/ 4952903 w 8115305"/>
              <a:gd name="connsiteY2400" fmla="*/ 382373 h 3192694"/>
              <a:gd name="connsiteX2401" fmla="*/ 5038915 w 8115305"/>
              <a:gd name="connsiteY2401" fmla="*/ 400480 h 3192694"/>
              <a:gd name="connsiteX2402" fmla="*/ 4984592 w 8115305"/>
              <a:gd name="connsiteY2402" fmla="*/ 418588 h 3192694"/>
              <a:gd name="connsiteX2403" fmla="*/ 4898579 w 8115305"/>
              <a:gd name="connsiteY2403" fmla="*/ 400480 h 3192694"/>
              <a:gd name="connsiteX2404" fmla="*/ 4952903 w 8115305"/>
              <a:gd name="connsiteY2404" fmla="*/ 382373 h 3192694"/>
              <a:gd name="connsiteX2405" fmla="*/ 3786763 w 8115305"/>
              <a:gd name="connsiteY2405" fmla="*/ 382011 h 3192694"/>
              <a:gd name="connsiteX2406" fmla="*/ 3735517 w 8115305"/>
              <a:gd name="connsiteY2406" fmla="*/ 392514 h 3192694"/>
              <a:gd name="connsiteX2407" fmla="*/ 3773181 w 8115305"/>
              <a:gd name="connsiteY2407" fmla="*/ 403740 h 3192694"/>
              <a:gd name="connsiteX2408" fmla="*/ 3820805 w 8115305"/>
              <a:gd name="connsiteY2408" fmla="*/ 394324 h 3192694"/>
              <a:gd name="connsiteX2409" fmla="*/ 3084906 w 8115305"/>
              <a:gd name="connsiteY2409" fmla="*/ 380563 h 3192694"/>
              <a:gd name="connsiteX2410" fmla="*/ 3133798 w 8115305"/>
              <a:gd name="connsiteY2410" fmla="*/ 398670 h 3192694"/>
              <a:gd name="connsiteX2411" fmla="*/ 3048329 w 8115305"/>
              <a:gd name="connsiteY2411" fmla="*/ 415691 h 3192694"/>
              <a:gd name="connsiteX2412" fmla="*/ 3000344 w 8115305"/>
              <a:gd name="connsiteY2412" fmla="*/ 397583 h 3192694"/>
              <a:gd name="connsiteX2413" fmla="*/ 3084906 w 8115305"/>
              <a:gd name="connsiteY2413" fmla="*/ 380563 h 3192694"/>
              <a:gd name="connsiteX2414" fmla="*/ 2932438 w 8115305"/>
              <a:gd name="connsiteY2414" fmla="*/ 379114 h 3192694"/>
              <a:gd name="connsiteX2415" fmla="*/ 2976803 w 8115305"/>
              <a:gd name="connsiteY2415" fmla="*/ 394866 h 3192694"/>
              <a:gd name="connsiteX2416" fmla="*/ 2894412 w 8115305"/>
              <a:gd name="connsiteY2416" fmla="*/ 410984 h 3192694"/>
              <a:gd name="connsiteX2417" fmla="*/ 2852422 w 8115305"/>
              <a:gd name="connsiteY2417" fmla="*/ 394325 h 3192694"/>
              <a:gd name="connsiteX2418" fmla="*/ 2932438 w 8115305"/>
              <a:gd name="connsiteY2418" fmla="*/ 379114 h 3192694"/>
              <a:gd name="connsiteX2419" fmla="*/ 6191293 w 8115305"/>
              <a:gd name="connsiteY2419" fmla="*/ 378571 h 3192694"/>
              <a:gd name="connsiteX2420" fmla="*/ 6249238 w 8115305"/>
              <a:gd name="connsiteY2420" fmla="*/ 387625 h 3192694"/>
              <a:gd name="connsiteX2421" fmla="*/ 6235295 w 8115305"/>
              <a:gd name="connsiteY2421" fmla="*/ 397222 h 3192694"/>
              <a:gd name="connsiteX2422" fmla="*/ 6176807 w 8115305"/>
              <a:gd name="connsiteY2422" fmla="*/ 387986 h 3192694"/>
              <a:gd name="connsiteX2423" fmla="*/ 6191293 w 8115305"/>
              <a:gd name="connsiteY2423" fmla="*/ 378571 h 3192694"/>
              <a:gd name="connsiteX2424" fmla="*/ 4794822 w 8115305"/>
              <a:gd name="connsiteY2424" fmla="*/ 378027 h 3192694"/>
              <a:gd name="connsiteX2425" fmla="*/ 4881015 w 8115305"/>
              <a:gd name="connsiteY2425" fmla="*/ 396135 h 3192694"/>
              <a:gd name="connsiteX2426" fmla="*/ 4822346 w 8115305"/>
              <a:gd name="connsiteY2426" fmla="*/ 414243 h 3192694"/>
              <a:gd name="connsiteX2427" fmla="*/ 4735792 w 8115305"/>
              <a:gd name="connsiteY2427" fmla="*/ 396135 h 3192694"/>
              <a:gd name="connsiteX2428" fmla="*/ 4794822 w 8115305"/>
              <a:gd name="connsiteY2428" fmla="*/ 378027 h 3192694"/>
              <a:gd name="connsiteX2429" fmla="*/ 2783796 w 8115305"/>
              <a:gd name="connsiteY2429" fmla="*/ 375673 h 3192694"/>
              <a:gd name="connsiteX2430" fmla="*/ 2824356 w 8115305"/>
              <a:gd name="connsiteY2430" fmla="*/ 390522 h 3192694"/>
              <a:gd name="connsiteX2431" fmla="*/ 2743234 w 8115305"/>
              <a:gd name="connsiteY2431" fmla="*/ 405913 h 3192694"/>
              <a:gd name="connsiteX2432" fmla="*/ 2705390 w 8115305"/>
              <a:gd name="connsiteY2432" fmla="*/ 390159 h 3192694"/>
              <a:gd name="connsiteX2433" fmla="*/ 2783796 w 8115305"/>
              <a:gd name="connsiteY2433" fmla="*/ 375673 h 3192694"/>
              <a:gd name="connsiteX2434" fmla="*/ 6031039 w 8115305"/>
              <a:gd name="connsiteY2434" fmla="*/ 374949 h 3192694"/>
              <a:gd name="connsiteX2435" fmla="*/ 6093511 w 8115305"/>
              <a:gd name="connsiteY2435" fmla="*/ 385270 h 3192694"/>
              <a:gd name="connsiteX2436" fmla="*/ 6075403 w 8115305"/>
              <a:gd name="connsiteY2436" fmla="*/ 395230 h 3192694"/>
              <a:gd name="connsiteX2437" fmla="*/ 6012388 w 8115305"/>
              <a:gd name="connsiteY2437" fmla="*/ 384726 h 3192694"/>
              <a:gd name="connsiteX2438" fmla="*/ 6031039 w 8115305"/>
              <a:gd name="connsiteY2438" fmla="*/ 374949 h 3192694"/>
              <a:gd name="connsiteX2439" fmla="*/ 2633677 w 8115305"/>
              <a:gd name="connsiteY2439" fmla="*/ 374044 h 3192694"/>
              <a:gd name="connsiteX2440" fmla="*/ 2669355 w 8115305"/>
              <a:gd name="connsiteY2440" fmla="*/ 387625 h 3192694"/>
              <a:gd name="connsiteX2441" fmla="*/ 2592394 w 8115305"/>
              <a:gd name="connsiteY2441" fmla="*/ 401929 h 3192694"/>
              <a:gd name="connsiteX2442" fmla="*/ 2559261 w 8115305"/>
              <a:gd name="connsiteY2442" fmla="*/ 387442 h 3192694"/>
              <a:gd name="connsiteX2443" fmla="*/ 2633677 w 8115305"/>
              <a:gd name="connsiteY2443" fmla="*/ 374044 h 3192694"/>
              <a:gd name="connsiteX2444" fmla="*/ 2489001 w 8115305"/>
              <a:gd name="connsiteY2444" fmla="*/ 371145 h 3192694"/>
              <a:gd name="connsiteX2445" fmla="*/ 2516523 w 8115305"/>
              <a:gd name="connsiteY2445" fmla="*/ 383821 h 3192694"/>
              <a:gd name="connsiteX2446" fmla="*/ 2444093 w 8115305"/>
              <a:gd name="connsiteY2446" fmla="*/ 396496 h 3192694"/>
              <a:gd name="connsiteX2447" fmla="*/ 2416568 w 8115305"/>
              <a:gd name="connsiteY2447" fmla="*/ 382916 h 3192694"/>
              <a:gd name="connsiteX2448" fmla="*/ 2489001 w 8115305"/>
              <a:gd name="connsiteY2448" fmla="*/ 371145 h 3192694"/>
              <a:gd name="connsiteX2449" fmla="*/ 5862094 w 8115305"/>
              <a:gd name="connsiteY2449" fmla="*/ 369698 h 3192694"/>
              <a:gd name="connsiteX2450" fmla="*/ 5929273 w 8115305"/>
              <a:gd name="connsiteY2450" fmla="*/ 380562 h 3192694"/>
              <a:gd name="connsiteX2451" fmla="*/ 5907726 w 8115305"/>
              <a:gd name="connsiteY2451" fmla="*/ 392151 h 3192694"/>
              <a:gd name="connsiteX2452" fmla="*/ 5840726 w 8115305"/>
              <a:gd name="connsiteY2452" fmla="*/ 380562 h 3192694"/>
              <a:gd name="connsiteX2453" fmla="*/ 5862094 w 8115305"/>
              <a:gd name="connsiteY2453" fmla="*/ 369698 h 3192694"/>
              <a:gd name="connsiteX2454" fmla="*/ 2333090 w 8115305"/>
              <a:gd name="connsiteY2454" fmla="*/ 368974 h 3192694"/>
              <a:gd name="connsiteX2455" fmla="*/ 2359710 w 8115305"/>
              <a:gd name="connsiteY2455" fmla="*/ 380563 h 3192694"/>
              <a:gd name="connsiteX2456" fmla="*/ 2291444 w 8115305"/>
              <a:gd name="connsiteY2456" fmla="*/ 392513 h 3192694"/>
              <a:gd name="connsiteX2457" fmla="*/ 2265369 w 8115305"/>
              <a:gd name="connsiteY2457" fmla="*/ 380924 h 3192694"/>
              <a:gd name="connsiteX2458" fmla="*/ 2333090 w 8115305"/>
              <a:gd name="connsiteY2458" fmla="*/ 368974 h 3192694"/>
              <a:gd name="connsiteX2459" fmla="*/ 2188591 w 8115305"/>
              <a:gd name="connsiteY2459" fmla="*/ 366257 h 3192694"/>
              <a:gd name="connsiteX2460" fmla="*/ 2209238 w 8115305"/>
              <a:gd name="connsiteY2460" fmla="*/ 377122 h 3192694"/>
              <a:gd name="connsiteX2461" fmla="*/ 2145859 w 8115305"/>
              <a:gd name="connsiteY2461" fmla="*/ 387443 h 3192694"/>
              <a:gd name="connsiteX2462" fmla="*/ 2125756 w 8115305"/>
              <a:gd name="connsiteY2462" fmla="*/ 376397 h 3192694"/>
              <a:gd name="connsiteX2463" fmla="*/ 2188591 w 8115305"/>
              <a:gd name="connsiteY2463" fmla="*/ 366257 h 3192694"/>
              <a:gd name="connsiteX2464" fmla="*/ 5704736 w 8115305"/>
              <a:gd name="connsiteY2464" fmla="*/ 366076 h 3192694"/>
              <a:gd name="connsiteX2465" fmla="*/ 5777167 w 8115305"/>
              <a:gd name="connsiteY2465" fmla="*/ 378389 h 3192694"/>
              <a:gd name="connsiteX2466" fmla="*/ 5748919 w 8115305"/>
              <a:gd name="connsiteY2466" fmla="*/ 390520 h 3192694"/>
              <a:gd name="connsiteX2467" fmla="*/ 5678300 w 8115305"/>
              <a:gd name="connsiteY2467" fmla="*/ 378026 h 3192694"/>
              <a:gd name="connsiteX2468" fmla="*/ 5704736 w 8115305"/>
              <a:gd name="connsiteY2468" fmla="*/ 366076 h 3192694"/>
              <a:gd name="connsiteX2469" fmla="*/ 2038475 w 8115305"/>
              <a:gd name="connsiteY2469" fmla="*/ 364809 h 3192694"/>
              <a:gd name="connsiteX2470" fmla="*/ 2058935 w 8115305"/>
              <a:gd name="connsiteY2470" fmla="*/ 373681 h 3192694"/>
              <a:gd name="connsiteX2471" fmla="*/ 2000811 w 8115305"/>
              <a:gd name="connsiteY2471" fmla="*/ 383460 h 3192694"/>
              <a:gd name="connsiteX2472" fmla="*/ 1982705 w 8115305"/>
              <a:gd name="connsiteY2472" fmla="*/ 373863 h 3192694"/>
              <a:gd name="connsiteX2473" fmla="*/ 2038475 w 8115305"/>
              <a:gd name="connsiteY2473" fmla="*/ 364809 h 3192694"/>
              <a:gd name="connsiteX2474" fmla="*/ 1897962 w 8115305"/>
              <a:gd name="connsiteY2474" fmla="*/ 361911 h 3192694"/>
              <a:gd name="connsiteX2475" fmla="*/ 1911360 w 8115305"/>
              <a:gd name="connsiteY2475" fmla="*/ 369878 h 3192694"/>
              <a:gd name="connsiteX2476" fmla="*/ 1860660 w 8115305"/>
              <a:gd name="connsiteY2476" fmla="*/ 378209 h 3192694"/>
              <a:gd name="connsiteX2477" fmla="*/ 1847077 w 8115305"/>
              <a:gd name="connsiteY2477" fmla="*/ 369698 h 3192694"/>
              <a:gd name="connsiteX2478" fmla="*/ 1897962 w 8115305"/>
              <a:gd name="connsiteY2478" fmla="*/ 361911 h 3192694"/>
              <a:gd name="connsiteX2479" fmla="*/ 5545027 w 8115305"/>
              <a:gd name="connsiteY2479" fmla="*/ 361006 h 3192694"/>
              <a:gd name="connsiteX2480" fmla="*/ 5620716 w 8115305"/>
              <a:gd name="connsiteY2480" fmla="*/ 373683 h 3192694"/>
              <a:gd name="connsiteX2481" fmla="*/ 5590295 w 8115305"/>
              <a:gd name="connsiteY2481" fmla="*/ 387444 h 3192694"/>
              <a:gd name="connsiteX2482" fmla="*/ 5514787 w 8115305"/>
              <a:gd name="connsiteY2482" fmla="*/ 373863 h 3192694"/>
              <a:gd name="connsiteX2483" fmla="*/ 5545027 w 8115305"/>
              <a:gd name="connsiteY2483" fmla="*/ 361006 h 3192694"/>
              <a:gd name="connsiteX2484" fmla="*/ 1752733 w 8115305"/>
              <a:gd name="connsiteY2484" fmla="*/ 360643 h 3192694"/>
              <a:gd name="connsiteX2485" fmla="*/ 1759438 w 8115305"/>
              <a:gd name="connsiteY2485" fmla="*/ 367886 h 3192694"/>
              <a:gd name="connsiteX2486" fmla="*/ 1714889 w 8115305"/>
              <a:gd name="connsiteY2486" fmla="*/ 374044 h 3192694"/>
              <a:gd name="connsiteX2487" fmla="*/ 1708373 w 8115305"/>
              <a:gd name="connsiteY2487" fmla="*/ 366438 h 3192694"/>
              <a:gd name="connsiteX2488" fmla="*/ 1752733 w 8115305"/>
              <a:gd name="connsiteY2488" fmla="*/ 360643 h 3192694"/>
              <a:gd name="connsiteX2489" fmla="*/ 1601529 w 8115305"/>
              <a:gd name="connsiteY2489" fmla="*/ 358109 h 3192694"/>
              <a:gd name="connsiteX2490" fmla="*/ 1608954 w 8115305"/>
              <a:gd name="connsiteY2490" fmla="*/ 363360 h 3192694"/>
              <a:gd name="connsiteX2491" fmla="*/ 1572739 w 8115305"/>
              <a:gd name="connsiteY2491" fmla="*/ 368613 h 3192694"/>
              <a:gd name="connsiteX2492" fmla="*/ 1565313 w 8115305"/>
              <a:gd name="connsiteY2492" fmla="*/ 363543 h 3192694"/>
              <a:gd name="connsiteX2493" fmla="*/ 1601529 w 8115305"/>
              <a:gd name="connsiteY2493" fmla="*/ 358109 h 3192694"/>
              <a:gd name="connsiteX2494" fmla="*/ 5390929 w 8115305"/>
              <a:gd name="connsiteY2494" fmla="*/ 357746 h 3192694"/>
              <a:gd name="connsiteX2495" fmla="*/ 5467345 w 8115305"/>
              <a:gd name="connsiteY2495" fmla="*/ 371327 h 3192694"/>
              <a:gd name="connsiteX2496" fmla="*/ 5431130 w 8115305"/>
              <a:gd name="connsiteY2496" fmla="*/ 385450 h 3192694"/>
              <a:gd name="connsiteX2497" fmla="*/ 5355801 w 8115305"/>
              <a:gd name="connsiteY2497" fmla="*/ 371688 h 3192694"/>
              <a:gd name="connsiteX2498" fmla="*/ 5390929 w 8115305"/>
              <a:gd name="connsiteY2498" fmla="*/ 357746 h 3192694"/>
              <a:gd name="connsiteX2499" fmla="*/ 4562319 w 8115305"/>
              <a:gd name="connsiteY2499" fmla="*/ 356841 h 3192694"/>
              <a:gd name="connsiteX2500" fmla="*/ 4509805 w 8115305"/>
              <a:gd name="connsiteY2500" fmla="*/ 370241 h 3192694"/>
              <a:gd name="connsiteX2501" fmla="*/ 4546021 w 8115305"/>
              <a:gd name="connsiteY2501" fmla="*/ 377304 h 3192694"/>
              <a:gd name="connsiteX2502" fmla="*/ 4569742 w 8115305"/>
              <a:gd name="connsiteY2502" fmla="*/ 387081 h 3192694"/>
              <a:gd name="connsiteX2503" fmla="*/ 4635111 w 8115305"/>
              <a:gd name="connsiteY2503" fmla="*/ 374044 h 3192694"/>
              <a:gd name="connsiteX2504" fmla="*/ 4591472 w 8115305"/>
              <a:gd name="connsiteY2504" fmla="*/ 367164 h 3192694"/>
              <a:gd name="connsiteX2505" fmla="*/ 4562319 w 8115305"/>
              <a:gd name="connsiteY2505" fmla="*/ 356841 h 3192694"/>
              <a:gd name="connsiteX2506" fmla="*/ 4413835 w 8115305"/>
              <a:gd name="connsiteY2506" fmla="*/ 356841 h 3192694"/>
              <a:gd name="connsiteX2507" fmla="*/ 4371281 w 8115305"/>
              <a:gd name="connsiteY2507" fmla="*/ 367344 h 3192694"/>
              <a:gd name="connsiteX2508" fmla="*/ 4413835 w 8115305"/>
              <a:gd name="connsiteY2508" fmla="*/ 378570 h 3192694"/>
              <a:gd name="connsiteX2509" fmla="*/ 4464537 w 8115305"/>
              <a:gd name="connsiteY2509" fmla="*/ 369698 h 3192694"/>
              <a:gd name="connsiteX2510" fmla="*/ 1456657 w 8115305"/>
              <a:gd name="connsiteY2510" fmla="*/ 356841 h 3192694"/>
              <a:gd name="connsiteX2511" fmla="*/ 1459735 w 8115305"/>
              <a:gd name="connsiteY2511" fmla="*/ 360825 h 3192694"/>
              <a:gd name="connsiteX2512" fmla="*/ 1433659 w 8115305"/>
              <a:gd name="connsiteY2512" fmla="*/ 364628 h 3192694"/>
              <a:gd name="connsiteX2513" fmla="*/ 1428409 w 8115305"/>
              <a:gd name="connsiteY2513" fmla="*/ 360825 h 3192694"/>
              <a:gd name="connsiteX2514" fmla="*/ 1456657 w 8115305"/>
              <a:gd name="connsiteY2514" fmla="*/ 356841 h 3192694"/>
              <a:gd name="connsiteX2515" fmla="*/ 6603426 w 8115305"/>
              <a:gd name="connsiteY2515" fmla="*/ 355936 h 3192694"/>
              <a:gd name="connsiteX2516" fmla="*/ 6635295 w 8115305"/>
              <a:gd name="connsiteY2516" fmla="*/ 360462 h 3192694"/>
              <a:gd name="connsiteX2517" fmla="*/ 6631854 w 8115305"/>
              <a:gd name="connsiteY2517" fmla="*/ 365352 h 3192694"/>
              <a:gd name="connsiteX2518" fmla="*/ 6597450 w 8115305"/>
              <a:gd name="connsiteY2518" fmla="*/ 360645 h 3192694"/>
              <a:gd name="connsiteX2519" fmla="*/ 6603426 w 8115305"/>
              <a:gd name="connsiteY2519" fmla="*/ 355936 h 3192694"/>
              <a:gd name="connsiteX2520" fmla="*/ 4260823 w 8115305"/>
              <a:gd name="connsiteY2520" fmla="*/ 354307 h 3192694"/>
              <a:gd name="connsiteX2521" fmla="*/ 4226780 w 8115305"/>
              <a:gd name="connsiteY2521" fmla="*/ 363723 h 3192694"/>
              <a:gd name="connsiteX2522" fmla="*/ 4262091 w 8115305"/>
              <a:gd name="connsiteY2522" fmla="*/ 373682 h 3192694"/>
              <a:gd name="connsiteX2523" fmla="*/ 4299211 w 8115305"/>
              <a:gd name="connsiteY2523" fmla="*/ 366439 h 3192694"/>
              <a:gd name="connsiteX2524" fmla="*/ 4108537 w 8115305"/>
              <a:gd name="connsiteY2524" fmla="*/ 352858 h 3192694"/>
              <a:gd name="connsiteX2525" fmla="*/ 4080470 w 8115305"/>
              <a:gd name="connsiteY2525" fmla="*/ 361369 h 3192694"/>
              <a:gd name="connsiteX2526" fmla="*/ 4106364 w 8115305"/>
              <a:gd name="connsiteY2526" fmla="*/ 368068 h 3192694"/>
              <a:gd name="connsiteX2527" fmla="*/ 4138053 w 8115305"/>
              <a:gd name="connsiteY2527" fmla="*/ 361730 h 3192694"/>
              <a:gd name="connsiteX2528" fmla="*/ 5235744 w 8115305"/>
              <a:gd name="connsiteY2528" fmla="*/ 352857 h 3192694"/>
              <a:gd name="connsiteX2529" fmla="*/ 5314333 w 8115305"/>
              <a:gd name="connsiteY2529" fmla="*/ 367343 h 3192694"/>
              <a:gd name="connsiteX2530" fmla="*/ 5274676 w 8115305"/>
              <a:gd name="connsiteY2530" fmla="*/ 382192 h 3192694"/>
              <a:gd name="connsiteX2531" fmla="*/ 5195366 w 8115305"/>
              <a:gd name="connsiteY2531" fmla="*/ 367343 h 3192694"/>
              <a:gd name="connsiteX2532" fmla="*/ 5235744 w 8115305"/>
              <a:gd name="connsiteY2532" fmla="*/ 352857 h 3192694"/>
              <a:gd name="connsiteX2533" fmla="*/ 6441360 w 8115305"/>
              <a:gd name="connsiteY2533" fmla="*/ 350683 h 3192694"/>
              <a:gd name="connsiteX2534" fmla="*/ 6482465 w 8115305"/>
              <a:gd name="connsiteY2534" fmla="*/ 357021 h 3192694"/>
              <a:gd name="connsiteX2535" fmla="*/ 6470876 w 8115305"/>
              <a:gd name="connsiteY2535" fmla="*/ 362996 h 3192694"/>
              <a:gd name="connsiteX2536" fmla="*/ 6431581 w 8115305"/>
              <a:gd name="connsiteY2536" fmla="*/ 356658 h 3192694"/>
              <a:gd name="connsiteX2537" fmla="*/ 6441360 w 8115305"/>
              <a:gd name="connsiteY2537" fmla="*/ 350683 h 3192694"/>
              <a:gd name="connsiteX2538" fmla="*/ 5078571 w 8115305"/>
              <a:gd name="connsiteY2538" fmla="*/ 349236 h 3192694"/>
              <a:gd name="connsiteX2539" fmla="*/ 5159150 w 8115305"/>
              <a:gd name="connsiteY2539" fmla="*/ 364628 h 3192694"/>
              <a:gd name="connsiteX2540" fmla="*/ 5111526 w 8115305"/>
              <a:gd name="connsiteY2540" fmla="*/ 380562 h 3192694"/>
              <a:gd name="connsiteX2541" fmla="*/ 5031310 w 8115305"/>
              <a:gd name="connsiteY2541" fmla="*/ 364266 h 3192694"/>
              <a:gd name="connsiteX2542" fmla="*/ 5078571 w 8115305"/>
              <a:gd name="connsiteY2542" fmla="*/ 349236 h 3192694"/>
              <a:gd name="connsiteX2543" fmla="*/ 3957519 w 8115305"/>
              <a:gd name="connsiteY2543" fmla="*/ 349236 h 3192694"/>
              <a:gd name="connsiteX2544" fmla="*/ 3921304 w 8115305"/>
              <a:gd name="connsiteY2544" fmla="*/ 356660 h 3192694"/>
              <a:gd name="connsiteX2545" fmla="*/ 3955164 w 8115305"/>
              <a:gd name="connsiteY2545" fmla="*/ 365352 h 3192694"/>
              <a:gd name="connsiteX2546" fmla="*/ 3986672 w 8115305"/>
              <a:gd name="connsiteY2546" fmla="*/ 358833 h 3192694"/>
              <a:gd name="connsiteX2547" fmla="*/ 3427504 w 8115305"/>
              <a:gd name="connsiteY2547" fmla="*/ 348873 h 3192694"/>
              <a:gd name="connsiteX2548" fmla="*/ 3487622 w 8115305"/>
              <a:gd name="connsiteY2548" fmla="*/ 365894 h 3192694"/>
              <a:gd name="connsiteX2549" fmla="*/ 3404326 w 8115305"/>
              <a:gd name="connsiteY2549" fmla="*/ 384002 h 3192694"/>
              <a:gd name="connsiteX2550" fmla="*/ 3346020 w 8115305"/>
              <a:gd name="connsiteY2550" fmla="*/ 365894 h 3192694"/>
              <a:gd name="connsiteX2551" fmla="*/ 3427504 w 8115305"/>
              <a:gd name="connsiteY2551" fmla="*/ 348873 h 3192694"/>
              <a:gd name="connsiteX2552" fmla="*/ 6277122 w 8115305"/>
              <a:gd name="connsiteY2552" fmla="*/ 346882 h 3192694"/>
              <a:gd name="connsiteX2553" fmla="*/ 6324022 w 8115305"/>
              <a:gd name="connsiteY2553" fmla="*/ 353581 h 3192694"/>
              <a:gd name="connsiteX2554" fmla="*/ 6315872 w 8115305"/>
              <a:gd name="connsiteY2554" fmla="*/ 361549 h 3192694"/>
              <a:gd name="connsiteX2555" fmla="*/ 6266257 w 8115305"/>
              <a:gd name="connsiteY2555" fmla="*/ 354488 h 3192694"/>
              <a:gd name="connsiteX2556" fmla="*/ 6277122 w 8115305"/>
              <a:gd name="connsiteY2556" fmla="*/ 346882 h 3192694"/>
              <a:gd name="connsiteX2557" fmla="*/ 3283186 w 8115305"/>
              <a:gd name="connsiteY2557" fmla="*/ 346881 h 3192694"/>
              <a:gd name="connsiteX2558" fmla="*/ 3337870 w 8115305"/>
              <a:gd name="connsiteY2558" fmla="*/ 362455 h 3192694"/>
              <a:gd name="connsiteX2559" fmla="*/ 3255660 w 8115305"/>
              <a:gd name="connsiteY2559" fmla="*/ 380563 h 3192694"/>
              <a:gd name="connsiteX2560" fmla="*/ 3201337 w 8115305"/>
              <a:gd name="connsiteY2560" fmla="*/ 363541 h 3192694"/>
              <a:gd name="connsiteX2561" fmla="*/ 3283186 w 8115305"/>
              <a:gd name="connsiteY2561" fmla="*/ 346881 h 3192694"/>
              <a:gd name="connsiteX2562" fmla="*/ 3812657 w 8115305"/>
              <a:gd name="connsiteY2562" fmla="*/ 344347 h 3192694"/>
              <a:gd name="connsiteX2563" fmla="*/ 3758334 w 8115305"/>
              <a:gd name="connsiteY2563" fmla="*/ 354850 h 3192694"/>
              <a:gd name="connsiteX2564" fmla="*/ 3796359 w 8115305"/>
              <a:gd name="connsiteY2564" fmla="*/ 366439 h 3192694"/>
              <a:gd name="connsiteX2565" fmla="*/ 3816640 w 8115305"/>
              <a:gd name="connsiteY2565" fmla="*/ 360462 h 3192694"/>
              <a:gd name="connsiteX2566" fmla="*/ 3842535 w 8115305"/>
              <a:gd name="connsiteY2566" fmla="*/ 355755 h 3192694"/>
              <a:gd name="connsiteX2567" fmla="*/ 4927913 w 8115305"/>
              <a:gd name="connsiteY2567" fmla="*/ 344347 h 3192694"/>
              <a:gd name="connsiteX2568" fmla="*/ 5007767 w 8115305"/>
              <a:gd name="connsiteY2568" fmla="*/ 361367 h 3192694"/>
              <a:gd name="connsiteX2569" fmla="*/ 4955075 w 8115305"/>
              <a:gd name="connsiteY2569" fmla="*/ 377121 h 3192694"/>
              <a:gd name="connsiteX2570" fmla="*/ 4875401 w 8115305"/>
              <a:gd name="connsiteY2570" fmla="*/ 360101 h 3192694"/>
              <a:gd name="connsiteX2571" fmla="*/ 4927913 w 8115305"/>
              <a:gd name="connsiteY2571" fmla="*/ 344347 h 3192694"/>
              <a:gd name="connsiteX2572" fmla="*/ 3138324 w 8115305"/>
              <a:gd name="connsiteY2572" fmla="*/ 343804 h 3192694"/>
              <a:gd name="connsiteX2573" fmla="*/ 3186852 w 8115305"/>
              <a:gd name="connsiteY2573" fmla="*/ 359377 h 3192694"/>
              <a:gd name="connsiteX2574" fmla="*/ 3106454 w 8115305"/>
              <a:gd name="connsiteY2574" fmla="*/ 375310 h 3192694"/>
              <a:gd name="connsiteX2575" fmla="*/ 3058650 w 8115305"/>
              <a:gd name="connsiteY2575" fmla="*/ 359377 h 3192694"/>
              <a:gd name="connsiteX2576" fmla="*/ 3138324 w 8115305"/>
              <a:gd name="connsiteY2576" fmla="*/ 343804 h 3192694"/>
              <a:gd name="connsiteX2577" fmla="*/ 2993101 w 8115305"/>
              <a:gd name="connsiteY2577" fmla="*/ 342354 h 3192694"/>
              <a:gd name="connsiteX2578" fmla="*/ 3035292 w 8115305"/>
              <a:gd name="connsiteY2578" fmla="*/ 356479 h 3192694"/>
              <a:gd name="connsiteX2579" fmla="*/ 2957971 w 8115305"/>
              <a:gd name="connsiteY2579" fmla="*/ 371690 h 3192694"/>
              <a:gd name="connsiteX2580" fmla="*/ 2915236 w 8115305"/>
              <a:gd name="connsiteY2580" fmla="*/ 356660 h 3192694"/>
              <a:gd name="connsiteX2581" fmla="*/ 2993101 w 8115305"/>
              <a:gd name="connsiteY2581" fmla="*/ 342354 h 3192694"/>
              <a:gd name="connsiteX2582" fmla="*/ 6117231 w 8115305"/>
              <a:gd name="connsiteY2582" fmla="*/ 342174 h 3192694"/>
              <a:gd name="connsiteX2583" fmla="*/ 6171554 w 8115305"/>
              <a:gd name="connsiteY2583" fmla="*/ 350142 h 3192694"/>
              <a:gd name="connsiteX2584" fmla="*/ 6157611 w 8115305"/>
              <a:gd name="connsiteY2584" fmla="*/ 358470 h 3192694"/>
              <a:gd name="connsiteX2585" fmla="*/ 6105280 w 8115305"/>
              <a:gd name="connsiteY2585" fmla="*/ 350683 h 3192694"/>
              <a:gd name="connsiteX2586" fmla="*/ 6117231 w 8115305"/>
              <a:gd name="connsiteY2586" fmla="*/ 342174 h 3192694"/>
              <a:gd name="connsiteX2587" fmla="*/ 4775446 w 8115305"/>
              <a:gd name="connsiteY2587" fmla="*/ 341450 h 3192694"/>
              <a:gd name="connsiteX2588" fmla="*/ 4858200 w 8115305"/>
              <a:gd name="connsiteY2588" fmla="*/ 358109 h 3192694"/>
              <a:gd name="connsiteX2589" fmla="*/ 4802970 w 8115305"/>
              <a:gd name="connsiteY2589" fmla="*/ 376217 h 3192694"/>
              <a:gd name="connsiteX2590" fmla="*/ 4719494 w 8115305"/>
              <a:gd name="connsiteY2590" fmla="*/ 358109 h 3192694"/>
              <a:gd name="connsiteX2591" fmla="*/ 4775446 w 8115305"/>
              <a:gd name="connsiteY2591" fmla="*/ 341450 h 3192694"/>
              <a:gd name="connsiteX2592" fmla="*/ 2844091 w 8115305"/>
              <a:gd name="connsiteY2592" fmla="*/ 339097 h 3192694"/>
              <a:gd name="connsiteX2593" fmla="*/ 2882642 w 8115305"/>
              <a:gd name="connsiteY2593" fmla="*/ 353039 h 3192694"/>
              <a:gd name="connsiteX2594" fmla="*/ 2805160 w 8115305"/>
              <a:gd name="connsiteY2594" fmla="*/ 366982 h 3192694"/>
              <a:gd name="connsiteX2595" fmla="*/ 2768944 w 8115305"/>
              <a:gd name="connsiteY2595" fmla="*/ 352315 h 3192694"/>
              <a:gd name="connsiteX2596" fmla="*/ 2844091 w 8115305"/>
              <a:gd name="connsiteY2596" fmla="*/ 339097 h 3192694"/>
              <a:gd name="connsiteX2597" fmla="*/ 5965850 w 8115305"/>
              <a:gd name="connsiteY2597" fmla="*/ 338553 h 3192694"/>
              <a:gd name="connsiteX2598" fmla="*/ 6022709 w 8115305"/>
              <a:gd name="connsiteY2598" fmla="*/ 347969 h 3192694"/>
              <a:gd name="connsiteX2599" fmla="*/ 6002790 w 8115305"/>
              <a:gd name="connsiteY2599" fmla="*/ 357022 h 3192694"/>
              <a:gd name="connsiteX2600" fmla="*/ 5945569 w 8115305"/>
              <a:gd name="connsiteY2600" fmla="*/ 347426 h 3192694"/>
              <a:gd name="connsiteX2601" fmla="*/ 5965850 w 8115305"/>
              <a:gd name="connsiteY2601" fmla="*/ 338553 h 3192694"/>
              <a:gd name="connsiteX2602" fmla="*/ 3667795 w 8115305"/>
              <a:gd name="connsiteY2602" fmla="*/ 338191 h 3192694"/>
              <a:gd name="connsiteX2603" fmla="*/ 3637735 w 8115305"/>
              <a:gd name="connsiteY2603" fmla="*/ 345976 h 3192694"/>
              <a:gd name="connsiteX2604" fmla="*/ 3594640 w 8115305"/>
              <a:gd name="connsiteY2604" fmla="*/ 351046 h 3192694"/>
              <a:gd name="connsiteX2605" fmla="*/ 3644435 w 8115305"/>
              <a:gd name="connsiteY2605" fmla="*/ 366076 h 3192694"/>
              <a:gd name="connsiteX2606" fmla="*/ 3707450 w 8115305"/>
              <a:gd name="connsiteY2606" fmla="*/ 353763 h 3192694"/>
              <a:gd name="connsiteX2607" fmla="*/ 3680109 w 8115305"/>
              <a:gd name="connsiteY2607" fmla="*/ 346700 h 3192694"/>
              <a:gd name="connsiteX2608" fmla="*/ 3667795 w 8115305"/>
              <a:gd name="connsiteY2608" fmla="*/ 338191 h 3192694"/>
              <a:gd name="connsiteX2609" fmla="*/ 2700497 w 8115305"/>
              <a:gd name="connsiteY2609" fmla="*/ 337645 h 3192694"/>
              <a:gd name="connsiteX2610" fmla="*/ 2734179 w 8115305"/>
              <a:gd name="connsiteY2610" fmla="*/ 349959 h 3192694"/>
              <a:gd name="connsiteX2611" fmla="*/ 2661749 w 8115305"/>
              <a:gd name="connsiteY2611" fmla="*/ 363360 h 3192694"/>
              <a:gd name="connsiteX2612" fmla="*/ 2628065 w 8115305"/>
              <a:gd name="connsiteY2612" fmla="*/ 350502 h 3192694"/>
              <a:gd name="connsiteX2613" fmla="*/ 2700497 w 8115305"/>
              <a:gd name="connsiteY2613" fmla="*/ 337645 h 3192694"/>
              <a:gd name="connsiteX2614" fmla="*/ 2557446 w 8115305"/>
              <a:gd name="connsiteY2614" fmla="*/ 334930 h 3192694"/>
              <a:gd name="connsiteX2615" fmla="*/ 2587325 w 8115305"/>
              <a:gd name="connsiteY2615" fmla="*/ 346338 h 3192694"/>
              <a:gd name="connsiteX2616" fmla="*/ 2520146 w 8115305"/>
              <a:gd name="connsiteY2616" fmla="*/ 358291 h 3192694"/>
              <a:gd name="connsiteX2617" fmla="*/ 2490629 w 8115305"/>
              <a:gd name="connsiteY2617" fmla="*/ 346519 h 3192694"/>
              <a:gd name="connsiteX2618" fmla="*/ 2557446 w 8115305"/>
              <a:gd name="connsiteY2618" fmla="*/ 334930 h 3192694"/>
              <a:gd name="connsiteX2619" fmla="*/ 5811934 w 8115305"/>
              <a:gd name="connsiteY2619" fmla="*/ 334567 h 3192694"/>
              <a:gd name="connsiteX2620" fmla="*/ 5871689 w 8115305"/>
              <a:gd name="connsiteY2620" fmla="*/ 344346 h 3192694"/>
              <a:gd name="connsiteX2621" fmla="*/ 5849236 w 8115305"/>
              <a:gd name="connsiteY2621" fmla="*/ 354306 h 3192694"/>
              <a:gd name="connsiteX2622" fmla="*/ 5786401 w 8115305"/>
              <a:gd name="connsiteY2622" fmla="*/ 344346 h 3192694"/>
              <a:gd name="connsiteX2623" fmla="*/ 5811934 w 8115305"/>
              <a:gd name="connsiteY2623" fmla="*/ 334567 h 3192694"/>
              <a:gd name="connsiteX2624" fmla="*/ 2416027 w 8115305"/>
              <a:gd name="connsiteY2624" fmla="*/ 333120 h 3192694"/>
              <a:gd name="connsiteX2625" fmla="*/ 2440650 w 8115305"/>
              <a:gd name="connsiteY2625" fmla="*/ 343984 h 3192694"/>
              <a:gd name="connsiteX2626" fmla="*/ 2375465 w 8115305"/>
              <a:gd name="connsiteY2626" fmla="*/ 354849 h 3192694"/>
              <a:gd name="connsiteX2627" fmla="*/ 2351380 w 8115305"/>
              <a:gd name="connsiteY2627" fmla="*/ 343803 h 3192694"/>
              <a:gd name="connsiteX2628" fmla="*/ 2416027 w 8115305"/>
              <a:gd name="connsiteY2628" fmla="*/ 333120 h 3192694"/>
              <a:gd name="connsiteX2629" fmla="*/ 2275512 w 8115305"/>
              <a:gd name="connsiteY2629" fmla="*/ 330403 h 3192694"/>
              <a:gd name="connsiteX2630" fmla="*/ 2296516 w 8115305"/>
              <a:gd name="connsiteY2630" fmla="*/ 340362 h 3192694"/>
              <a:gd name="connsiteX2631" fmla="*/ 2236760 w 8115305"/>
              <a:gd name="connsiteY2631" fmla="*/ 349959 h 3192694"/>
              <a:gd name="connsiteX2632" fmla="*/ 2216118 w 8115305"/>
              <a:gd name="connsiteY2632" fmla="*/ 339819 h 3192694"/>
              <a:gd name="connsiteX2633" fmla="*/ 2275512 w 8115305"/>
              <a:gd name="connsiteY2633" fmla="*/ 330403 h 3192694"/>
              <a:gd name="connsiteX2634" fmla="*/ 5656027 w 8115305"/>
              <a:gd name="connsiteY2634" fmla="*/ 330224 h 3192694"/>
              <a:gd name="connsiteX2635" fmla="*/ 5723388 w 8115305"/>
              <a:gd name="connsiteY2635" fmla="*/ 341270 h 3192694"/>
              <a:gd name="connsiteX2636" fmla="*/ 5697130 w 8115305"/>
              <a:gd name="connsiteY2636" fmla="*/ 352678 h 3192694"/>
              <a:gd name="connsiteX2637" fmla="*/ 5631218 w 8115305"/>
              <a:gd name="connsiteY2637" fmla="*/ 341813 h 3192694"/>
              <a:gd name="connsiteX2638" fmla="*/ 5656027 w 8115305"/>
              <a:gd name="connsiteY2638" fmla="*/ 330224 h 3192694"/>
              <a:gd name="connsiteX2639" fmla="*/ 2127022 w 8115305"/>
              <a:gd name="connsiteY2639" fmla="*/ 328954 h 3192694"/>
              <a:gd name="connsiteX2640" fmla="*/ 2146764 w 8115305"/>
              <a:gd name="connsiteY2640" fmla="*/ 337285 h 3192694"/>
              <a:gd name="connsiteX2641" fmla="*/ 2092439 w 8115305"/>
              <a:gd name="connsiteY2641" fmla="*/ 346338 h 3192694"/>
              <a:gd name="connsiteX2642" fmla="*/ 2074329 w 8115305"/>
              <a:gd name="connsiteY2642" fmla="*/ 337466 h 3192694"/>
              <a:gd name="connsiteX2643" fmla="*/ 2127022 w 8115305"/>
              <a:gd name="connsiteY2643" fmla="*/ 328954 h 3192694"/>
              <a:gd name="connsiteX2644" fmla="*/ 1988498 w 8115305"/>
              <a:gd name="connsiteY2644" fmla="*/ 326240 h 3192694"/>
              <a:gd name="connsiteX2645" fmla="*/ 2004252 w 8115305"/>
              <a:gd name="connsiteY2645" fmla="*/ 333302 h 3192694"/>
              <a:gd name="connsiteX2646" fmla="*/ 1954457 w 8115305"/>
              <a:gd name="connsiteY2646" fmla="*/ 341269 h 3192694"/>
              <a:gd name="connsiteX2647" fmla="*/ 1940877 w 8115305"/>
              <a:gd name="connsiteY2647" fmla="*/ 333663 h 3192694"/>
              <a:gd name="connsiteX2648" fmla="*/ 1988498 w 8115305"/>
              <a:gd name="connsiteY2648" fmla="*/ 326240 h 3192694"/>
              <a:gd name="connsiteX2649" fmla="*/ 1848525 w 8115305"/>
              <a:gd name="connsiteY2649" fmla="*/ 326239 h 3192694"/>
              <a:gd name="connsiteX2650" fmla="*/ 1858484 w 8115305"/>
              <a:gd name="connsiteY2650" fmla="*/ 332395 h 3192694"/>
              <a:gd name="connsiteX2651" fmla="*/ 1816840 w 8115305"/>
              <a:gd name="connsiteY2651" fmla="*/ 338553 h 3192694"/>
              <a:gd name="connsiteX2652" fmla="*/ 1807241 w 8115305"/>
              <a:gd name="connsiteY2652" fmla="*/ 332214 h 3192694"/>
              <a:gd name="connsiteX2653" fmla="*/ 1848525 w 8115305"/>
              <a:gd name="connsiteY2653" fmla="*/ 326239 h 3192694"/>
              <a:gd name="connsiteX2654" fmla="*/ 5499756 w 8115305"/>
              <a:gd name="connsiteY2654" fmla="*/ 325696 h 3192694"/>
              <a:gd name="connsiteX2655" fmla="*/ 5569107 w 8115305"/>
              <a:gd name="connsiteY2655" fmla="*/ 337466 h 3192694"/>
              <a:gd name="connsiteX2656" fmla="*/ 5540318 w 8115305"/>
              <a:gd name="connsiteY2656" fmla="*/ 349779 h 3192694"/>
              <a:gd name="connsiteX2657" fmla="*/ 5469516 w 8115305"/>
              <a:gd name="connsiteY2657" fmla="*/ 338009 h 3192694"/>
              <a:gd name="connsiteX2658" fmla="*/ 5499756 w 8115305"/>
              <a:gd name="connsiteY2658" fmla="*/ 325696 h 3192694"/>
              <a:gd name="connsiteX2659" fmla="*/ 1709632 w 8115305"/>
              <a:gd name="connsiteY2659" fmla="*/ 322799 h 3192694"/>
              <a:gd name="connsiteX2660" fmla="*/ 1718143 w 8115305"/>
              <a:gd name="connsiteY2660" fmla="*/ 327688 h 3192694"/>
              <a:gd name="connsiteX2661" fmla="*/ 1683738 w 8115305"/>
              <a:gd name="connsiteY2661" fmla="*/ 332575 h 3192694"/>
              <a:gd name="connsiteX2662" fmla="*/ 1677402 w 8115305"/>
              <a:gd name="connsiteY2662" fmla="*/ 327325 h 3192694"/>
              <a:gd name="connsiteX2663" fmla="*/ 1709632 w 8115305"/>
              <a:gd name="connsiteY2663" fmla="*/ 322799 h 3192694"/>
              <a:gd name="connsiteX2664" fmla="*/ 1570198 w 8115305"/>
              <a:gd name="connsiteY2664" fmla="*/ 322618 h 3192694"/>
              <a:gd name="connsiteX2665" fmla="*/ 1574544 w 8115305"/>
              <a:gd name="connsiteY2665" fmla="*/ 326239 h 3192694"/>
              <a:gd name="connsiteX2666" fmla="*/ 1550098 w 8115305"/>
              <a:gd name="connsiteY2666" fmla="*/ 329679 h 3192694"/>
              <a:gd name="connsiteX2667" fmla="*/ 1545389 w 8115305"/>
              <a:gd name="connsiteY2667" fmla="*/ 325876 h 3192694"/>
              <a:gd name="connsiteX2668" fmla="*/ 1570198 w 8115305"/>
              <a:gd name="connsiteY2668" fmla="*/ 322618 h 3192694"/>
              <a:gd name="connsiteX2669" fmla="*/ 5351817 w 8115305"/>
              <a:gd name="connsiteY2669" fmla="*/ 322617 h 3192694"/>
              <a:gd name="connsiteX2670" fmla="*/ 5421531 w 8115305"/>
              <a:gd name="connsiteY2670" fmla="*/ 335474 h 3192694"/>
              <a:gd name="connsiteX2671" fmla="*/ 5386945 w 8115305"/>
              <a:gd name="connsiteY2671" fmla="*/ 347968 h 3192694"/>
              <a:gd name="connsiteX2672" fmla="*/ 5315601 w 8115305"/>
              <a:gd name="connsiteY2672" fmla="*/ 335111 h 3192694"/>
              <a:gd name="connsiteX2673" fmla="*/ 5351817 w 8115305"/>
              <a:gd name="connsiteY2673" fmla="*/ 322617 h 3192694"/>
              <a:gd name="connsiteX2674" fmla="*/ 6512886 w 8115305"/>
              <a:gd name="connsiteY2674" fmla="*/ 320082 h 3192694"/>
              <a:gd name="connsiteX2675" fmla="*/ 6541676 w 8115305"/>
              <a:gd name="connsiteY2675" fmla="*/ 324066 h 3192694"/>
              <a:gd name="connsiteX2676" fmla="*/ 6536788 w 8115305"/>
              <a:gd name="connsiteY2676" fmla="*/ 328049 h 3192694"/>
              <a:gd name="connsiteX2677" fmla="*/ 6507996 w 8115305"/>
              <a:gd name="connsiteY2677" fmla="*/ 323884 h 3192694"/>
              <a:gd name="connsiteX2678" fmla="*/ 6512886 w 8115305"/>
              <a:gd name="connsiteY2678" fmla="*/ 320082 h 3192694"/>
              <a:gd name="connsiteX2679" fmla="*/ 4406953 w 8115305"/>
              <a:gd name="connsiteY2679" fmla="*/ 318635 h 3192694"/>
              <a:gd name="connsiteX2680" fmla="*/ 4348465 w 8115305"/>
              <a:gd name="connsiteY2680" fmla="*/ 330765 h 3192694"/>
              <a:gd name="connsiteX2681" fmla="*/ 4412386 w 8115305"/>
              <a:gd name="connsiteY2681" fmla="*/ 345071 h 3192694"/>
              <a:gd name="connsiteX2682" fmla="*/ 4468883 w 8115305"/>
              <a:gd name="connsiteY2682" fmla="*/ 333663 h 3192694"/>
              <a:gd name="connsiteX2683" fmla="*/ 4432667 w 8115305"/>
              <a:gd name="connsiteY2683" fmla="*/ 327507 h 3192694"/>
              <a:gd name="connsiteX2684" fmla="*/ 4406953 w 8115305"/>
              <a:gd name="connsiteY2684" fmla="*/ 318635 h 3192694"/>
              <a:gd name="connsiteX2685" fmla="*/ 5202790 w 8115305"/>
              <a:gd name="connsiteY2685" fmla="*/ 318092 h 3192694"/>
              <a:gd name="connsiteX2686" fmla="*/ 5275221 w 8115305"/>
              <a:gd name="connsiteY2686" fmla="*/ 331671 h 3192694"/>
              <a:gd name="connsiteX2687" fmla="*/ 5236652 w 8115305"/>
              <a:gd name="connsiteY2687" fmla="*/ 345072 h 3192694"/>
              <a:gd name="connsiteX2688" fmla="*/ 5161324 w 8115305"/>
              <a:gd name="connsiteY2688" fmla="*/ 331129 h 3192694"/>
              <a:gd name="connsiteX2689" fmla="*/ 5202790 w 8115305"/>
              <a:gd name="connsiteY2689" fmla="*/ 318092 h 3192694"/>
              <a:gd name="connsiteX2690" fmla="*/ 6359513 w 8115305"/>
              <a:gd name="connsiteY2690" fmla="*/ 316462 h 3192694"/>
              <a:gd name="connsiteX2691" fmla="*/ 6396090 w 8115305"/>
              <a:gd name="connsiteY2691" fmla="*/ 321532 h 3192694"/>
              <a:gd name="connsiteX2692" fmla="*/ 6387942 w 8115305"/>
              <a:gd name="connsiteY2692" fmla="*/ 326783 h 3192694"/>
              <a:gd name="connsiteX2693" fmla="*/ 6351726 w 8115305"/>
              <a:gd name="connsiteY2693" fmla="*/ 321350 h 3192694"/>
              <a:gd name="connsiteX2694" fmla="*/ 6359513 w 8115305"/>
              <a:gd name="connsiteY2694" fmla="*/ 316462 h 3192694"/>
              <a:gd name="connsiteX2695" fmla="*/ 4263359 w 8115305"/>
              <a:gd name="connsiteY2695" fmla="*/ 315737 h 3192694"/>
              <a:gd name="connsiteX2696" fmla="*/ 4216261 w 8115305"/>
              <a:gd name="connsiteY2696" fmla="*/ 327732 h 3192694"/>
              <a:gd name="connsiteX2697" fmla="*/ 4214830 w 8115305"/>
              <a:gd name="connsiteY2697" fmla="*/ 327326 h 3192694"/>
              <a:gd name="connsiteX2698" fmla="*/ 4215011 w 8115305"/>
              <a:gd name="connsiteY2698" fmla="*/ 328051 h 3192694"/>
              <a:gd name="connsiteX2699" fmla="*/ 4216261 w 8115305"/>
              <a:gd name="connsiteY2699" fmla="*/ 327732 h 3192694"/>
              <a:gd name="connsiteX2700" fmla="*/ 4263359 w 8115305"/>
              <a:gd name="connsiteY2700" fmla="*/ 341088 h 3192694"/>
              <a:gd name="connsiteX2701" fmla="*/ 4323296 w 8115305"/>
              <a:gd name="connsiteY2701" fmla="*/ 329136 h 3192694"/>
              <a:gd name="connsiteX2702" fmla="*/ 4263359 w 8115305"/>
              <a:gd name="connsiteY2702" fmla="*/ 315737 h 3192694"/>
              <a:gd name="connsiteX2703" fmla="*/ 5055030 w 8115305"/>
              <a:gd name="connsiteY2703" fmla="*/ 315736 h 3192694"/>
              <a:gd name="connsiteX2704" fmla="*/ 5130722 w 8115305"/>
              <a:gd name="connsiteY2704" fmla="*/ 330402 h 3192694"/>
              <a:gd name="connsiteX2705" fmla="*/ 5085815 w 8115305"/>
              <a:gd name="connsiteY2705" fmla="*/ 344347 h 3192694"/>
              <a:gd name="connsiteX2706" fmla="*/ 5009762 w 8115305"/>
              <a:gd name="connsiteY2706" fmla="*/ 329317 h 3192694"/>
              <a:gd name="connsiteX2707" fmla="*/ 5055030 w 8115305"/>
              <a:gd name="connsiteY2707" fmla="*/ 315736 h 3192694"/>
              <a:gd name="connsiteX2708" fmla="*/ 3467524 w 8115305"/>
              <a:gd name="connsiteY2708" fmla="*/ 314288 h 3192694"/>
              <a:gd name="connsiteX2709" fmla="*/ 3524020 w 8115305"/>
              <a:gd name="connsiteY2709" fmla="*/ 330042 h 3192694"/>
              <a:gd name="connsiteX2710" fmla="*/ 3447424 w 8115305"/>
              <a:gd name="connsiteY2710" fmla="*/ 346519 h 3192694"/>
              <a:gd name="connsiteX2711" fmla="*/ 3388574 w 8115305"/>
              <a:gd name="connsiteY2711" fmla="*/ 330223 h 3192694"/>
              <a:gd name="connsiteX2712" fmla="*/ 3467524 w 8115305"/>
              <a:gd name="connsiteY2712" fmla="*/ 314288 h 3192694"/>
              <a:gd name="connsiteX2713" fmla="*/ 4120489 w 8115305"/>
              <a:gd name="connsiteY2713" fmla="*/ 313382 h 3192694"/>
              <a:gd name="connsiteX2714" fmla="*/ 4068156 w 8115305"/>
              <a:gd name="connsiteY2714" fmla="*/ 324247 h 3192694"/>
              <a:gd name="connsiteX2715" fmla="*/ 4067432 w 8115305"/>
              <a:gd name="connsiteY2715" fmla="*/ 324247 h 3192694"/>
              <a:gd name="connsiteX2716" fmla="*/ 4111615 w 8115305"/>
              <a:gd name="connsiteY2716" fmla="*/ 334387 h 3192694"/>
              <a:gd name="connsiteX2717" fmla="*/ 4158153 w 8115305"/>
              <a:gd name="connsiteY2717" fmla="*/ 325878 h 3192694"/>
              <a:gd name="connsiteX2718" fmla="*/ 4120489 w 8115305"/>
              <a:gd name="connsiteY2718" fmla="*/ 313382 h 3192694"/>
              <a:gd name="connsiteX2719" fmla="*/ 6207044 w 8115305"/>
              <a:gd name="connsiteY2719" fmla="*/ 311753 h 3192694"/>
              <a:gd name="connsiteX2720" fmla="*/ 6249054 w 8115305"/>
              <a:gd name="connsiteY2720" fmla="*/ 318272 h 3192694"/>
              <a:gd name="connsiteX2721" fmla="*/ 6235836 w 8115305"/>
              <a:gd name="connsiteY2721" fmla="*/ 324246 h 3192694"/>
              <a:gd name="connsiteX2722" fmla="*/ 6194007 w 8115305"/>
              <a:gd name="connsiteY2722" fmla="*/ 317547 h 3192694"/>
              <a:gd name="connsiteX2723" fmla="*/ 6207044 w 8115305"/>
              <a:gd name="connsiteY2723" fmla="*/ 311753 h 3192694"/>
              <a:gd name="connsiteX2724" fmla="*/ 4909263 w 8115305"/>
              <a:gd name="connsiteY2724" fmla="*/ 311570 h 3192694"/>
              <a:gd name="connsiteX2725" fmla="*/ 4984228 w 8115305"/>
              <a:gd name="connsiteY2725" fmla="*/ 326239 h 3192694"/>
              <a:gd name="connsiteX2726" fmla="*/ 4936063 w 8115305"/>
              <a:gd name="connsiteY2726" fmla="*/ 340906 h 3192694"/>
              <a:gd name="connsiteX2727" fmla="*/ 4859105 w 8115305"/>
              <a:gd name="connsiteY2727" fmla="*/ 325332 h 3192694"/>
              <a:gd name="connsiteX2728" fmla="*/ 4909263 w 8115305"/>
              <a:gd name="connsiteY2728" fmla="*/ 311570 h 3192694"/>
              <a:gd name="connsiteX2729" fmla="*/ 3321754 w 8115305"/>
              <a:gd name="connsiteY2729" fmla="*/ 311390 h 3192694"/>
              <a:gd name="connsiteX2730" fmla="*/ 3373541 w 8115305"/>
              <a:gd name="connsiteY2730" fmla="*/ 326781 h 3192694"/>
              <a:gd name="connsiteX2731" fmla="*/ 3296221 w 8115305"/>
              <a:gd name="connsiteY2731" fmla="*/ 341992 h 3192694"/>
              <a:gd name="connsiteX2732" fmla="*/ 3244795 w 8115305"/>
              <a:gd name="connsiteY2732" fmla="*/ 326057 h 3192694"/>
              <a:gd name="connsiteX2733" fmla="*/ 3321754 w 8115305"/>
              <a:gd name="connsiteY2733" fmla="*/ 311390 h 3192694"/>
              <a:gd name="connsiteX2734" fmla="*/ 3979249 w 8115305"/>
              <a:gd name="connsiteY2734" fmla="*/ 310485 h 3192694"/>
              <a:gd name="connsiteX2735" fmla="*/ 3954440 w 8115305"/>
              <a:gd name="connsiteY2735" fmla="*/ 317186 h 3192694"/>
              <a:gd name="connsiteX2736" fmla="*/ 3928184 w 8115305"/>
              <a:gd name="connsiteY2736" fmla="*/ 320988 h 3192694"/>
              <a:gd name="connsiteX2737" fmla="*/ 3967660 w 8115305"/>
              <a:gd name="connsiteY2737" fmla="*/ 331672 h 3192694"/>
              <a:gd name="connsiteX2738" fmla="*/ 4025061 w 8115305"/>
              <a:gd name="connsiteY2738" fmla="*/ 322798 h 3192694"/>
              <a:gd name="connsiteX2739" fmla="*/ 3979429 w 8115305"/>
              <a:gd name="connsiteY2739" fmla="*/ 311209 h 3192694"/>
              <a:gd name="connsiteX2740" fmla="*/ 3181599 w 8115305"/>
              <a:gd name="connsiteY2740" fmla="*/ 309761 h 3192694"/>
              <a:gd name="connsiteX2741" fmla="*/ 3228862 w 8115305"/>
              <a:gd name="connsiteY2741" fmla="*/ 323884 h 3192694"/>
              <a:gd name="connsiteX2742" fmla="*/ 3152447 w 8115305"/>
              <a:gd name="connsiteY2742" fmla="*/ 338733 h 3192694"/>
              <a:gd name="connsiteX2743" fmla="*/ 3105547 w 8115305"/>
              <a:gd name="connsiteY2743" fmla="*/ 324247 h 3192694"/>
              <a:gd name="connsiteX2744" fmla="*/ 3181599 w 8115305"/>
              <a:gd name="connsiteY2744" fmla="*/ 309761 h 3192694"/>
              <a:gd name="connsiteX2745" fmla="*/ 6057112 w 8115305"/>
              <a:gd name="connsiteY2745" fmla="*/ 308313 h 3192694"/>
              <a:gd name="connsiteX2746" fmla="*/ 6104012 w 8115305"/>
              <a:gd name="connsiteY2746" fmla="*/ 315375 h 3192694"/>
              <a:gd name="connsiteX2747" fmla="*/ 6091338 w 8115305"/>
              <a:gd name="connsiteY2747" fmla="*/ 322980 h 3192694"/>
              <a:gd name="connsiteX2748" fmla="*/ 6042084 w 8115305"/>
              <a:gd name="connsiteY2748" fmla="*/ 315737 h 3192694"/>
              <a:gd name="connsiteX2749" fmla="*/ 6057112 w 8115305"/>
              <a:gd name="connsiteY2749" fmla="*/ 308313 h 3192694"/>
              <a:gd name="connsiteX2750" fmla="*/ 4763133 w 8115305"/>
              <a:gd name="connsiteY2750" fmla="*/ 307588 h 3192694"/>
              <a:gd name="connsiteX2751" fmla="*/ 4841539 w 8115305"/>
              <a:gd name="connsiteY2751" fmla="*/ 322979 h 3192694"/>
              <a:gd name="connsiteX2752" fmla="*/ 4787216 w 8115305"/>
              <a:gd name="connsiteY2752" fmla="*/ 338553 h 3192694"/>
              <a:gd name="connsiteX2753" fmla="*/ 4708810 w 8115305"/>
              <a:gd name="connsiteY2753" fmla="*/ 322618 h 3192694"/>
              <a:gd name="connsiteX2754" fmla="*/ 4763133 w 8115305"/>
              <a:gd name="connsiteY2754" fmla="*/ 307588 h 3192694"/>
              <a:gd name="connsiteX2755" fmla="*/ 3043257 w 8115305"/>
              <a:gd name="connsiteY2755" fmla="*/ 307227 h 3192694"/>
              <a:gd name="connsiteX2756" fmla="*/ 3084725 w 8115305"/>
              <a:gd name="connsiteY2756" fmla="*/ 320264 h 3192694"/>
              <a:gd name="connsiteX2757" fmla="*/ 3012294 w 8115305"/>
              <a:gd name="connsiteY2757" fmla="*/ 334027 h 3192694"/>
              <a:gd name="connsiteX2758" fmla="*/ 2970826 w 8115305"/>
              <a:gd name="connsiteY2758" fmla="*/ 320626 h 3192694"/>
              <a:gd name="connsiteX2759" fmla="*/ 3043257 w 8115305"/>
              <a:gd name="connsiteY2759" fmla="*/ 307227 h 3192694"/>
              <a:gd name="connsiteX2760" fmla="*/ 2904372 w 8115305"/>
              <a:gd name="connsiteY2760" fmla="*/ 305415 h 3192694"/>
              <a:gd name="connsiteX2761" fmla="*/ 2942216 w 8115305"/>
              <a:gd name="connsiteY2761" fmla="*/ 317728 h 3192694"/>
              <a:gd name="connsiteX2762" fmla="*/ 2869804 w 8115305"/>
              <a:gd name="connsiteY2762" fmla="*/ 330946 h 3192694"/>
              <a:gd name="connsiteX2763" fmla="*/ 2831961 w 8115305"/>
              <a:gd name="connsiteY2763" fmla="*/ 318270 h 3192694"/>
              <a:gd name="connsiteX2764" fmla="*/ 2904372 w 8115305"/>
              <a:gd name="connsiteY2764" fmla="*/ 305415 h 3192694"/>
              <a:gd name="connsiteX2765" fmla="*/ 5900301 w 8115305"/>
              <a:gd name="connsiteY2765" fmla="*/ 303786 h 3192694"/>
              <a:gd name="connsiteX2766" fmla="*/ 5954624 w 8115305"/>
              <a:gd name="connsiteY2766" fmla="*/ 312297 h 3192694"/>
              <a:gd name="connsiteX2767" fmla="*/ 5936516 w 8115305"/>
              <a:gd name="connsiteY2767" fmla="*/ 320445 h 3192694"/>
              <a:gd name="connsiteX2768" fmla="*/ 5882193 w 8115305"/>
              <a:gd name="connsiteY2768" fmla="*/ 311753 h 3192694"/>
              <a:gd name="connsiteX2769" fmla="*/ 5900301 w 8115305"/>
              <a:gd name="connsiteY2769" fmla="*/ 303786 h 3192694"/>
              <a:gd name="connsiteX2770" fmla="*/ 4615735 w 8115305"/>
              <a:gd name="connsiteY2770" fmla="*/ 303785 h 3192694"/>
              <a:gd name="connsiteX2771" fmla="*/ 4691970 w 8115305"/>
              <a:gd name="connsiteY2771" fmla="*/ 319720 h 3192694"/>
              <a:gd name="connsiteX2772" fmla="*/ 4631852 w 8115305"/>
              <a:gd name="connsiteY2772" fmla="*/ 335292 h 3192694"/>
              <a:gd name="connsiteX2773" fmla="*/ 4556885 w 8115305"/>
              <a:gd name="connsiteY2773" fmla="*/ 318996 h 3192694"/>
              <a:gd name="connsiteX2774" fmla="*/ 4615735 w 8115305"/>
              <a:gd name="connsiteY2774" fmla="*/ 303785 h 3192694"/>
              <a:gd name="connsiteX2775" fmla="*/ 2768220 w 8115305"/>
              <a:gd name="connsiteY2775" fmla="*/ 302518 h 3192694"/>
              <a:gd name="connsiteX2776" fmla="*/ 2799729 w 8115305"/>
              <a:gd name="connsiteY2776" fmla="*/ 314468 h 3192694"/>
              <a:gd name="connsiteX2777" fmla="*/ 2731646 w 8115305"/>
              <a:gd name="connsiteY2777" fmla="*/ 326240 h 3192694"/>
              <a:gd name="connsiteX2778" fmla="*/ 2698687 w 8115305"/>
              <a:gd name="connsiteY2778" fmla="*/ 314288 h 3192694"/>
              <a:gd name="connsiteX2779" fmla="*/ 2768220 w 8115305"/>
              <a:gd name="connsiteY2779" fmla="*/ 302518 h 3192694"/>
              <a:gd name="connsiteX2780" fmla="*/ 2621909 w 8115305"/>
              <a:gd name="connsiteY2780" fmla="*/ 301430 h 3192694"/>
              <a:gd name="connsiteX2781" fmla="*/ 2652150 w 8115305"/>
              <a:gd name="connsiteY2781" fmla="*/ 311934 h 3192694"/>
              <a:gd name="connsiteX2782" fmla="*/ 2588227 w 8115305"/>
              <a:gd name="connsiteY2782" fmla="*/ 322980 h 3192694"/>
              <a:gd name="connsiteX2783" fmla="*/ 2560163 w 8115305"/>
              <a:gd name="connsiteY2783" fmla="*/ 311934 h 3192694"/>
              <a:gd name="connsiteX2784" fmla="*/ 2621909 w 8115305"/>
              <a:gd name="connsiteY2784" fmla="*/ 301430 h 3192694"/>
              <a:gd name="connsiteX2785" fmla="*/ 5752904 w 8115305"/>
              <a:gd name="connsiteY2785" fmla="*/ 300527 h 3192694"/>
              <a:gd name="connsiteX2786" fmla="*/ 5811210 w 8115305"/>
              <a:gd name="connsiteY2786" fmla="*/ 309580 h 3192694"/>
              <a:gd name="connsiteX2787" fmla="*/ 5790748 w 8115305"/>
              <a:gd name="connsiteY2787" fmla="*/ 319177 h 3192694"/>
              <a:gd name="connsiteX2788" fmla="*/ 5732080 w 8115305"/>
              <a:gd name="connsiteY2788" fmla="*/ 309943 h 3192694"/>
              <a:gd name="connsiteX2789" fmla="*/ 5752904 w 8115305"/>
              <a:gd name="connsiteY2789" fmla="*/ 300527 h 3192694"/>
              <a:gd name="connsiteX2790" fmla="*/ 2488999 w 8115305"/>
              <a:gd name="connsiteY2790" fmla="*/ 298897 h 3192694"/>
              <a:gd name="connsiteX2791" fmla="*/ 2511453 w 8115305"/>
              <a:gd name="connsiteY2791" fmla="*/ 308676 h 3192694"/>
              <a:gd name="connsiteX2792" fmla="*/ 2452242 w 8115305"/>
              <a:gd name="connsiteY2792" fmla="*/ 318273 h 3192694"/>
              <a:gd name="connsiteX2793" fmla="*/ 2428339 w 8115305"/>
              <a:gd name="connsiteY2793" fmla="*/ 308676 h 3192694"/>
              <a:gd name="connsiteX2794" fmla="*/ 2488999 w 8115305"/>
              <a:gd name="connsiteY2794" fmla="*/ 298897 h 3192694"/>
              <a:gd name="connsiteX2795" fmla="*/ 2353373 w 8115305"/>
              <a:gd name="connsiteY2795" fmla="*/ 297265 h 3192694"/>
              <a:gd name="connsiteX2796" fmla="*/ 2371483 w 8115305"/>
              <a:gd name="connsiteY2796" fmla="*/ 306681 h 3192694"/>
              <a:gd name="connsiteX2797" fmla="*/ 2314079 w 8115305"/>
              <a:gd name="connsiteY2797" fmla="*/ 315372 h 3192694"/>
              <a:gd name="connsiteX2798" fmla="*/ 2295971 w 8115305"/>
              <a:gd name="connsiteY2798" fmla="*/ 305415 h 3192694"/>
              <a:gd name="connsiteX2799" fmla="*/ 2353373 w 8115305"/>
              <a:gd name="connsiteY2799" fmla="*/ 297265 h 3192694"/>
              <a:gd name="connsiteX2800" fmla="*/ 5605142 w 8115305"/>
              <a:gd name="connsiteY2800" fmla="*/ 296180 h 3192694"/>
              <a:gd name="connsiteX2801" fmla="*/ 5667072 w 8115305"/>
              <a:gd name="connsiteY2801" fmla="*/ 306140 h 3192694"/>
              <a:gd name="connsiteX2802" fmla="*/ 5643170 w 8115305"/>
              <a:gd name="connsiteY2802" fmla="*/ 316461 h 3192694"/>
              <a:gd name="connsiteX2803" fmla="*/ 5579067 w 8115305"/>
              <a:gd name="connsiteY2803" fmla="*/ 305959 h 3192694"/>
              <a:gd name="connsiteX2804" fmla="*/ 5605142 w 8115305"/>
              <a:gd name="connsiteY2804" fmla="*/ 296180 h 3192694"/>
              <a:gd name="connsiteX2805" fmla="*/ 2215753 w 8115305"/>
              <a:gd name="connsiteY2805" fmla="*/ 295999 h 3192694"/>
              <a:gd name="connsiteX2806" fmla="*/ 2231147 w 8115305"/>
              <a:gd name="connsiteY2806" fmla="*/ 304147 h 3192694"/>
              <a:gd name="connsiteX2807" fmla="*/ 2176822 w 8115305"/>
              <a:gd name="connsiteY2807" fmla="*/ 311934 h 3192694"/>
              <a:gd name="connsiteX2808" fmla="*/ 2162519 w 8115305"/>
              <a:gd name="connsiteY2808" fmla="*/ 303603 h 3192694"/>
              <a:gd name="connsiteX2809" fmla="*/ 2215753 w 8115305"/>
              <a:gd name="connsiteY2809" fmla="*/ 295999 h 3192694"/>
              <a:gd name="connsiteX2810" fmla="*/ 2080307 w 8115305"/>
              <a:gd name="connsiteY2810" fmla="*/ 294370 h 3192694"/>
              <a:gd name="connsiteX2811" fmla="*/ 2095158 w 8115305"/>
              <a:gd name="connsiteY2811" fmla="*/ 300708 h 3192694"/>
              <a:gd name="connsiteX2812" fmla="*/ 2049524 w 8115305"/>
              <a:gd name="connsiteY2812" fmla="*/ 308132 h 3192694"/>
              <a:gd name="connsiteX2813" fmla="*/ 2034495 w 8115305"/>
              <a:gd name="connsiteY2813" fmla="*/ 301252 h 3192694"/>
              <a:gd name="connsiteX2814" fmla="*/ 2080307 w 8115305"/>
              <a:gd name="connsiteY2814" fmla="*/ 294370 h 3192694"/>
              <a:gd name="connsiteX2815" fmla="*/ 5460463 w 8115305"/>
              <a:gd name="connsiteY2815" fmla="*/ 293463 h 3192694"/>
              <a:gd name="connsiteX2816" fmla="*/ 5524020 w 8115305"/>
              <a:gd name="connsiteY2816" fmla="*/ 303603 h 3192694"/>
              <a:gd name="connsiteX2817" fmla="*/ 5495048 w 8115305"/>
              <a:gd name="connsiteY2817" fmla="*/ 314649 h 3192694"/>
              <a:gd name="connsiteX2818" fmla="*/ 5431852 w 8115305"/>
              <a:gd name="connsiteY2818" fmla="*/ 303784 h 3192694"/>
              <a:gd name="connsiteX2819" fmla="*/ 5460463 w 8115305"/>
              <a:gd name="connsiteY2819" fmla="*/ 293463 h 3192694"/>
              <a:gd name="connsiteX2820" fmla="*/ 1943951 w 8115305"/>
              <a:gd name="connsiteY2820" fmla="*/ 292377 h 3192694"/>
              <a:gd name="connsiteX2821" fmla="*/ 1954999 w 8115305"/>
              <a:gd name="connsiteY2821" fmla="*/ 298172 h 3192694"/>
              <a:gd name="connsiteX2822" fmla="*/ 1915704 w 8115305"/>
              <a:gd name="connsiteY2822" fmla="*/ 303966 h 3192694"/>
              <a:gd name="connsiteX2823" fmla="*/ 1905022 w 8115305"/>
              <a:gd name="connsiteY2823" fmla="*/ 298172 h 3192694"/>
              <a:gd name="connsiteX2824" fmla="*/ 1943951 w 8115305"/>
              <a:gd name="connsiteY2824" fmla="*/ 292377 h 3192694"/>
              <a:gd name="connsiteX2825" fmla="*/ 5315962 w 8115305"/>
              <a:gd name="connsiteY2825" fmla="*/ 290205 h 3192694"/>
              <a:gd name="connsiteX2826" fmla="*/ 5384230 w 8115305"/>
              <a:gd name="connsiteY2826" fmla="*/ 301432 h 3192694"/>
              <a:gd name="connsiteX2827" fmla="*/ 5351636 w 8115305"/>
              <a:gd name="connsiteY2827" fmla="*/ 313202 h 3192694"/>
              <a:gd name="connsiteX2828" fmla="*/ 5283912 w 8115305"/>
              <a:gd name="connsiteY2828" fmla="*/ 301432 h 3192694"/>
              <a:gd name="connsiteX2829" fmla="*/ 5315962 w 8115305"/>
              <a:gd name="connsiteY2829" fmla="*/ 290205 h 3192694"/>
              <a:gd name="connsiteX2830" fmla="*/ 1806874 w 8115305"/>
              <a:gd name="connsiteY2830" fmla="*/ 290204 h 3192694"/>
              <a:gd name="connsiteX2831" fmla="*/ 1813756 w 8115305"/>
              <a:gd name="connsiteY2831" fmla="*/ 294731 h 3192694"/>
              <a:gd name="connsiteX2832" fmla="*/ 1781161 w 8115305"/>
              <a:gd name="connsiteY2832" fmla="*/ 299259 h 3192694"/>
              <a:gd name="connsiteX2833" fmla="*/ 1774463 w 8115305"/>
              <a:gd name="connsiteY2833" fmla="*/ 294731 h 3192694"/>
              <a:gd name="connsiteX2834" fmla="*/ 1806874 w 8115305"/>
              <a:gd name="connsiteY2834" fmla="*/ 290204 h 3192694"/>
              <a:gd name="connsiteX2835" fmla="*/ 1669608 w 8115305"/>
              <a:gd name="connsiteY2835" fmla="*/ 289119 h 3192694"/>
              <a:gd name="connsiteX2836" fmla="*/ 1675946 w 8115305"/>
              <a:gd name="connsiteY2836" fmla="*/ 292196 h 3192694"/>
              <a:gd name="connsiteX2837" fmla="*/ 1653131 w 8115305"/>
              <a:gd name="connsiteY2837" fmla="*/ 295818 h 3192694"/>
              <a:gd name="connsiteX2838" fmla="*/ 1646613 w 8115305"/>
              <a:gd name="connsiteY2838" fmla="*/ 292379 h 3192694"/>
              <a:gd name="connsiteX2839" fmla="*/ 1669608 w 8115305"/>
              <a:gd name="connsiteY2839" fmla="*/ 289119 h 3192694"/>
              <a:gd name="connsiteX2840" fmla="*/ 6437921 w 8115305"/>
              <a:gd name="connsiteY2840" fmla="*/ 288032 h 3192694"/>
              <a:gd name="connsiteX2841" fmla="*/ 6462909 w 8115305"/>
              <a:gd name="connsiteY2841" fmla="*/ 291292 h 3192694"/>
              <a:gd name="connsiteX2842" fmla="*/ 6456751 w 8115305"/>
              <a:gd name="connsiteY2842" fmla="*/ 294733 h 3192694"/>
              <a:gd name="connsiteX2843" fmla="*/ 6433573 w 8115305"/>
              <a:gd name="connsiteY2843" fmla="*/ 291653 h 3192694"/>
              <a:gd name="connsiteX2844" fmla="*/ 6437921 w 8115305"/>
              <a:gd name="connsiteY2844" fmla="*/ 288032 h 3192694"/>
              <a:gd name="connsiteX2845" fmla="*/ 5172549 w 8115305"/>
              <a:gd name="connsiteY2845" fmla="*/ 286039 h 3192694"/>
              <a:gd name="connsiteX2846" fmla="*/ 5243168 w 8115305"/>
              <a:gd name="connsiteY2846" fmla="*/ 298172 h 3192694"/>
              <a:gd name="connsiteX2847" fmla="*/ 5204780 w 8115305"/>
              <a:gd name="connsiteY2847" fmla="*/ 310666 h 3192694"/>
              <a:gd name="connsiteX2848" fmla="*/ 5134522 w 8115305"/>
              <a:gd name="connsiteY2848" fmla="*/ 297811 h 3192694"/>
              <a:gd name="connsiteX2849" fmla="*/ 5172549 w 8115305"/>
              <a:gd name="connsiteY2849" fmla="*/ 286039 h 3192694"/>
              <a:gd name="connsiteX2850" fmla="*/ 6286721 w 8115305"/>
              <a:gd name="connsiteY2850" fmla="*/ 284591 h 3192694"/>
              <a:gd name="connsiteX2851" fmla="*/ 6318771 w 8115305"/>
              <a:gd name="connsiteY2851" fmla="*/ 290023 h 3192694"/>
              <a:gd name="connsiteX2852" fmla="*/ 6310079 w 8115305"/>
              <a:gd name="connsiteY2852" fmla="*/ 294551 h 3192694"/>
              <a:gd name="connsiteX2853" fmla="*/ 6277847 w 8115305"/>
              <a:gd name="connsiteY2853" fmla="*/ 289842 h 3192694"/>
              <a:gd name="connsiteX2854" fmla="*/ 6286721 w 8115305"/>
              <a:gd name="connsiteY2854" fmla="*/ 284591 h 3192694"/>
              <a:gd name="connsiteX2855" fmla="*/ 3634658 w 8115305"/>
              <a:gd name="connsiteY2855" fmla="*/ 284410 h 3192694"/>
              <a:gd name="connsiteX2856" fmla="*/ 3692421 w 8115305"/>
              <a:gd name="connsiteY2856" fmla="*/ 299440 h 3192694"/>
              <a:gd name="connsiteX2857" fmla="*/ 3617999 w 8115305"/>
              <a:gd name="connsiteY2857" fmla="*/ 314651 h 3192694"/>
              <a:gd name="connsiteX2858" fmla="*/ 3560415 w 8115305"/>
              <a:gd name="connsiteY2858" fmla="*/ 299077 h 3192694"/>
              <a:gd name="connsiteX2859" fmla="*/ 3634658 w 8115305"/>
              <a:gd name="connsiteY2859" fmla="*/ 284410 h 3192694"/>
              <a:gd name="connsiteX2860" fmla="*/ 5025333 w 8115305"/>
              <a:gd name="connsiteY2860" fmla="*/ 282781 h 3192694"/>
              <a:gd name="connsiteX2861" fmla="*/ 5096678 w 8115305"/>
              <a:gd name="connsiteY2861" fmla="*/ 295275 h 3192694"/>
              <a:gd name="connsiteX2862" fmla="*/ 5058109 w 8115305"/>
              <a:gd name="connsiteY2862" fmla="*/ 308132 h 3192694"/>
              <a:gd name="connsiteX2863" fmla="*/ 4985679 w 8115305"/>
              <a:gd name="connsiteY2863" fmla="*/ 295275 h 3192694"/>
              <a:gd name="connsiteX2864" fmla="*/ 5025333 w 8115305"/>
              <a:gd name="connsiteY2864" fmla="*/ 282781 h 3192694"/>
              <a:gd name="connsiteX2865" fmla="*/ 3499936 w 8115305"/>
              <a:gd name="connsiteY2865" fmla="*/ 282600 h 3192694"/>
              <a:gd name="connsiteX2866" fmla="*/ 3552267 w 8115305"/>
              <a:gd name="connsiteY2866" fmla="*/ 297267 h 3192694"/>
              <a:gd name="connsiteX2867" fmla="*/ 3478750 w 8115305"/>
              <a:gd name="connsiteY2867" fmla="*/ 311934 h 3192694"/>
              <a:gd name="connsiteX2868" fmla="*/ 3424425 w 8115305"/>
              <a:gd name="connsiteY2868" fmla="*/ 296723 h 3192694"/>
              <a:gd name="connsiteX2869" fmla="*/ 3499936 w 8115305"/>
              <a:gd name="connsiteY2869" fmla="*/ 282600 h 3192694"/>
              <a:gd name="connsiteX2870" fmla="*/ 6138418 w 8115305"/>
              <a:gd name="connsiteY2870" fmla="*/ 280064 h 3192694"/>
              <a:gd name="connsiteX2871" fmla="*/ 6176624 w 8115305"/>
              <a:gd name="connsiteY2871" fmla="*/ 285678 h 3192694"/>
              <a:gd name="connsiteX2872" fmla="*/ 6166303 w 8115305"/>
              <a:gd name="connsiteY2872" fmla="*/ 291473 h 3192694"/>
              <a:gd name="connsiteX2873" fmla="*/ 6126105 w 8115305"/>
              <a:gd name="connsiteY2873" fmla="*/ 285498 h 3192694"/>
              <a:gd name="connsiteX2874" fmla="*/ 6138418 w 8115305"/>
              <a:gd name="connsiteY2874" fmla="*/ 280064 h 3192694"/>
              <a:gd name="connsiteX2875" fmla="*/ 3361049 w 8115305"/>
              <a:gd name="connsiteY2875" fmla="*/ 280064 h 3192694"/>
              <a:gd name="connsiteX2876" fmla="*/ 3411751 w 8115305"/>
              <a:gd name="connsiteY2876" fmla="*/ 293463 h 3192694"/>
              <a:gd name="connsiteX2877" fmla="*/ 3339319 w 8115305"/>
              <a:gd name="connsiteY2877" fmla="*/ 307588 h 3192694"/>
              <a:gd name="connsiteX2878" fmla="*/ 3289885 w 8115305"/>
              <a:gd name="connsiteY2878" fmla="*/ 294006 h 3192694"/>
              <a:gd name="connsiteX2879" fmla="*/ 3361049 w 8115305"/>
              <a:gd name="connsiteY2879" fmla="*/ 280064 h 3192694"/>
              <a:gd name="connsiteX2880" fmla="*/ 4887715 w 8115305"/>
              <a:gd name="connsiteY2880" fmla="*/ 279340 h 3192694"/>
              <a:gd name="connsiteX2881" fmla="*/ 4958154 w 8115305"/>
              <a:gd name="connsiteY2881" fmla="*/ 292741 h 3192694"/>
              <a:gd name="connsiteX2882" fmla="*/ 4912522 w 8115305"/>
              <a:gd name="connsiteY2882" fmla="*/ 306140 h 3192694"/>
              <a:gd name="connsiteX2883" fmla="*/ 4840091 w 8115305"/>
              <a:gd name="connsiteY2883" fmla="*/ 292016 h 3192694"/>
              <a:gd name="connsiteX2884" fmla="*/ 4887715 w 8115305"/>
              <a:gd name="connsiteY2884" fmla="*/ 279340 h 3192694"/>
              <a:gd name="connsiteX2885" fmla="*/ 4128457 w 8115305"/>
              <a:gd name="connsiteY2885" fmla="*/ 278798 h 3192694"/>
              <a:gd name="connsiteX2886" fmla="*/ 4071597 w 8115305"/>
              <a:gd name="connsiteY2886" fmla="*/ 291472 h 3192694"/>
              <a:gd name="connsiteX2887" fmla="*/ 4123928 w 8115305"/>
              <a:gd name="connsiteY2887" fmla="*/ 304873 h 3192694"/>
              <a:gd name="connsiteX2888" fmla="*/ 4182780 w 8115305"/>
              <a:gd name="connsiteY2888" fmla="*/ 294189 h 3192694"/>
              <a:gd name="connsiteX2889" fmla="*/ 4128457 w 8115305"/>
              <a:gd name="connsiteY2889" fmla="*/ 278798 h 3192694"/>
              <a:gd name="connsiteX2890" fmla="*/ 3227956 w 8115305"/>
              <a:gd name="connsiteY2890" fmla="*/ 278252 h 3192694"/>
              <a:gd name="connsiteX2891" fmla="*/ 3272502 w 8115305"/>
              <a:gd name="connsiteY2891" fmla="*/ 291470 h 3192694"/>
              <a:gd name="connsiteX2892" fmla="*/ 3200071 w 8115305"/>
              <a:gd name="connsiteY2892" fmla="*/ 304871 h 3192694"/>
              <a:gd name="connsiteX2893" fmla="*/ 3155888 w 8115305"/>
              <a:gd name="connsiteY2893" fmla="*/ 291109 h 3192694"/>
              <a:gd name="connsiteX2894" fmla="*/ 3227956 w 8115305"/>
              <a:gd name="connsiteY2894" fmla="*/ 278252 h 3192694"/>
              <a:gd name="connsiteX2895" fmla="*/ 5992831 w 8115305"/>
              <a:gd name="connsiteY2895" fmla="*/ 276806 h 3192694"/>
              <a:gd name="connsiteX2896" fmla="*/ 6039004 w 8115305"/>
              <a:gd name="connsiteY2896" fmla="*/ 283686 h 3192694"/>
              <a:gd name="connsiteX2897" fmla="*/ 6023613 w 8115305"/>
              <a:gd name="connsiteY2897" fmla="*/ 290024 h 3192694"/>
              <a:gd name="connsiteX2898" fmla="*/ 5979250 w 8115305"/>
              <a:gd name="connsiteY2898" fmla="*/ 283325 h 3192694"/>
              <a:gd name="connsiteX2899" fmla="*/ 5992831 w 8115305"/>
              <a:gd name="connsiteY2899" fmla="*/ 276806 h 3192694"/>
              <a:gd name="connsiteX2900" fmla="*/ 4746655 w 8115305"/>
              <a:gd name="connsiteY2900" fmla="*/ 276623 h 3192694"/>
              <a:gd name="connsiteX2901" fmla="*/ 4819086 w 8115305"/>
              <a:gd name="connsiteY2901" fmla="*/ 290024 h 3192694"/>
              <a:gd name="connsiteX2902" fmla="*/ 4771101 w 8115305"/>
              <a:gd name="connsiteY2902" fmla="*/ 304148 h 3192694"/>
              <a:gd name="connsiteX2903" fmla="*/ 4698670 w 8115305"/>
              <a:gd name="connsiteY2903" fmla="*/ 290386 h 3192694"/>
              <a:gd name="connsiteX2904" fmla="*/ 4746655 w 8115305"/>
              <a:gd name="connsiteY2904" fmla="*/ 276623 h 3192694"/>
              <a:gd name="connsiteX2905" fmla="*/ 3990838 w 8115305"/>
              <a:gd name="connsiteY2905" fmla="*/ 275900 h 3192694"/>
              <a:gd name="connsiteX2906" fmla="*/ 3930720 w 8115305"/>
              <a:gd name="connsiteY2906" fmla="*/ 288755 h 3192694"/>
              <a:gd name="connsiteX2907" fmla="*/ 3983412 w 8115305"/>
              <a:gd name="connsiteY2907" fmla="*/ 301069 h 3192694"/>
              <a:gd name="connsiteX2908" fmla="*/ 4042625 w 8115305"/>
              <a:gd name="connsiteY2908" fmla="*/ 290023 h 3192694"/>
              <a:gd name="connsiteX2909" fmla="*/ 3990838 w 8115305"/>
              <a:gd name="connsiteY2909" fmla="*/ 275900 h 3192694"/>
              <a:gd name="connsiteX2910" fmla="*/ 3087261 w 8115305"/>
              <a:gd name="connsiteY2910" fmla="*/ 275899 h 3192694"/>
              <a:gd name="connsiteX2911" fmla="*/ 3129088 w 8115305"/>
              <a:gd name="connsiteY2911" fmla="*/ 287669 h 3192694"/>
              <a:gd name="connsiteX2912" fmla="*/ 3061186 w 8115305"/>
              <a:gd name="connsiteY2912" fmla="*/ 300526 h 3192694"/>
              <a:gd name="connsiteX2913" fmla="*/ 3019900 w 8115305"/>
              <a:gd name="connsiteY2913" fmla="*/ 288212 h 3192694"/>
              <a:gd name="connsiteX2914" fmla="*/ 3087261 w 8115305"/>
              <a:gd name="connsiteY2914" fmla="*/ 275899 h 3192694"/>
              <a:gd name="connsiteX2915" fmla="*/ 2955979 w 8115305"/>
              <a:gd name="connsiteY2915" fmla="*/ 274453 h 3192694"/>
              <a:gd name="connsiteX2916" fmla="*/ 2989658 w 8115305"/>
              <a:gd name="connsiteY2916" fmla="*/ 285859 h 3192694"/>
              <a:gd name="connsiteX2917" fmla="*/ 2923385 w 8115305"/>
              <a:gd name="connsiteY2917" fmla="*/ 297268 h 3192694"/>
              <a:gd name="connsiteX2918" fmla="*/ 2889162 w 8115305"/>
              <a:gd name="connsiteY2918" fmla="*/ 285317 h 3192694"/>
              <a:gd name="connsiteX2919" fmla="*/ 2955979 w 8115305"/>
              <a:gd name="connsiteY2919" fmla="*/ 274453 h 3192694"/>
              <a:gd name="connsiteX2920" fmla="*/ 5849055 w 8115305"/>
              <a:gd name="connsiteY2920" fmla="*/ 272821 h 3192694"/>
              <a:gd name="connsiteX2921" fmla="*/ 5897947 w 8115305"/>
              <a:gd name="connsiteY2921" fmla="*/ 280245 h 3192694"/>
              <a:gd name="connsiteX2922" fmla="*/ 5879839 w 8115305"/>
              <a:gd name="connsiteY2922" fmla="*/ 287851 h 3192694"/>
              <a:gd name="connsiteX2923" fmla="*/ 5830947 w 8115305"/>
              <a:gd name="connsiteY2923" fmla="*/ 280245 h 3192694"/>
              <a:gd name="connsiteX2924" fmla="*/ 5849055 w 8115305"/>
              <a:gd name="connsiteY2924" fmla="*/ 272821 h 3192694"/>
              <a:gd name="connsiteX2925" fmla="*/ 4609398 w 8115305"/>
              <a:gd name="connsiteY2925" fmla="*/ 272821 h 3192694"/>
              <a:gd name="connsiteX2926" fmla="*/ 4681829 w 8115305"/>
              <a:gd name="connsiteY2926" fmla="*/ 286583 h 3192694"/>
              <a:gd name="connsiteX2927" fmla="*/ 4627506 w 8115305"/>
              <a:gd name="connsiteY2927" fmla="*/ 301431 h 3192694"/>
              <a:gd name="connsiteX2928" fmla="*/ 4555075 w 8115305"/>
              <a:gd name="connsiteY2928" fmla="*/ 287127 h 3192694"/>
              <a:gd name="connsiteX2929" fmla="*/ 4609398 w 8115305"/>
              <a:gd name="connsiteY2929" fmla="*/ 272821 h 3192694"/>
              <a:gd name="connsiteX2930" fmla="*/ 2820373 w 8115305"/>
              <a:gd name="connsiteY2930" fmla="*/ 271915 h 3192694"/>
              <a:gd name="connsiteX2931" fmla="*/ 2854775 w 8115305"/>
              <a:gd name="connsiteY2931" fmla="*/ 282237 h 3192694"/>
              <a:gd name="connsiteX2932" fmla="*/ 2790676 w 8115305"/>
              <a:gd name="connsiteY2932" fmla="*/ 293283 h 3192694"/>
              <a:gd name="connsiteX2933" fmla="*/ 2758443 w 8115305"/>
              <a:gd name="connsiteY2933" fmla="*/ 282418 h 3192694"/>
              <a:gd name="connsiteX2934" fmla="*/ 2820373 w 8115305"/>
              <a:gd name="connsiteY2934" fmla="*/ 271915 h 3192694"/>
              <a:gd name="connsiteX2935" fmla="*/ 2690539 w 8115305"/>
              <a:gd name="connsiteY2935" fmla="*/ 270467 h 3192694"/>
              <a:gd name="connsiteX2936" fmla="*/ 2716432 w 8115305"/>
              <a:gd name="connsiteY2936" fmla="*/ 280425 h 3192694"/>
              <a:gd name="connsiteX2937" fmla="*/ 2657039 w 8115305"/>
              <a:gd name="connsiteY2937" fmla="*/ 290204 h 3192694"/>
              <a:gd name="connsiteX2938" fmla="*/ 2628971 w 8115305"/>
              <a:gd name="connsiteY2938" fmla="*/ 280064 h 3192694"/>
              <a:gd name="connsiteX2939" fmla="*/ 2690539 w 8115305"/>
              <a:gd name="connsiteY2939" fmla="*/ 270467 h 3192694"/>
              <a:gd name="connsiteX2940" fmla="*/ 4472143 w 8115305"/>
              <a:gd name="connsiteY2940" fmla="*/ 270285 h 3192694"/>
              <a:gd name="connsiteX2941" fmla="*/ 4543306 w 8115305"/>
              <a:gd name="connsiteY2941" fmla="*/ 284952 h 3192694"/>
              <a:gd name="connsiteX2942" fmla="*/ 4483732 w 8115305"/>
              <a:gd name="connsiteY2942" fmla="*/ 299438 h 3192694"/>
              <a:gd name="connsiteX2943" fmla="*/ 4413654 w 8115305"/>
              <a:gd name="connsiteY2943" fmla="*/ 284047 h 3192694"/>
              <a:gd name="connsiteX2944" fmla="*/ 4472143 w 8115305"/>
              <a:gd name="connsiteY2944" fmla="*/ 270285 h 3192694"/>
              <a:gd name="connsiteX2945" fmla="*/ 5706368 w 8115305"/>
              <a:gd name="connsiteY2945" fmla="*/ 269743 h 3192694"/>
              <a:gd name="connsiteX2946" fmla="*/ 5760691 w 8115305"/>
              <a:gd name="connsiteY2946" fmla="*/ 278252 h 3192694"/>
              <a:gd name="connsiteX2947" fmla="*/ 5739142 w 8115305"/>
              <a:gd name="connsiteY2947" fmla="*/ 286402 h 3192694"/>
              <a:gd name="connsiteX2948" fmla="*/ 5684819 w 8115305"/>
              <a:gd name="connsiteY2948" fmla="*/ 277891 h 3192694"/>
              <a:gd name="connsiteX2949" fmla="*/ 5706368 w 8115305"/>
              <a:gd name="connsiteY2949" fmla="*/ 269743 h 3192694"/>
              <a:gd name="connsiteX2950" fmla="*/ 2558173 w 8115305"/>
              <a:gd name="connsiteY2950" fmla="*/ 268112 h 3192694"/>
              <a:gd name="connsiteX2951" fmla="*/ 2581351 w 8115305"/>
              <a:gd name="connsiteY2951" fmla="*/ 277167 h 3192694"/>
              <a:gd name="connsiteX2952" fmla="*/ 2525395 w 8115305"/>
              <a:gd name="connsiteY2952" fmla="*/ 285859 h 3192694"/>
              <a:gd name="connsiteX2953" fmla="*/ 2502401 w 8115305"/>
              <a:gd name="connsiteY2953" fmla="*/ 276804 h 3192694"/>
              <a:gd name="connsiteX2954" fmla="*/ 2558173 w 8115305"/>
              <a:gd name="connsiteY2954" fmla="*/ 268112 h 3192694"/>
              <a:gd name="connsiteX2955" fmla="*/ 2425262 w 8115305"/>
              <a:gd name="connsiteY2955" fmla="*/ 266663 h 3192694"/>
              <a:gd name="connsiteX2956" fmla="*/ 2445903 w 8115305"/>
              <a:gd name="connsiteY2956" fmla="*/ 274994 h 3192694"/>
              <a:gd name="connsiteX2957" fmla="*/ 2391579 w 8115305"/>
              <a:gd name="connsiteY2957" fmla="*/ 282961 h 3192694"/>
              <a:gd name="connsiteX2958" fmla="*/ 2373472 w 8115305"/>
              <a:gd name="connsiteY2958" fmla="*/ 274269 h 3192694"/>
              <a:gd name="connsiteX2959" fmla="*/ 2425262 w 8115305"/>
              <a:gd name="connsiteY2959" fmla="*/ 266663 h 3192694"/>
              <a:gd name="connsiteX2960" fmla="*/ 5566393 w 8115305"/>
              <a:gd name="connsiteY2960" fmla="*/ 265939 h 3192694"/>
              <a:gd name="connsiteX2961" fmla="*/ 5620716 w 8115305"/>
              <a:gd name="connsiteY2961" fmla="*/ 275174 h 3192694"/>
              <a:gd name="connsiteX2962" fmla="*/ 5593192 w 8115305"/>
              <a:gd name="connsiteY2962" fmla="*/ 283686 h 3192694"/>
              <a:gd name="connsiteX2963" fmla="*/ 5538869 w 8115305"/>
              <a:gd name="connsiteY2963" fmla="*/ 274087 h 3192694"/>
              <a:gd name="connsiteX2964" fmla="*/ 5566393 w 8115305"/>
              <a:gd name="connsiteY2964" fmla="*/ 265939 h 3192694"/>
              <a:gd name="connsiteX2965" fmla="*/ 2291625 w 8115305"/>
              <a:gd name="connsiteY2965" fmla="*/ 264310 h 3192694"/>
              <a:gd name="connsiteX2966" fmla="*/ 2308103 w 8115305"/>
              <a:gd name="connsiteY2966" fmla="*/ 271553 h 3192694"/>
              <a:gd name="connsiteX2967" fmla="*/ 2257943 w 8115305"/>
              <a:gd name="connsiteY2967" fmla="*/ 278797 h 3192694"/>
              <a:gd name="connsiteX2968" fmla="*/ 2243458 w 8115305"/>
              <a:gd name="connsiteY2968" fmla="*/ 271190 h 3192694"/>
              <a:gd name="connsiteX2969" fmla="*/ 2291625 w 8115305"/>
              <a:gd name="connsiteY2969" fmla="*/ 264310 h 3192694"/>
              <a:gd name="connsiteX2970" fmla="*/ 2160343 w 8115305"/>
              <a:gd name="connsiteY2970" fmla="*/ 263225 h 3192694"/>
              <a:gd name="connsiteX2971" fmla="*/ 2172294 w 8115305"/>
              <a:gd name="connsiteY2971" fmla="*/ 269924 h 3192694"/>
              <a:gd name="connsiteX2972" fmla="*/ 2129738 w 8115305"/>
              <a:gd name="connsiteY2972" fmla="*/ 275719 h 3192694"/>
              <a:gd name="connsiteX2973" fmla="*/ 2118150 w 8115305"/>
              <a:gd name="connsiteY2973" fmla="*/ 268839 h 3192694"/>
              <a:gd name="connsiteX2974" fmla="*/ 2160343 w 8115305"/>
              <a:gd name="connsiteY2974" fmla="*/ 263225 h 3192694"/>
              <a:gd name="connsiteX2975" fmla="*/ 5422255 w 8115305"/>
              <a:gd name="connsiteY2975" fmla="*/ 262498 h 3192694"/>
              <a:gd name="connsiteX2976" fmla="*/ 5480200 w 8115305"/>
              <a:gd name="connsiteY2976" fmla="*/ 272821 h 3192694"/>
              <a:gd name="connsiteX2977" fmla="*/ 5450142 w 8115305"/>
              <a:gd name="connsiteY2977" fmla="*/ 282418 h 3192694"/>
              <a:gd name="connsiteX2978" fmla="*/ 5392017 w 8115305"/>
              <a:gd name="connsiteY2978" fmla="*/ 271914 h 3192694"/>
              <a:gd name="connsiteX2979" fmla="*/ 5422255 w 8115305"/>
              <a:gd name="connsiteY2979" fmla="*/ 262498 h 3192694"/>
              <a:gd name="connsiteX2980" fmla="*/ 2030870 w 8115305"/>
              <a:gd name="connsiteY2980" fmla="*/ 261052 h 3192694"/>
              <a:gd name="connsiteX2981" fmla="*/ 2041010 w 8115305"/>
              <a:gd name="connsiteY2981" fmla="*/ 266302 h 3192694"/>
              <a:gd name="connsiteX2982" fmla="*/ 2005700 w 8115305"/>
              <a:gd name="connsiteY2982" fmla="*/ 271373 h 3192694"/>
              <a:gd name="connsiteX2983" fmla="*/ 1994654 w 8115305"/>
              <a:gd name="connsiteY2983" fmla="*/ 266122 h 3192694"/>
              <a:gd name="connsiteX2984" fmla="*/ 2030870 w 8115305"/>
              <a:gd name="connsiteY2984" fmla="*/ 261052 h 3192694"/>
              <a:gd name="connsiteX2985" fmla="*/ 1900848 w 8115305"/>
              <a:gd name="connsiteY2985" fmla="*/ 259964 h 3192694"/>
              <a:gd name="connsiteX2986" fmla="*/ 1906823 w 8115305"/>
              <a:gd name="connsiteY2986" fmla="*/ 264310 h 3192694"/>
              <a:gd name="connsiteX2987" fmla="*/ 1877670 w 8115305"/>
              <a:gd name="connsiteY2987" fmla="*/ 268112 h 3192694"/>
              <a:gd name="connsiteX2988" fmla="*/ 1870065 w 8115305"/>
              <a:gd name="connsiteY2988" fmla="*/ 264129 h 3192694"/>
              <a:gd name="connsiteX2989" fmla="*/ 1900848 w 8115305"/>
              <a:gd name="connsiteY2989" fmla="*/ 259964 h 3192694"/>
              <a:gd name="connsiteX2990" fmla="*/ 3919492 w 8115305"/>
              <a:gd name="connsiteY2990" fmla="*/ 259783 h 3192694"/>
              <a:gd name="connsiteX2991" fmla="*/ 3967660 w 8115305"/>
              <a:gd name="connsiteY2991" fmla="*/ 262863 h 3192694"/>
              <a:gd name="connsiteX2992" fmla="*/ 3995545 w 8115305"/>
              <a:gd name="connsiteY2992" fmla="*/ 271916 h 3192694"/>
              <a:gd name="connsiteX2993" fmla="*/ 4064717 w 8115305"/>
              <a:gd name="connsiteY2993" fmla="*/ 261232 h 3192694"/>
              <a:gd name="connsiteX2994" fmla="*/ 4129542 w 8115305"/>
              <a:gd name="connsiteY2994" fmla="*/ 276081 h 3192694"/>
              <a:gd name="connsiteX2995" fmla="*/ 4201973 w 8115305"/>
              <a:gd name="connsiteY2995" fmla="*/ 264311 h 3192694"/>
              <a:gd name="connsiteX2996" fmla="*/ 4263540 w 8115305"/>
              <a:gd name="connsiteY2996" fmla="*/ 277530 h 3192694"/>
              <a:gd name="connsiteX2997" fmla="*/ 4214287 w 8115305"/>
              <a:gd name="connsiteY2997" fmla="*/ 294369 h 3192694"/>
              <a:gd name="connsiteX2998" fmla="*/ 4245251 w 8115305"/>
              <a:gd name="connsiteY2998" fmla="*/ 300164 h 3192694"/>
              <a:gd name="connsiteX2999" fmla="*/ 4265893 w 8115305"/>
              <a:gd name="connsiteY2999" fmla="*/ 307588 h 3192694"/>
              <a:gd name="connsiteX3000" fmla="*/ 4334522 w 8115305"/>
              <a:gd name="connsiteY3000" fmla="*/ 296723 h 3192694"/>
              <a:gd name="connsiteX3001" fmla="*/ 4302652 w 8115305"/>
              <a:gd name="connsiteY3001" fmla="*/ 293101 h 3192694"/>
              <a:gd name="connsiteX3002" fmla="*/ 4280379 w 8115305"/>
              <a:gd name="connsiteY3002" fmla="*/ 287126 h 3192694"/>
              <a:gd name="connsiteX3003" fmla="*/ 4274043 w 8115305"/>
              <a:gd name="connsiteY3003" fmla="*/ 278978 h 3192694"/>
              <a:gd name="connsiteX3004" fmla="*/ 4333254 w 8115305"/>
              <a:gd name="connsiteY3004" fmla="*/ 266665 h 3192694"/>
              <a:gd name="connsiteX3005" fmla="*/ 4403512 w 8115305"/>
              <a:gd name="connsiteY3005" fmla="*/ 279159 h 3192694"/>
              <a:gd name="connsiteX3006" fmla="*/ 4348103 w 8115305"/>
              <a:gd name="connsiteY3006" fmla="*/ 297267 h 3192694"/>
              <a:gd name="connsiteX3007" fmla="*/ 4407858 w 8115305"/>
              <a:gd name="connsiteY3007" fmla="*/ 313201 h 3192694"/>
              <a:gd name="connsiteX3008" fmla="*/ 4480289 w 8115305"/>
              <a:gd name="connsiteY3008" fmla="*/ 300888 h 3192694"/>
              <a:gd name="connsiteX3009" fmla="*/ 4548374 w 8115305"/>
              <a:gd name="connsiteY3009" fmla="*/ 315555 h 3192694"/>
              <a:gd name="connsiteX3010" fmla="*/ 4498036 w 8115305"/>
              <a:gd name="connsiteY3010" fmla="*/ 333663 h 3192694"/>
              <a:gd name="connsiteX3011" fmla="*/ 4561956 w 8115305"/>
              <a:gd name="connsiteY3011" fmla="*/ 351770 h 3192694"/>
              <a:gd name="connsiteX3012" fmla="*/ 4586038 w 8115305"/>
              <a:gd name="connsiteY3012" fmla="*/ 340364 h 3192694"/>
              <a:gd name="connsiteX3013" fmla="*/ 4633301 w 8115305"/>
              <a:gd name="connsiteY3013" fmla="*/ 337284 h 3192694"/>
              <a:gd name="connsiteX3014" fmla="*/ 4707542 w 8115305"/>
              <a:gd name="connsiteY3014" fmla="*/ 352858 h 3192694"/>
              <a:gd name="connsiteX3015" fmla="*/ 4698126 w 8115305"/>
              <a:gd name="connsiteY3015" fmla="*/ 366620 h 3192694"/>
              <a:gd name="connsiteX3016" fmla="*/ 4653038 w 8115305"/>
              <a:gd name="connsiteY3016" fmla="*/ 373863 h 3192694"/>
              <a:gd name="connsiteX3017" fmla="*/ 4721123 w 8115305"/>
              <a:gd name="connsiteY3017" fmla="*/ 391971 h 3192694"/>
              <a:gd name="connsiteX3018" fmla="*/ 4662273 w 8115305"/>
              <a:gd name="connsiteY3018" fmla="*/ 412251 h 3192694"/>
              <a:gd name="connsiteX3019" fmla="*/ 4740136 w 8115305"/>
              <a:gd name="connsiteY3019" fmla="*/ 434161 h 3192694"/>
              <a:gd name="connsiteX3020" fmla="*/ 4672414 w 8115305"/>
              <a:gd name="connsiteY3020" fmla="*/ 455529 h 3192694"/>
              <a:gd name="connsiteX3021" fmla="*/ 4740860 w 8115305"/>
              <a:gd name="connsiteY3021" fmla="*/ 467480 h 3192694"/>
              <a:gd name="connsiteX3022" fmla="*/ 4758968 w 8115305"/>
              <a:gd name="connsiteY3022" fmla="*/ 481966 h 3192694"/>
              <a:gd name="connsiteX3023" fmla="*/ 4689797 w 8115305"/>
              <a:gd name="connsiteY3023" fmla="*/ 501522 h 3192694"/>
              <a:gd name="connsiteX3024" fmla="*/ 4595637 w 8115305"/>
              <a:gd name="connsiteY3024" fmla="*/ 481241 h 3192694"/>
              <a:gd name="connsiteX3025" fmla="*/ 4652675 w 8115305"/>
              <a:gd name="connsiteY3025" fmla="*/ 454986 h 3192694"/>
              <a:gd name="connsiteX3026" fmla="*/ 4609941 w 8115305"/>
              <a:gd name="connsiteY3026" fmla="*/ 447743 h 3192694"/>
              <a:gd name="connsiteX3027" fmla="*/ 4578253 w 8115305"/>
              <a:gd name="connsiteY3027" fmla="*/ 436515 h 3192694"/>
              <a:gd name="connsiteX3028" fmla="*/ 4506908 w 8115305"/>
              <a:gd name="connsiteY3028" fmla="*/ 450820 h 3192694"/>
              <a:gd name="connsiteX3029" fmla="*/ 4420354 w 8115305"/>
              <a:gd name="connsiteY3029" fmla="*/ 436697 h 3192694"/>
              <a:gd name="connsiteX3030" fmla="*/ 4371825 w 8115305"/>
              <a:gd name="connsiteY3030" fmla="*/ 449011 h 3192694"/>
              <a:gd name="connsiteX3031" fmla="*/ 4395184 w 8115305"/>
              <a:gd name="connsiteY3031" fmla="*/ 455347 h 3192694"/>
              <a:gd name="connsiteX3032" fmla="*/ 4417274 w 8115305"/>
              <a:gd name="connsiteY3032" fmla="*/ 465487 h 3192694"/>
              <a:gd name="connsiteX3033" fmla="*/ 4516324 w 8115305"/>
              <a:gd name="connsiteY3033" fmla="*/ 454261 h 3192694"/>
              <a:gd name="connsiteX3034" fmla="*/ 4584772 w 8115305"/>
              <a:gd name="connsiteY3034" fmla="*/ 476534 h 3192694"/>
              <a:gd name="connsiteX3035" fmla="*/ 4521214 w 8115305"/>
              <a:gd name="connsiteY3035" fmla="*/ 500798 h 3192694"/>
              <a:gd name="connsiteX3036" fmla="*/ 4597990 w 8115305"/>
              <a:gd name="connsiteY3036" fmla="*/ 527597 h 3192694"/>
              <a:gd name="connsiteX3037" fmla="*/ 4529000 w 8115305"/>
              <a:gd name="connsiteY3037" fmla="*/ 550775 h 3192694"/>
              <a:gd name="connsiteX3038" fmla="*/ 4420354 w 8115305"/>
              <a:gd name="connsiteY3038" fmla="*/ 528502 h 3192694"/>
              <a:gd name="connsiteX3039" fmla="*/ 4345930 w 8115305"/>
              <a:gd name="connsiteY3039" fmla="*/ 546610 h 3192694"/>
              <a:gd name="connsiteX3040" fmla="*/ 4368384 w 8115305"/>
              <a:gd name="connsiteY3040" fmla="*/ 550595 h 3192694"/>
              <a:gd name="connsiteX3041" fmla="*/ 4417093 w 8115305"/>
              <a:gd name="connsiteY3041" fmla="*/ 578480 h 3192694"/>
              <a:gd name="connsiteX3042" fmla="*/ 4339773 w 8115305"/>
              <a:gd name="connsiteY3042" fmla="*/ 601296 h 3192694"/>
              <a:gd name="connsiteX3043" fmla="*/ 4244708 w 8115305"/>
              <a:gd name="connsiteY3043" fmla="*/ 584274 h 3192694"/>
              <a:gd name="connsiteX3044" fmla="*/ 4233119 w 8115305"/>
              <a:gd name="connsiteY3044" fmla="*/ 576126 h 3192694"/>
              <a:gd name="connsiteX3045" fmla="*/ 4138597 w 8115305"/>
              <a:gd name="connsiteY3045" fmla="*/ 597494 h 3192694"/>
              <a:gd name="connsiteX3046" fmla="*/ 4048058 w 8115305"/>
              <a:gd name="connsiteY3046" fmla="*/ 572505 h 3192694"/>
              <a:gd name="connsiteX3047" fmla="*/ 3943033 w 8115305"/>
              <a:gd name="connsiteY3047" fmla="*/ 593148 h 3192694"/>
              <a:gd name="connsiteX3048" fmla="*/ 3865169 w 8115305"/>
              <a:gd name="connsiteY3048" fmla="*/ 565805 h 3192694"/>
              <a:gd name="connsiteX3049" fmla="*/ 3761956 w 8115305"/>
              <a:gd name="connsiteY3049" fmla="*/ 586991 h 3192694"/>
              <a:gd name="connsiteX3050" fmla="*/ 3683911 w 8115305"/>
              <a:gd name="connsiteY3050" fmla="*/ 557838 h 3192694"/>
              <a:gd name="connsiteX3051" fmla="*/ 3573452 w 8115305"/>
              <a:gd name="connsiteY3051" fmla="*/ 581740 h 3192694"/>
              <a:gd name="connsiteX3052" fmla="*/ 3508264 w 8115305"/>
              <a:gd name="connsiteY3052" fmla="*/ 555302 h 3192694"/>
              <a:gd name="connsiteX3053" fmla="*/ 3595906 w 8115305"/>
              <a:gd name="connsiteY3053" fmla="*/ 530314 h 3192694"/>
              <a:gd name="connsiteX3054" fmla="*/ 3686445 w 8115305"/>
              <a:gd name="connsiteY3054" fmla="*/ 553673 h 3192694"/>
              <a:gd name="connsiteX3055" fmla="*/ 3717773 w 8115305"/>
              <a:gd name="connsiteY3055" fmla="*/ 541359 h 3192694"/>
              <a:gd name="connsiteX3056" fmla="*/ 3761956 w 8115305"/>
              <a:gd name="connsiteY3056" fmla="*/ 532848 h 3192694"/>
              <a:gd name="connsiteX3057" fmla="*/ 3727550 w 8115305"/>
              <a:gd name="connsiteY3057" fmla="*/ 523432 h 3192694"/>
              <a:gd name="connsiteX3058" fmla="*/ 3709442 w 8115305"/>
              <a:gd name="connsiteY3058" fmla="*/ 511119 h 3192694"/>
              <a:gd name="connsiteX3059" fmla="*/ 3606590 w 8115305"/>
              <a:gd name="connsiteY3059" fmla="*/ 527054 h 3192694"/>
              <a:gd name="connsiteX3060" fmla="*/ 3541402 w 8115305"/>
              <a:gd name="connsiteY3060" fmla="*/ 501161 h 3192694"/>
              <a:gd name="connsiteX3061" fmla="*/ 3502653 w 8115305"/>
              <a:gd name="connsiteY3061" fmla="*/ 517276 h 3192694"/>
              <a:gd name="connsiteX3062" fmla="*/ 3438550 w 8115305"/>
              <a:gd name="connsiteY3062" fmla="*/ 522527 h 3192694"/>
              <a:gd name="connsiteX3063" fmla="*/ 3375535 w 8115305"/>
              <a:gd name="connsiteY3063" fmla="*/ 500437 h 3192694"/>
              <a:gd name="connsiteX3064" fmla="*/ 3468610 w 8115305"/>
              <a:gd name="connsiteY3064" fmla="*/ 475086 h 3192694"/>
              <a:gd name="connsiteX3065" fmla="*/ 3417001 w 8115305"/>
              <a:gd name="connsiteY3065" fmla="*/ 450096 h 3192694"/>
              <a:gd name="connsiteX3066" fmla="*/ 3504462 w 8115305"/>
              <a:gd name="connsiteY3066" fmla="*/ 430179 h 3192694"/>
              <a:gd name="connsiteX3067" fmla="*/ 3461367 w 8115305"/>
              <a:gd name="connsiteY3067" fmla="*/ 405552 h 3192694"/>
              <a:gd name="connsiteX3068" fmla="*/ 3537961 w 8115305"/>
              <a:gd name="connsiteY3068" fmla="*/ 389798 h 3192694"/>
              <a:gd name="connsiteX3069" fmla="*/ 3616187 w 8115305"/>
              <a:gd name="connsiteY3069" fmla="*/ 404465 h 3192694"/>
              <a:gd name="connsiteX3070" fmla="*/ 3679926 w 8115305"/>
              <a:gd name="connsiteY3070" fmla="*/ 391971 h 3192694"/>
              <a:gd name="connsiteX3071" fmla="*/ 3638823 w 8115305"/>
              <a:gd name="connsiteY3071" fmla="*/ 376216 h 3192694"/>
              <a:gd name="connsiteX3072" fmla="*/ 3532891 w 8115305"/>
              <a:gd name="connsiteY3072" fmla="*/ 386900 h 3192694"/>
              <a:gd name="connsiteX3073" fmla="*/ 3492693 w 8115305"/>
              <a:gd name="connsiteY3073" fmla="*/ 368793 h 3192694"/>
              <a:gd name="connsiteX3074" fmla="*/ 3576532 w 8115305"/>
              <a:gd name="connsiteY3074" fmla="*/ 350685 h 3192694"/>
              <a:gd name="connsiteX3075" fmla="*/ 3535064 w 8115305"/>
              <a:gd name="connsiteY3075" fmla="*/ 341993 h 3192694"/>
              <a:gd name="connsiteX3076" fmla="*/ 3531806 w 8115305"/>
              <a:gd name="connsiteY3076" fmla="*/ 331853 h 3192694"/>
              <a:gd name="connsiteX3077" fmla="*/ 3599710 w 8115305"/>
              <a:gd name="connsiteY3077" fmla="*/ 317186 h 3192694"/>
              <a:gd name="connsiteX3078" fmla="*/ 3676668 w 8115305"/>
              <a:gd name="connsiteY3078" fmla="*/ 331853 h 3192694"/>
              <a:gd name="connsiteX3079" fmla="*/ 3740226 w 8115305"/>
              <a:gd name="connsiteY3079" fmla="*/ 318815 h 3192694"/>
              <a:gd name="connsiteX3080" fmla="*/ 3700931 w 8115305"/>
              <a:gd name="connsiteY3080" fmla="*/ 310304 h 3192694"/>
              <a:gd name="connsiteX3081" fmla="*/ 3700931 w 8115305"/>
              <a:gd name="connsiteY3081" fmla="*/ 298172 h 3192694"/>
              <a:gd name="connsiteX3082" fmla="*/ 3771913 w 8115305"/>
              <a:gd name="connsiteY3082" fmla="*/ 286946 h 3192694"/>
              <a:gd name="connsiteX3083" fmla="*/ 3834204 w 8115305"/>
              <a:gd name="connsiteY3083" fmla="*/ 299440 h 3192694"/>
              <a:gd name="connsiteX3084" fmla="*/ 3774269 w 8115305"/>
              <a:gd name="connsiteY3084" fmla="*/ 319540 h 3192694"/>
              <a:gd name="connsiteX3085" fmla="*/ 3819176 w 8115305"/>
              <a:gd name="connsiteY3085" fmla="*/ 331672 h 3192694"/>
              <a:gd name="connsiteX3086" fmla="*/ 3877845 w 8115305"/>
              <a:gd name="connsiteY3086" fmla="*/ 320808 h 3192694"/>
              <a:gd name="connsiteX3087" fmla="*/ 3841630 w 8115305"/>
              <a:gd name="connsiteY3087" fmla="*/ 302700 h 3192694"/>
              <a:gd name="connsiteX3088" fmla="*/ 3906998 w 8115305"/>
              <a:gd name="connsiteY3088" fmla="*/ 289119 h 3192694"/>
              <a:gd name="connsiteX3089" fmla="*/ 3860099 w 8115305"/>
              <a:gd name="connsiteY3089" fmla="*/ 272096 h 3192694"/>
              <a:gd name="connsiteX3090" fmla="*/ 3919492 w 8115305"/>
              <a:gd name="connsiteY3090" fmla="*/ 259783 h 3192694"/>
              <a:gd name="connsiteX3091" fmla="*/ 5281196 w 8115305"/>
              <a:gd name="connsiteY3091" fmla="*/ 259059 h 3192694"/>
              <a:gd name="connsiteX3092" fmla="*/ 5343487 w 8115305"/>
              <a:gd name="connsiteY3092" fmla="*/ 269924 h 3192694"/>
              <a:gd name="connsiteX3093" fmla="*/ 5310351 w 8115305"/>
              <a:gd name="connsiteY3093" fmla="*/ 279883 h 3192694"/>
              <a:gd name="connsiteX3094" fmla="*/ 5247697 w 8115305"/>
              <a:gd name="connsiteY3094" fmla="*/ 268836 h 3192694"/>
              <a:gd name="connsiteX3095" fmla="*/ 5281196 w 8115305"/>
              <a:gd name="connsiteY3095" fmla="*/ 259059 h 3192694"/>
              <a:gd name="connsiteX3096" fmla="*/ 5144482 w 8115305"/>
              <a:gd name="connsiteY3096" fmla="*/ 256525 h 3192694"/>
              <a:gd name="connsiteX3097" fmla="*/ 5206955 w 8115305"/>
              <a:gd name="connsiteY3097" fmla="*/ 267390 h 3192694"/>
              <a:gd name="connsiteX3098" fmla="*/ 5170739 w 8115305"/>
              <a:gd name="connsiteY3098" fmla="*/ 278255 h 3192694"/>
              <a:gd name="connsiteX3099" fmla="*/ 5108266 w 8115305"/>
              <a:gd name="connsiteY3099" fmla="*/ 267209 h 3192694"/>
              <a:gd name="connsiteX3100" fmla="*/ 5144482 w 8115305"/>
              <a:gd name="connsiteY3100" fmla="*/ 256525 h 3192694"/>
              <a:gd name="connsiteX3101" fmla="*/ 3794006 w 8115305"/>
              <a:gd name="connsiteY3101" fmla="*/ 256524 h 3192694"/>
              <a:gd name="connsiteX3102" fmla="*/ 3853763 w 8115305"/>
              <a:gd name="connsiteY3102" fmla="*/ 270467 h 3192694"/>
              <a:gd name="connsiteX3103" fmla="*/ 3785858 w 8115305"/>
              <a:gd name="connsiteY3103" fmla="*/ 284773 h 3192694"/>
              <a:gd name="connsiteX3104" fmla="*/ 3726284 w 8115305"/>
              <a:gd name="connsiteY3104" fmla="*/ 270467 h 3192694"/>
              <a:gd name="connsiteX3105" fmla="*/ 3794006 w 8115305"/>
              <a:gd name="connsiteY3105" fmla="*/ 256524 h 3192694"/>
              <a:gd name="connsiteX3106" fmla="*/ 6221712 w 8115305"/>
              <a:gd name="connsiteY3106" fmla="*/ 254893 h 3192694"/>
              <a:gd name="connsiteX3107" fmla="*/ 6250504 w 8115305"/>
              <a:gd name="connsiteY3107" fmla="*/ 258695 h 3192694"/>
              <a:gd name="connsiteX3108" fmla="*/ 6244348 w 8115305"/>
              <a:gd name="connsiteY3108" fmla="*/ 262861 h 3192694"/>
              <a:gd name="connsiteX3109" fmla="*/ 6215012 w 8115305"/>
              <a:gd name="connsiteY3109" fmla="*/ 259239 h 3192694"/>
              <a:gd name="connsiteX3110" fmla="*/ 6221712 w 8115305"/>
              <a:gd name="connsiteY3110" fmla="*/ 254893 h 3192694"/>
              <a:gd name="connsiteX3111" fmla="*/ 3660733 w 8115305"/>
              <a:gd name="connsiteY3111" fmla="*/ 254713 h 3192694"/>
              <a:gd name="connsiteX3112" fmla="*/ 3718317 w 8115305"/>
              <a:gd name="connsiteY3112" fmla="*/ 268114 h 3192694"/>
              <a:gd name="connsiteX3113" fmla="*/ 3649324 w 8115305"/>
              <a:gd name="connsiteY3113" fmla="*/ 282418 h 3192694"/>
              <a:gd name="connsiteX3114" fmla="*/ 3593372 w 8115305"/>
              <a:gd name="connsiteY3114" fmla="*/ 268295 h 3192694"/>
              <a:gd name="connsiteX3115" fmla="*/ 3660733 w 8115305"/>
              <a:gd name="connsiteY3115" fmla="*/ 254713 h 3192694"/>
              <a:gd name="connsiteX3116" fmla="*/ 5005595 w 8115305"/>
              <a:gd name="connsiteY3116" fmla="*/ 252723 h 3192694"/>
              <a:gd name="connsiteX3117" fmla="*/ 5071870 w 8115305"/>
              <a:gd name="connsiteY3117" fmla="*/ 264312 h 3192694"/>
              <a:gd name="connsiteX3118" fmla="*/ 5033118 w 8115305"/>
              <a:gd name="connsiteY3118" fmla="*/ 275719 h 3192694"/>
              <a:gd name="connsiteX3119" fmla="*/ 4966482 w 8115305"/>
              <a:gd name="connsiteY3119" fmla="*/ 263768 h 3192694"/>
              <a:gd name="connsiteX3120" fmla="*/ 5005595 w 8115305"/>
              <a:gd name="connsiteY3120" fmla="*/ 252723 h 3192694"/>
              <a:gd name="connsiteX3121" fmla="*/ 3526011 w 8115305"/>
              <a:gd name="connsiteY3121" fmla="*/ 252359 h 3192694"/>
              <a:gd name="connsiteX3122" fmla="*/ 3577255 w 8115305"/>
              <a:gd name="connsiteY3122" fmla="*/ 265036 h 3192694"/>
              <a:gd name="connsiteX3123" fmla="*/ 3508445 w 8115305"/>
              <a:gd name="connsiteY3123" fmla="*/ 278435 h 3192694"/>
              <a:gd name="connsiteX3124" fmla="*/ 3458831 w 8115305"/>
              <a:gd name="connsiteY3124" fmla="*/ 265036 h 3192694"/>
              <a:gd name="connsiteX3125" fmla="*/ 3526011 w 8115305"/>
              <a:gd name="connsiteY3125" fmla="*/ 252359 h 3192694"/>
              <a:gd name="connsiteX3126" fmla="*/ 6079205 w 8115305"/>
              <a:gd name="connsiteY3126" fmla="*/ 250730 h 3192694"/>
              <a:gd name="connsiteX3127" fmla="*/ 6114333 w 8115305"/>
              <a:gd name="connsiteY3127" fmla="*/ 255800 h 3192694"/>
              <a:gd name="connsiteX3128" fmla="*/ 6103107 w 8115305"/>
              <a:gd name="connsiteY3128" fmla="*/ 260690 h 3192694"/>
              <a:gd name="connsiteX3129" fmla="*/ 6067977 w 8115305"/>
              <a:gd name="connsiteY3129" fmla="*/ 255620 h 3192694"/>
              <a:gd name="connsiteX3130" fmla="*/ 6079205 w 8115305"/>
              <a:gd name="connsiteY3130" fmla="*/ 250730 h 3192694"/>
              <a:gd name="connsiteX3131" fmla="*/ 3396177 w 8115305"/>
              <a:gd name="connsiteY3131" fmla="*/ 250547 h 3192694"/>
              <a:gd name="connsiteX3132" fmla="*/ 3442353 w 8115305"/>
              <a:gd name="connsiteY3132" fmla="*/ 263405 h 3192694"/>
              <a:gd name="connsiteX3133" fmla="*/ 3372818 w 8115305"/>
              <a:gd name="connsiteY3133" fmla="*/ 275899 h 3192694"/>
              <a:gd name="connsiteX3134" fmla="*/ 3327911 w 8115305"/>
              <a:gd name="connsiteY3134" fmla="*/ 262861 h 3192694"/>
              <a:gd name="connsiteX3135" fmla="*/ 3396177 w 8115305"/>
              <a:gd name="connsiteY3135" fmla="*/ 250547 h 3192694"/>
              <a:gd name="connsiteX3136" fmla="*/ 4871419 w 8115305"/>
              <a:gd name="connsiteY3136" fmla="*/ 250367 h 3192694"/>
              <a:gd name="connsiteX3137" fmla="*/ 4936787 w 8115305"/>
              <a:gd name="connsiteY3137" fmla="*/ 262137 h 3192694"/>
              <a:gd name="connsiteX3138" fmla="*/ 4894416 w 8115305"/>
              <a:gd name="connsiteY3138" fmla="*/ 274087 h 3192694"/>
              <a:gd name="connsiteX3139" fmla="*/ 4828685 w 8115305"/>
              <a:gd name="connsiteY3139" fmla="*/ 261774 h 3192694"/>
              <a:gd name="connsiteX3140" fmla="*/ 4871419 w 8115305"/>
              <a:gd name="connsiteY3140" fmla="*/ 250367 h 3192694"/>
              <a:gd name="connsiteX3141" fmla="*/ 3264898 w 8115305"/>
              <a:gd name="connsiteY3141" fmla="*/ 248375 h 3192694"/>
              <a:gd name="connsiteX3142" fmla="*/ 3307812 w 8115305"/>
              <a:gd name="connsiteY3142" fmla="*/ 259964 h 3192694"/>
              <a:gd name="connsiteX3143" fmla="*/ 3242081 w 8115305"/>
              <a:gd name="connsiteY3143" fmla="*/ 271734 h 3192694"/>
              <a:gd name="connsiteX3144" fmla="*/ 3200795 w 8115305"/>
              <a:gd name="connsiteY3144" fmla="*/ 259601 h 3192694"/>
              <a:gd name="connsiteX3145" fmla="*/ 3264898 w 8115305"/>
              <a:gd name="connsiteY3145" fmla="*/ 248375 h 3192694"/>
              <a:gd name="connsiteX3146" fmla="*/ 5939413 w 8115305"/>
              <a:gd name="connsiteY3146" fmla="*/ 248013 h 3192694"/>
              <a:gd name="connsiteX3147" fmla="*/ 5980518 w 8115305"/>
              <a:gd name="connsiteY3147" fmla="*/ 253808 h 3192694"/>
              <a:gd name="connsiteX3148" fmla="*/ 5968748 w 8115305"/>
              <a:gd name="connsiteY3148" fmla="*/ 259785 h 3192694"/>
              <a:gd name="connsiteX3149" fmla="*/ 5925833 w 8115305"/>
              <a:gd name="connsiteY3149" fmla="*/ 253808 h 3192694"/>
              <a:gd name="connsiteX3150" fmla="*/ 5939413 w 8115305"/>
              <a:gd name="connsiteY3150" fmla="*/ 248013 h 3192694"/>
              <a:gd name="connsiteX3151" fmla="*/ 4736878 w 8115305"/>
              <a:gd name="connsiteY3151" fmla="*/ 246928 h 3192694"/>
              <a:gd name="connsiteX3152" fmla="*/ 4802790 w 8115305"/>
              <a:gd name="connsiteY3152" fmla="*/ 259966 h 3192694"/>
              <a:gd name="connsiteX3153" fmla="*/ 4754261 w 8115305"/>
              <a:gd name="connsiteY3153" fmla="*/ 271916 h 3192694"/>
              <a:gd name="connsiteX3154" fmla="*/ 4688166 w 8115305"/>
              <a:gd name="connsiteY3154" fmla="*/ 258517 h 3192694"/>
              <a:gd name="connsiteX3155" fmla="*/ 4736878 w 8115305"/>
              <a:gd name="connsiteY3155" fmla="*/ 246928 h 3192694"/>
              <a:gd name="connsiteX3156" fmla="*/ 3135244 w 8115305"/>
              <a:gd name="connsiteY3156" fmla="*/ 246746 h 3192694"/>
              <a:gd name="connsiteX3157" fmla="*/ 3174901 w 8115305"/>
              <a:gd name="connsiteY3157" fmla="*/ 257611 h 3192694"/>
              <a:gd name="connsiteX3158" fmla="*/ 3109350 w 8115305"/>
              <a:gd name="connsiteY3158" fmla="*/ 269200 h 3192694"/>
              <a:gd name="connsiteX3159" fmla="*/ 3071324 w 8115305"/>
              <a:gd name="connsiteY3159" fmla="*/ 257791 h 3192694"/>
              <a:gd name="connsiteX3160" fmla="*/ 3135244 w 8115305"/>
              <a:gd name="connsiteY3160" fmla="*/ 246746 h 3192694"/>
              <a:gd name="connsiteX3161" fmla="*/ 3006498 w 8115305"/>
              <a:gd name="connsiteY3161" fmla="*/ 245477 h 3192694"/>
              <a:gd name="connsiteX3162" fmla="*/ 3039999 w 8115305"/>
              <a:gd name="connsiteY3162" fmla="*/ 255981 h 3192694"/>
              <a:gd name="connsiteX3163" fmla="*/ 2978069 w 8115305"/>
              <a:gd name="connsiteY3163" fmla="*/ 266302 h 3192694"/>
              <a:gd name="connsiteX3164" fmla="*/ 2944751 w 8115305"/>
              <a:gd name="connsiteY3164" fmla="*/ 255618 h 3192694"/>
              <a:gd name="connsiteX3165" fmla="*/ 3006498 w 8115305"/>
              <a:gd name="connsiteY3165" fmla="*/ 245477 h 3192694"/>
              <a:gd name="connsiteX3166" fmla="*/ 4596722 w 8115305"/>
              <a:gd name="connsiteY3166" fmla="*/ 244392 h 3192694"/>
              <a:gd name="connsiteX3167" fmla="*/ 4663719 w 8115305"/>
              <a:gd name="connsiteY3167" fmla="*/ 256706 h 3192694"/>
              <a:gd name="connsiteX3168" fmla="*/ 4615373 w 8115305"/>
              <a:gd name="connsiteY3168" fmla="*/ 269563 h 3192694"/>
              <a:gd name="connsiteX3169" fmla="*/ 4547830 w 8115305"/>
              <a:gd name="connsiteY3169" fmla="*/ 256886 h 3192694"/>
              <a:gd name="connsiteX3170" fmla="*/ 4596722 w 8115305"/>
              <a:gd name="connsiteY3170" fmla="*/ 244392 h 3192694"/>
              <a:gd name="connsiteX3171" fmla="*/ 5794368 w 8115305"/>
              <a:gd name="connsiteY3171" fmla="*/ 244029 h 3192694"/>
              <a:gd name="connsiteX3172" fmla="*/ 5840724 w 8115305"/>
              <a:gd name="connsiteY3172" fmla="*/ 250367 h 3192694"/>
              <a:gd name="connsiteX3173" fmla="*/ 5825152 w 8115305"/>
              <a:gd name="connsiteY3173" fmla="*/ 257430 h 3192694"/>
              <a:gd name="connsiteX3174" fmla="*/ 5780245 w 8115305"/>
              <a:gd name="connsiteY3174" fmla="*/ 251091 h 3192694"/>
              <a:gd name="connsiteX3175" fmla="*/ 5794368 w 8115305"/>
              <a:gd name="connsiteY3175" fmla="*/ 244029 h 3192694"/>
              <a:gd name="connsiteX3176" fmla="*/ 2878658 w 8115305"/>
              <a:gd name="connsiteY3176" fmla="*/ 242943 h 3192694"/>
              <a:gd name="connsiteX3177" fmla="*/ 2908898 w 8115305"/>
              <a:gd name="connsiteY3177" fmla="*/ 252721 h 3192694"/>
              <a:gd name="connsiteX3178" fmla="*/ 2849160 w 8115305"/>
              <a:gd name="connsiteY3178" fmla="*/ 262500 h 3192694"/>
              <a:gd name="connsiteX3179" fmla="*/ 2819103 w 8115305"/>
              <a:gd name="connsiteY3179" fmla="*/ 252540 h 3192694"/>
              <a:gd name="connsiteX3180" fmla="*/ 2878658 w 8115305"/>
              <a:gd name="connsiteY3180" fmla="*/ 242943 h 3192694"/>
              <a:gd name="connsiteX3181" fmla="*/ 4466165 w 8115305"/>
              <a:gd name="connsiteY3181" fmla="*/ 241675 h 3192694"/>
              <a:gd name="connsiteX3182" fmla="*/ 4533163 w 8115305"/>
              <a:gd name="connsiteY3182" fmla="*/ 254894 h 3192694"/>
              <a:gd name="connsiteX3183" fmla="*/ 4478840 w 8115305"/>
              <a:gd name="connsiteY3183" fmla="*/ 268114 h 3192694"/>
              <a:gd name="connsiteX3184" fmla="*/ 4411660 w 8115305"/>
              <a:gd name="connsiteY3184" fmla="*/ 254532 h 3192694"/>
              <a:gd name="connsiteX3185" fmla="*/ 4466165 w 8115305"/>
              <a:gd name="connsiteY3185" fmla="*/ 241675 h 3192694"/>
              <a:gd name="connsiteX3186" fmla="*/ 2744319 w 8115305"/>
              <a:gd name="connsiteY3186" fmla="*/ 241675 h 3192694"/>
              <a:gd name="connsiteX3187" fmla="*/ 2772750 w 8115305"/>
              <a:gd name="connsiteY3187" fmla="*/ 250548 h 3192694"/>
              <a:gd name="connsiteX3188" fmla="*/ 2715705 w 8115305"/>
              <a:gd name="connsiteY3188" fmla="*/ 259783 h 3192694"/>
              <a:gd name="connsiteX3189" fmla="*/ 2688364 w 8115305"/>
              <a:gd name="connsiteY3189" fmla="*/ 250911 h 3192694"/>
              <a:gd name="connsiteX3190" fmla="*/ 2744319 w 8115305"/>
              <a:gd name="connsiteY3190" fmla="*/ 241675 h 3192694"/>
              <a:gd name="connsiteX3191" fmla="*/ 5657656 w 8115305"/>
              <a:gd name="connsiteY3191" fmla="*/ 241313 h 3192694"/>
              <a:gd name="connsiteX3192" fmla="*/ 5706185 w 8115305"/>
              <a:gd name="connsiteY3192" fmla="*/ 248556 h 3192694"/>
              <a:gd name="connsiteX3193" fmla="*/ 5688258 w 8115305"/>
              <a:gd name="connsiteY3193" fmla="*/ 255980 h 3192694"/>
              <a:gd name="connsiteX3194" fmla="*/ 5639548 w 8115305"/>
              <a:gd name="connsiteY3194" fmla="*/ 248556 h 3192694"/>
              <a:gd name="connsiteX3195" fmla="*/ 5657656 w 8115305"/>
              <a:gd name="connsiteY3195" fmla="*/ 241313 h 3192694"/>
              <a:gd name="connsiteX3196" fmla="*/ 2617928 w 8115305"/>
              <a:gd name="connsiteY3196" fmla="*/ 239502 h 3192694"/>
              <a:gd name="connsiteX3197" fmla="*/ 2640922 w 8115305"/>
              <a:gd name="connsiteY3197" fmla="*/ 247833 h 3192694"/>
              <a:gd name="connsiteX3198" fmla="*/ 2588952 w 8115305"/>
              <a:gd name="connsiteY3198" fmla="*/ 255800 h 3192694"/>
              <a:gd name="connsiteX3199" fmla="*/ 2566319 w 8115305"/>
              <a:gd name="connsiteY3199" fmla="*/ 247289 h 3192694"/>
              <a:gd name="connsiteX3200" fmla="*/ 2617928 w 8115305"/>
              <a:gd name="connsiteY3200" fmla="*/ 239502 h 3192694"/>
              <a:gd name="connsiteX3201" fmla="*/ 2490810 w 8115305"/>
              <a:gd name="connsiteY3201" fmla="*/ 239322 h 3192694"/>
              <a:gd name="connsiteX3202" fmla="*/ 2508918 w 8115305"/>
              <a:gd name="connsiteY3202" fmla="*/ 246565 h 3192694"/>
              <a:gd name="connsiteX3203" fmla="*/ 2461113 w 8115305"/>
              <a:gd name="connsiteY3203" fmla="*/ 253808 h 3192694"/>
              <a:gd name="connsiteX3204" fmla="*/ 2443005 w 8115305"/>
              <a:gd name="connsiteY3204" fmla="*/ 246384 h 3192694"/>
              <a:gd name="connsiteX3205" fmla="*/ 2490810 w 8115305"/>
              <a:gd name="connsiteY3205" fmla="*/ 239322 h 3192694"/>
              <a:gd name="connsiteX3206" fmla="*/ 4333256 w 8115305"/>
              <a:gd name="connsiteY3206" fmla="*/ 238597 h 3192694"/>
              <a:gd name="connsiteX3207" fmla="*/ 4399893 w 8115305"/>
              <a:gd name="connsiteY3207" fmla="*/ 251454 h 3192694"/>
              <a:gd name="connsiteX3208" fmla="*/ 4344120 w 8115305"/>
              <a:gd name="connsiteY3208" fmla="*/ 265217 h 3192694"/>
              <a:gd name="connsiteX3209" fmla="*/ 4277303 w 8115305"/>
              <a:gd name="connsiteY3209" fmla="*/ 251816 h 3192694"/>
              <a:gd name="connsiteX3210" fmla="*/ 4333256 w 8115305"/>
              <a:gd name="connsiteY3210" fmla="*/ 238597 h 3192694"/>
              <a:gd name="connsiteX3211" fmla="*/ 5522029 w 8115305"/>
              <a:gd name="connsiteY3211" fmla="*/ 237512 h 3192694"/>
              <a:gd name="connsiteX3212" fmla="*/ 5573455 w 8115305"/>
              <a:gd name="connsiteY3212" fmla="*/ 245660 h 3192694"/>
              <a:gd name="connsiteX3213" fmla="*/ 5551365 w 8115305"/>
              <a:gd name="connsiteY3213" fmla="*/ 253627 h 3192694"/>
              <a:gd name="connsiteX3214" fmla="*/ 5498127 w 8115305"/>
              <a:gd name="connsiteY3214" fmla="*/ 245297 h 3192694"/>
              <a:gd name="connsiteX3215" fmla="*/ 5522029 w 8115305"/>
              <a:gd name="connsiteY3215" fmla="*/ 237512 h 3192694"/>
              <a:gd name="connsiteX3216" fmla="*/ 4203604 w 8115305"/>
              <a:gd name="connsiteY3216" fmla="*/ 236424 h 3192694"/>
              <a:gd name="connsiteX3217" fmla="*/ 4267524 w 8115305"/>
              <a:gd name="connsiteY3217" fmla="*/ 249823 h 3192694"/>
              <a:gd name="connsiteX3218" fmla="*/ 4208494 w 8115305"/>
              <a:gd name="connsiteY3218" fmla="*/ 263044 h 3192694"/>
              <a:gd name="connsiteX3219" fmla="*/ 4144391 w 8115305"/>
              <a:gd name="connsiteY3219" fmla="*/ 249823 h 3192694"/>
              <a:gd name="connsiteX3220" fmla="*/ 4203604 w 8115305"/>
              <a:gd name="connsiteY3220" fmla="*/ 236424 h 3192694"/>
              <a:gd name="connsiteX3221" fmla="*/ 2364055 w 8115305"/>
              <a:gd name="connsiteY3221" fmla="*/ 235701 h 3192694"/>
              <a:gd name="connsiteX3222" fmla="*/ 2382166 w 8115305"/>
              <a:gd name="connsiteY3222" fmla="*/ 241676 h 3192694"/>
              <a:gd name="connsiteX3223" fmla="*/ 2338524 w 8115305"/>
              <a:gd name="connsiteY3223" fmla="*/ 248739 h 3192694"/>
              <a:gd name="connsiteX3224" fmla="*/ 2320056 w 8115305"/>
              <a:gd name="connsiteY3224" fmla="*/ 242764 h 3192694"/>
              <a:gd name="connsiteX3225" fmla="*/ 2364055 w 8115305"/>
              <a:gd name="connsiteY3225" fmla="*/ 235701 h 3192694"/>
              <a:gd name="connsiteX3226" fmla="*/ 2236035 w 8115305"/>
              <a:gd name="connsiteY3226" fmla="*/ 234976 h 3192694"/>
              <a:gd name="connsiteX3227" fmla="*/ 2251788 w 8115305"/>
              <a:gd name="connsiteY3227" fmla="*/ 240410 h 3192694"/>
              <a:gd name="connsiteX3228" fmla="*/ 2212313 w 8115305"/>
              <a:gd name="connsiteY3228" fmla="*/ 246205 h 3192694"/>
              <a:gd name="connsiteX3229" fmla="*/ 2198552 w 8115305"/>
              <a:gd name="connsiteY3229" fmla="*/ 240410 h 3192694"/>
              <a:gd name="connsiteX3230" fmla="*/ 2236035 w 8115305"/>
              <a:gd name="connsiteY3230" fmla="*/ 234976 h 3192694"/>
              <a:gd name="connsiteX3231" fmla="*/ 5386583 w 8115305"/>
              <a:gd name="connsiteY3231" fmla="*/ 234793 h 3192694"/>
              <a:gd name="connsiteX3232" fmla="*/ 5442899 w 8115305"/>
              <a:gd name="connsiteY3232" fmla="*/ 243848 h 3192694"/>
              <a:gd name="connsiteX3233" fmla="*/ 5416461 w 8115305"/>
              <a:gd name="connsiteY3233" fmla="*/ 252357 h 3192694"/>
              <a:gd name="connsiteX3234" fmla="*/ 5359965 w 8115305"/>
              <a:gd name="connsiteY3234" fmla="*/ 243304 h 3192694"/>
              <a:gd name="connsiteX3235" fmla="*/ 5386583 w 8115305"/>
              <a:gd name="connsiteY3235" fmla="*/ 234793 h 3192694"/>
              <a:gd name="connsiteX3236" fmla="*/ 4074495 w 8115305"/>
              <a:gd name="connsiteY3236" fmla="*/ 233527 h 3192694"/>
              <a:gd name="connsiteX3237" fmla="*/ 4135337 w 8115305"/>
              <a:gd name="connsiteY3237" fmla="*/ 246565 h 3192694"/>
              <a:gd name="connsiteX3238" fmla="*/ 4073409 w 8115305"/>
              <a:gd name="connsiteY3238" fmla="*/ 259966 h 3192694"/>
              <a:gd name="connsiteX3239" fmla="*/ 4012748 w 8115305"/>
              <a:gd name="connsiteY3239" fmla="*/ 246565 h 3192694"/>
              <a:gd name="connsiteX3240" fmla="*/ 4074495 w 8115305"/>
              <a:gd name="connsiteY3240" fmla="*/ 233527 h 3192694"/>
              <a:gd name="connsiteX3241" fmla="*/ 2113802 w 8115305"/>
              <a:gd name="connsiteY3241" fmla="*/ 232803 h 3192694"/>
              <a:gd name="connsiteX3242" fmla="*/ 2123763 w 8115305"/>
              <a:gd name="connsiteY3242" fmla="*/ 237693 h 3192694"/>
              <a:gd name="connsiteX3243" fmla="*/ 2089538 w 8115305"/>
              <a:gd name="connsiteY3243" fmla="*/ 242400 h 3192694"/>
              <a:gd name="connsiteX3244" fmla="*/ 2079579 w 8115305"/>
              <a:gd name="connsiteY3244" fmla="*/ 237513 h 3192694"/>
              <a:gd name="connsiteX3245" fmla="*/ 2113802 w 8115305"/>
              <a:gd name="connsiteY3245" fmla="*/ 232803 h 3192694"/>
              <a:gd name="connsiteX3246" fmla="*/ 1980158 w 8115305"/>
              <a:gd name="connsiteY3246" fmla="*/ 232259 h 3192694"/>
              <a:gd name="connsiteX3247" fmla="*/ 1989937 w 8115305"/>
              <a:gd name="connsiteY3247" fmla="*/ 235701 h 3192694"/>
              <a:gd name="connsiteX3248" fmla="*/ 1963138 w 8115305"/>
              <a:gd name="connsiteY3248" fmla="*/ 239683 h 3192694"/>
              <a:gd name="connsiteX3249" fmla="*/ 1953902 w 8115305"/>
              <a:gd name="connsiteY3249" fmla="*/ 236425 h 3192694"/>
              <a:gd name="connsiteX3250" fmla="*/ 1980158 w 8115305"/>
              <a:gd name="connsiteY3250" fmla="*/ 232259 h 3192694"/>
              <a:gd name="connsiteX3251" fmla="*/ 3939953 w 8115305"/>
              <a:gd name="connsiteY3251" fmla="*/ 231715 h 3192694"/>
              <a:gd name="connsiteX3252" fmla="*/ 3998985 w 8115305"/>
              <a:gd name="connsiteY3252" fmla="*/ 244572 h 3192694"/>
              <a:gd name="connsiteX3253" fmla="*/ 3936151 w 8115305"/>
              <a:gd name="connsiteY3253" fmla="*/ 257790 h 3192694"/>
              <a:gd name="connsiteX3254" fmla="*/ 3877301 w 8115305"/>
              <a:gd name="connsiteY3254" fmla="*/ 244392 h 3192694"/>
              <a:gd name="connsiteX3255" fmla="*/ 3939953 w 8115305"/>
              <a:gd name="connsiteY3255" fmla="*/ 231715 h 3192694"/>
              <a:gd name="connsiteX3256" fmla="*/ 5252947 w 8115305"/>
              <a:gd name="connsiteY3256" fmla="*/ 231535 h 3192694"/>
              <a:gd name="connsiteX3257" fmla="*/ 5308719 w 8115305"/>
              <a:gd name="connsiteY3257" fmla="*/ 240588 h 3192694"/>
              <a:gd name="connsiteX3258" fmla="*/ 5278118 w 8115305"/>
              <a:gd name="connsiteY3258" fmla="*/ 249824 h 3192694"/>
              <a:gd name="connsiteX3259" fmla="*/ 5222707 w 8115305"/>
              <a:gd name="connsiteY3259" fmla="*/ 240227 h 3192694"/>
              <a:gd name="connsiteX3260" fmla="*/ 5252947 w 8115305"/>
              <a:gd name="connsiteY3260" fmla="*/ 231535 h 3192694"/>
              <a:gd name="connsiteX3261" fmla="*/ 5118950 w 8115305"/>
              <a:gd name="connsiteY3261" fmla="*/ 228819 h 3192694"/>
              <a:gd name="connsiteX3262" fmla="*/ 5178706 w 8115305"/>
              <a:gd name="connsiteY3262" fmla="*/ 238235 h 3192694"/>
              <a:gd name="connsiteX3263" fmla="*/ 5148105 w 8115305"/>
              <a:gd name="connsiteY3263" fmla="*/ 248558 h 3192694"/>
              <a:gd name="connsiteX3264" fmla="*/ 5086538 w 8115305"/>
              <a:gd name="connsiteY3264" fmla="*/ 238598 h 3192694"/>
              <a:gd name="connsiteX3265" fmla="*/ 5118950 w 8115305"/>
              <a:gd name="connsiteY3265" fmla="*/ 228819 h 3192694"/>
              <a:gd name="connsiteX3266" fmla="*/ 3811570 w 8115305"/>
              <a:gd name="connsiteY3266" fmla="*/ 228818 h 3192694"/>
              <a:gd name="connsiteX3267" fmla="*/ 3867885 w 8115305"/>
              <a:gd name="connsiteY3267" fmla="*/ 241675 h 3192694"/>
              <a:gd name="connsiteX3268" fmla="*/ 3804327 w 8115305"/>
              <a:gd name="connsiteY3268" fmla="*/ 254532 h 3192694"/>
              <a:gd name="connsiteX3269" fmla="*/ 3748011 w 8115305"/>
              <a:gd name="connsiteY3269" fmla="*/ 241312 h 3192694"/>
              <a:gd name="connsiteX3270" fmla="*/ 3811570 w 8115305"/>
              <a:gd name="connsiteY3270" fmla="*/ 228818 h 3192694"/>
              <a:gd name="connsiteX3271" fmla="*/ 3684818 w 8115305"/>
              <a:gd name="connsiteY3271" fmla="*/ 227552 h 3192694"/>
              <a:gd name="connsiteX3272" fmla="*/ 3735700 w 8115305"/>
              <a:gd name="connsiteY3272" fmla="*/ 239683 h 3192694"/>
              <a:gd name="connsiteX3273" fmla="*/ 3670332 w 8115305"/>
              <a:gd name="connsiteY3273" fmla="*/ 251997 h 3192694"/>
              <a:gd name="connsiteX3274" fmla="*/ 3621078 w 8115305"/>
              <a:gd name="connsiteY3274" fmla="*/ 239141 h 3192694"/>
              <a:gd name="connsiteX3275" fmla="*/ 3684818 w 8115305"/>
              <a:gd name="connsiteY3275" fmla="*/ 227552 h 3192694"/>
              <a:gd name="connsiteX3276" fmla="*/ 6155802 w 8115305"/>
              <a:gd name="connsiteY3276" fmla="*/ 226645 h 3192694"/>
              <a:gd name="connsiteX3277" fmla="*/ 6178436 w 8115305"/>
              <a:gd name="connsiteY3277" fmla="*/ 229723 h 3192694"/>
              <a:gd name="connsiteX3278" fmla="*/ 6171193 w 8115305"/>
              <a:gd name="connsiteY3278" fmla="*/ 232803 h 3192694"/>
              <a:gd name="connsiteX3279" fmla="*/ 6148558 w 8115305"/>
              <a:gd name="connsiteY3279" fmla="*/ 229723 h 3192694"/>
              <a:gd name="connsiteX3280" fmla="*/ 6155802 w 8115305"/>
              <a:gd name="connsiteY3280" fmla="*/ 226645 h 3192694"/>
              <a:gd name="connsiteX3281" fmla="*/ 4980970 w 8115305"/>
              <a:gd name="connsiteY3281" fmla="*/ 225741 h 3192694"/>
              <a:gd name="connsiteX3282" fmla="*/ 5042175 w 8115305"/>
              <a:gd name="connsiteY3282" fmla="*/ 235700 h 3192694"/>
              <a:gd name="connsiteX3283" fmla="*/ 5007226 w 8115305"/>
              <a:gd name="connsiteY3283" fmla="*/ 246202 h 3192694"/>
              <a:gd name="connsiteX3284" fmla="*/ 4946747 w 8115305"/>
              <a:gd name="connsiteY3284" fmla="*/ 235700 h 3192694"/>
              <a:gd name="connsiteX3285" fmla="*/ 4980970 w 8115305"/>
              <a:gd name="connsiteY3285" fmla="*/ 225741 h 3192694"/>
              <a:gd name="connsiteX3286" fmla="*/ 3557881 w 8115305"/>
              <a:gd name="connsiteY3286" fmla="*/ 224835 h 3192694"/>
              <a:gd name="connsiteX3287" fmla="*/ 3605324 w 8115305"/>
              <a:gd name="connsiteY3287" fmla="*/ 236787 h 3192694"/>
              <a:gd name="connsiteX3288" fmla="*/ 3541585 w 8115305"/>
              <a:gd name="connsiteY3288" fmla="*/ 248557 h 3192694"/>
              <a:gd name="connsiteX3289" fmla="*/ 3494505 w 8115305"/>
              <a:gd name="connsiteY3289" fmla="*/ 236424 h 3192694"/>
              <a:gd name="connsiteX3290" fmla="*/ 3557881 w 8115305"/>
              <a:gd name="connsiteY3290" fmla="*/ 224835 h 3192694"/>
              <a:gd name="connsiteX3291" fmla="*/ 3432214 w 8115305"/>
              <a:gd name="connsiteY3291" fmla="*/ 224293 h 3192694"/>
              <a:gd name="connsiteX3292" fmla="*/ 3475129 w 8115305"/>
              <a:gd name="connsiteY3292" fmla="*/ 235701 h 3192694"/>
              <a:gd name="connsiteX3293" fmla="*/ 3410845 w 8115305"/>
              <a:gd name="connsiteY3293" fmla="*/ 247110 h 3192694"/>
              <a:gd name="connsiteX3294" fmla="*/ 3368111 w 8115305"/>
              <a:gd name="connsiteY3294" fmla="*/ 235340 h 3192694"/>
              <a:gd name="connsiteX3295" fmla="*/ 3432214 w 8115305"/>
              <a:gd name="connsiteY3295" fmla="*/ 224293 h 3192694"/>
              <a:gd name="connsiteX3296" fmla="*/ 6020355 w 8115305"/>
              <a:gd name="connsiteY3296" fmla="*/ 223748 h 3192694"/>
              <a:gd name="connsiteX3297" fmla="*/ 6049147 w 8115305"/>
              <a:gd name="connsiteY3297" fmla="*/ 227552 h 3192694"/>
              <a:gd name="connsiteX3298" fmla="*/ 6041179 w 8115305"/>
              <a:gd name="connsiteY3298" fmla="*/ 231898 h 3192694"/>
              <a:gd name="connsiteX3299" fmla="*/ 6010578 w 8115305"/>
              <a:gd name="connsiteY3299" fmla="*/ 227732 h 3192694"/>
              <a:gd name="connsiteX3300" fmla="*/ 6020355 w 8115305"/>
              <a:gd name="connsiteY3300" fmla="*/ 223748 h 3192694"/>
              <a:gd name="connsiteX3301" fmla="*/ 4850956 w 8115305"/>
              <a:gd name="connsiteY3301" fmla="*/ 223024 h 3192694"/>
              <a:gd name="connsiteX3302" fmla="*/ 4913608 w 8115305"/>
              <a:gd name="connsiteY3302" fmla="*/ 233525 h 3192694"/>
              <a:gd name="connsiteX3303" fmla="*/ 4874134 w 8115305"/>
              <a:gd name="connsiteY3303" fmla="*/ 244572 h 3192694"/>
              <a:gd name="connsiteX3304" fmla="*/ 4812567 w 8115305"/>
              <a:gd name="connsiteY3304" fmla="*/ 233889 h 3192694"/>
              <a:gd name="connsiteX3305" fmla="*/ 4850956 w 8115305"/>
              <a:gd name="connsiteY3305" fmla="*/ 223024 h 3192694"/>
              <a:gd name="connsiteX3306" fmla="*/ 3305640 w 8115305"/>
              <a:gd name="connsiteY3306" fmla="*/ 221034 h 3192694"/>
              <a:gd name="connsiteX3307" fmla="*/ 3346019 w 8115305"/>
              <a:gd name="connsiteY3307" fmla="*/ 231899 h 3192694"/>
              <a:gd name="connsiteX3308" fmla="*/ 3283910 w 8115305"/>
              <a:gd name="connsiteY3308" fmla="*/ 242583 h 3192694"/>
              <a:gd name="connsiteX3309" fmla="*/ 3244797 w 8115305"/>
              <a:gd name="connsiteY3309" fmla="*/ 231718 h 3192694"/>
              <a:gd name="connsiteX3310" fmla="*/ 3305640 w 8115305"/>
              <a:gd name="connsiteY3310" fmla="*/ 221034 h 3192694"/>
              <a:gd name="connsiteX3311" fmla="*/ 4722030 w 8115305"/>
              <a:gd name="connsiteY3311" fmla="*/ 219946 h 3192694"/>
              <a:gd name="connsiteX3312" fmla="*/ 4783052 w 8115305"/>
              <a:gd name="connsiteY3312" fmla="*/ 230811 h 3192694"/>
              <a:gd name="connsiteX3313" fmla="*/ 4740499 w 8115305"/>
              <a:gd name="connsiteY3313" fmla="*/ 241856 h 3192694"/>
              <a:gd name="connsiteX3314" fmla="*/ 4679113 w 8115305"/>
              <a:gd name="connsiteY3314" fmla="*/ 230631 h 3192694"/>
              <a:gd name="connsiteX3315" fmla="*/ 4722030 w 8115305"/>
              <a:gd name="connsiteY3315" fmla="*/ 219946 h 3192694"/>
              <a:gd name="connsiteX3316" fmla="*/ 5884003 w 8115305"/>
              <a:gd name="connsiteY3316" fmla="*/ 219946 h 3192694"/>
              <a:gd name="connsiteX3317" fmla="*/ 5918409 w 8115305"/>
              <a:gd name="connsiteY3317" fmla="*/ 224653 h 3192694"/>
              <a:gd name="connsiteX3318" fmla="*/ 5907363 w 8115305"/>
              <a:gd name="connsiteY3318" fmla="*/ 229904 h 3192694"/>
              <a:gd name="connsiteX3319" fmla="*/ 5871147 w 8115305"/>
              <a:gd name="connsiteY3319" fmla="*/ 224834 h 3192694"/>
              <a:gd name="connsiteX3320" fmla="*/ 5884003 w 8115305"/>
              <a:gd name="connsiteY3320" fmla="*/ 219946 h 3192694"/>
              <a:gd name="connsiteX3321" fmla="*/ 3175627 w 8115305"/>
              <a:gd name="connsiteY3321" fmla="*/ 219765 h 3192694"/>
              <a:gd name="connsiteX3322" fmla="*/ 3211842 w 8115305"/>
              <a:gd name="connsiteY3322" fmla="*/ 229544 h 3192694"/>
              <a:gd name="connsiteX3323" fmla="*/ 3152629 w 8115305"/>
              <a:gd name="connsiteY3323" fmla="*/ 239865 h 3192694"/>
              <a:gd name="connsiteX3324" fmla="*/ 3116414 w 8115305"/>
              <a:gd name="connsiteY3324" fmla="*/ 229725 h 3192694"/>
              <a:gd name="connsiteX3325" fmla="*/ 3175627 w 8115305"/>
              <a:gd name="connsiteY3325" fmla="*/ 219765 h 3192694"/>
              <a:gd name="connsiteX3326" fmla="*/ 4591291 w 8115305"/>
              <a:gd name="connsiteY3326" fmla="*/ 217592 h 3192694"/>
              <a:gd name="connsiteX3327" fmla="*/ 4654667 w 8115305"/>
              <a:gd name="connsiteY3327" fmla="*/ 228637 h 3192694"/>
              <a:gd name="connsiteX3328" fmla="*/ 4608674 w 8115305"/>
              <a:gd name="connsiteY3328" fmla="*/ 240589 h 3192694"/>
              <a:gd name="connsiteX3329" fmla="*/ 4545840 w 8115305"/>
              <a:gd name="connsiteY3329" fmla="*/ 229001 h 3192694"/>
              <a:gd name="connsiteX3330" fmla="*/ 4591291 w 8115305"/>
              <a:gd name="connsiteY3330" fmla="*/ 217592 h 3192694"/>
              <a:gd name="connsiteX3331" fmla="*/ 5752180 w 8115305"/>
              <a:gd name="connsiteY3331" fmla="*/ 217591 h 3192694"/>
              <a:gd name="connsiteX3332" fmla="*/ 5791112 w 8115305"/>
              <a:gd name="connsiteY3332" fmla="*/ 223568 h 3192694"/>
              <a:gd name="connsiteX3333" fmla="*/ 5773005 w 8115305"/>
              <a:gd name="connsiteY3333" fmla="*/ 229180 h 3192694"/>
              <a:gd name="connsiteX3334" fmla="*/ 5734796 w 8115305"/>
              <a:gd name="connsiteY3334" fmla="*/ 222844 h 3192694"/>
              <a:gd name="connsiteX3335" fmla="*/ 5752180 w 8115305"/>
              <a:gd name="connsiteY3335" fmla="*/ 217591 h 3192694"/>
              <a:gd name="connsiteX3336" fmla="*/ 3050863 w 8115305"/>
              <a:gd name="connsiteY3336" fmla="*/ 217591 h 3192694"/>
              <a:gd name="connsiteX3337" fmla="*/ 3083820 w 8115305"/>
              <a:gd name="connsiteY3337" fmla="*/ 227007 h 3192694"/>
              <a:gd name="connsiteX3338" fmla="*/ 3026056 w 8115305"/>
              <a:gd name="connsiteY3338" fmla="*/ 235699 h 3192694"/>
              <a:gd name="connsiteX3339" fmla="*/ 2993462 w 8115305"/>
              <a:gd name="connsiteY3339" fmla="*/ 226102 h 3192694"/>
              <a:gd name="connsiteX3340" fmla="*/ 3050863 w 8115305"/>
              <a:gd name="connsiteY3340" fmla="*/ 217591 h 3192694"/>
              <a:gd name="connsiteX3341" fmla="*/ 2927368 w 8115305"/>
              <a:gd name="connsiteY3341" fmla="*/ 216324 h 3192694"/>
              <a:gd name="connsiteX3342" fmla="*/ 2954168 w 8115305"/>
              <a:gd name="connsiteY3342" fmla="*/ 225197 h 3192694"/>
              <a:gd name="connsiteX3343" fmla="*/ 2899845 w 8115305"/>
              <a:gd name="connsiteY3343" fmla="*/ 233708 h 3192694"/>
              <a:gd name="connsiteX3344" fmla="*/ 2873045 w 8115305"/>
              <a:gd name="connsiteY3344" fmla="*/ 224653 h 3192694"/>
              <a:gd name="connsiteX3345" fmla="*/ 2927368 w 8115305"/>
              <a:gd name="connsiteY3345" fmla="*/ 216324 h 3192694"/>
              <a:gd name="connsiteX3346" fmla="*/ 4465441 w 8115305"/>
              <a:gd name="connsiteY3346" fmla="*/ 214515 h 3192694"/>
              <a:gd name="connsiteX3347" fmla="*/ 4525922 w 8115305"/>
              <a:gd name="connsiteY3347" fmla="*/ 225921 h 3192694"/>
              <a:gd name="connsiteX3348" fmla="*/ 4475221 w 8115305"/>
              <a:gd name="connsiteY3348" fmla="*/ 237510 h 3192694"/>
              <a:gd name="connsiteX3349" fmla="*/ 4415645 w 8115305"/>
              <a:gd name="connsiteY3349" fmla="*/ 225560 h 3192694"/>
              <a:gd name="connsiteX3350" fmla="*/ 4465441 w 8115305"/>
              <a:gd name="connsiteY3350" fmla="*/ 214515 h 3192694"/>
              <a:gd name="connsiteX3351" fmla="*/ 2803348 w 8115305"/>
              <a:gd name="connsiteY3351" fmla="*/ 213971 h 3192694"/>
              <a:gd name="connsiteX3352" fmla="*/ 2828699 w 8115305"/>
              <a:gd name="connsiteY3352" fmla="*/ 222119 h 3192694"/>
              <a:gd name="connsiteX3353" fmla="*/ 2776188 w 8115305"/>
              <a:gd name="connsiteY3353" fmla="*/ 230267 h 3192694"/>
              <a:gd name="connsiteX3354" fmla="*/ 2751199 w 8115305"/>
              <a:gd name="connsiteY3354" fmla="*/ 221938 h 3192694"/>
              <a:gd name="connsiteX3355" fmla="*/ 2803348 w 8115305"/>
              <a:gd name="connsiteY3355" fmla="*/ 213971 h 3192694"/>
              <a:gd name="connsiteX3356" fmla="*/ 5616371 w 8115305"/>
              <a:gd name="connsiteY3356" fmla="*/ 213608 h 3192694"/>
              <a:gd name="connsiteX3357" fmla="*/ 5661096 w 8115305"/>
              <a:gd name="connsiteY3357" fmla="*/ 220127 h 3192694"/>
              <a:gd name="connsiteX3358" fmla="*/ 5642988 w 8115305"/>
              <a:gd name="connsiteY3358" fmla="*/ 226828 h 3192694"/>
              <a:gd name="connsiteX3359" fmla="*/ 5598263 w 8115305"/>
              <a:gd name="connsiteY3359" fmla="*/ 219946 h 3192694"/>
              <a:gd name="connsiteX3360" fmla="*/ 5616371 w 8115305"/>
              <a:gd name="connsiteY3360" fmla="*/ 213608 h 3192694"/>
              <a:gd name="connsiteX3361" fmla="*/ 2680942 w 8115305"/>
              <a:gd name="connsiteY3361" fmla="*/ 212703 h 3192694"/>
              <a:gd name="connsiteX3362" fmla="*/ 2701404 w 8115305"/>
              <a:gd name="connsiteY3362" fmla="*/ 220309 h 3192694"/>
              <a:gd name="connsiteX3363" fmla="*/ 2651427 w 8115305"/>
              <a:gd name="connsiteY3363" fmla="*/ 227733 h 3192694"/>
              <a:gd name="connsiteX3364" fmla="*/ 2630600 w 8115305"/>
              <a:gd name="connsiteY3364" fmla="*/ 219765 h 3192694"/>
              <a:gd name="connsiteX3365" fmla="*/ 2680942 w 8115305"/>
              <a:gd name="connsiteY3365" fmla="*/ 212703 h 3192694"/>
              <a:gd name="connsiteX3366" fmla="*/ 4333617 w 8115305"/>
              <a:gd name="connsiteY3366" fmla="*/ 212522 h 3192694"/>
              <a:gd name="connsiteX3367" fmla="*/ 4393371 w 8115305"/>
              <a:gd name="connsiteY3367" fmla="*/ 224111 h 3192694"/>
              <a:gd name="connsiteX3368" fmla="*/ 4341584 w 8115305"/>
              <a:gd name="connsiteY3368" fmla="*/ 235880 h 3192694"/>
              <a:gd name="connsiteX3369" fmla="*/ 4281828 w 8115305"/>
              <a:gd name="connsiteY3369" fmla="*/ 223928 h 3192694"/>
              <a:gd name="connsiteX3370" fmla="*/ 4333617 w 8115305"/>
              <a:gd name="connsiteY3370" fmla="*/ 212522 h 3192694"/>
              <a:gd name="connsiteX3371" fmla="*/ 5485088 w 8115305"/>
              <a:gd name="connsiteY3371" fmla="*/ 211072 h 3192694"/>
              <a:gd name="connsiteX3372" fmla="*/ 5532893 w 8115305"/>
              <a:gd name="connsiteY3372" fmla="*/ 217591 h 3192694"/>
              <a:gd name="connsiteX3373" fmla="*/ 5512612 w 8115305"/>
              <a:gd name="connsiteY3373" fmla="*/ 225017 h 3192694"/>
              <a:gd name="connsiteX3374" fmla="*/ 5464083 w 8115305"/>
              <a:gd name="connsiteY3374" fmla="*/ 217773 h 3192694"/>
              <a:gd name="connsiteX3375" fmla="*/ 5485088 w 8115305"/>
              <a:gd name="connsiteY3375" fmla="*/ 211072 h 3192694"/>
              <a:gd name="connsiteX3376" fmla="*/ 2555997 w 8115305"/>
              <a:gd name="connsiteY3376" fmla="*/ 210893 h 3192694"/>
              <a:gd name="connsiteX3377" fmla="*/ 2576278 w 8115305"/>
              <a:gd name="connsiteY3377" fmla="*/ 217049 h 3192694"/>
              <a:gd name="connsiteX3378" fmla="*/ 2531010 w 8115305"/>
              <a:gd name="connsiteY3378" fmla="*/ 223930 h 3192694"/>
              <a:gd name="connsiteX3379" fmla="*/ 2512900 w 8115305"/>
              <a:gd name="connsiteY3379" fmla="*/ 217412 h 3192694"/>
              <a:gd name="connsiteX3380" fmla="*/ 2555997 w 8115305"/>
              <a:gd name="connsiteY3380" fmla="*/ 210893 h 3192694"/>
              <a:gd name="connsiteX3381" fmla="*/ 2427796 w 8115305"/>
              <a:gd name="connsiteY3381" fmla="*/ 209806 h 3192694"/>
              <a:gd name="connsiteX3382" fmla="*/ 2444275 w 8115305"/>
              <a:gd name="connsiteY3382" fmla="*/ 215600 h 3192694"/>
              <a:gd name="connsiteX3383" fmla="*/ 2405704 w 8115305"/>
              <a:gd name="connsiteY3383" fmla="*/ 221213 h 3192694"/>
              <a:gd name="connsiteX3384" fmla="*/ 2389409 w 8115305"/>
              <a:gd name="connsiteY3384" fmla="*/ 215418 h 3192694"/>
              <a:gd name="connsiteX3385" fmla="*/ 2427796 w 8115305"/>
              <a:gd name="connsiteY3385" fmla="*/ 209806 h 3192694"/>
              <a:gd name="connsiteX3386" fmla="*/ 4207587 w 8115305"/>
              <a:gd name="connsiteY3386" fmla="*/ 209625 h 3192694"/>
              <a:gd name="connsiteX3387" fmla="*/ 4265349 w 8115305"/>
              <a:gd name="connsiteY3387" fmla="*/ 221034 h 3192694"/>
              <a:gd name="connsiteX3388" fmla="*/ 4212475 w 8115305"/>
              <a:gd name="connsiteY3388" fmla="*/ 232984 h 3192694"/>
              <a:gd name="connsiteX3389" fmla="*/ 4153264 w 8115305"/>
              <a:gd name="connsiteY3389" fmla="*/ 220853 h 3192694"/>
              <a:gd name="connsiteX3390" fmla="*/ 4207587 w 8115305"/>
              <a:gd name="connsiteY3390" fmla="*/ 209625 h 3192694"/>
              <a:gd name="connsiteX3391" fmla="*/ 2306475 w 8115305"/>
              <a:gd name="connsiteY3391" fmla="*/ 208718 h 3192694"/>
              <a:gd name="connsiteX3392" fmla="*/ 2317517 w 8115305"/>
              <a:gd name="connsiteY3392" fmla="*/ 213971 h 3192694"/>
              <a:gd name="connsiteX3393" fmla="*/ 2281304 w 8115305"/>
              <a:gd name="connsiteY3393" fmla="*/ 218497 h 3192694"/>
              <a:gd name="connsiteX3394" fmla="*/ 2270982 w 8115305"/>
              <a:gd name="connsiteY3394" fmla="*/ 213607 h 3192694"/>
              <a:gd name="connsiteX3395" fmla="*/ 2306475 w 8115305"/>
              <a:gd name="connsiteY3395" fmla="*/ 208718 h 3192694"/>
              <a:gd name="connsiteX3396" fmla="*/ 5349283 w 8115305"/>
              <a:gd name="connsiteY3396" fmla="*/ 207997 h 3192694"/>
              <a:gd name="connsiteX3397" fmla="*/ 5399441 w 8115305"/>
              <a:gd name="connsiteY3397" fmla="*/ 215240 h 3192694"/>
              <a:gd name="connsiteX3398" fmla="*/ 5376988 w 8115305"/>
              <a:gd name="connsiteY3398" fmla="*/ 223207 h 3192694"/>
              <a:gd name="connsiteX3399" fmla="*/ 5326466 w 8115305"/>
              <a:gd name="connsiteY3399" fmla="*/ 215601 h 3192694"/>
              <a:gd name="connsiteX3400" fmla="*/ 5349283 w 8115305"/>
              <a:gd name="connsiteY3400" fmla="*/ 207997 h 3192694"/>
              <a:gd name="connsiteX3401" fmla="*/ 4081557 w 8115305"/>
              <a:gd name="connsiteY3401" fmla="*/ 207633 h 3192694"/>
              <a:gd name="connsiteX3402" fmla="*/ 4138778 w 8115305"/>
              <a:gd name="connsiteY3402" fmla="*/ 219583 h 3192694"/>
              <a:gd name="connsiteX3403" fmla="*/ 4082282 w 8115305"/>
              <a:gd name="connsiteY3403" fmla="*/ 231173 h 3192694"/>
              <a:gd name="connsiteX3404" fmla="*/ 4025061 w 8115305"/>
              <a:gd name="connsiteY3404" fmla="*/ 218859 h 3192694"/>
              <a:gd name="connsiteX3405" fmla="*/ 4081557 w 8115305"/>
              <a:gd name="connsiteY3405" fmla="*/ 207633 h 3192694"/>
              <a:gd name="connsiteX3406" fmla="*/ 2184784 w 8115305"/>
              <a:gd name="connsiteY3406" fmla="*/ 206908 h 3192694"/>
              <a:gd name="connsiteX3407" fmla="*/ 2194383 w 8115305"/>
              <a:gd name="connsiteY3407" fmla="*/ 210893 h 3192694"/>
              <a:gd name="connsiteX3408" fmla="*/ 2164868 w 8115305"/>
              <a:gd name="connsiteY3408" fmla="*/ 214695 h 3192694"/>
              <a:gd name="connsiteX3409" fmla="*/ 2155994 w 8115305"/>
              <a:gd name="connsiteY3409" fmla="*/ 210893 h 3192694"/>
              <a:gd name="connsiteX3410" fmla="*/ 2184784 w 8115305"/>
              <a:gd name="connsiteY3410" fmla="*/ 206908 h 3192694"/>
              <a:gd name="connsiteX3411" fmla="*/ 2063631 w 8115305"/>
              <a:gd name="connsiteY3411" fmla="*/ 206004 h 3192694"/>
              <a:gd name="connsiteX3412" fmla="*/ 2068881 w 8115305"/>
              <a:gd name="connsiteY3412" fmla="*/ 209082 h 3192694"/>
              <a:gd name="connsiteX3413" fmla="*/ 2045523 w 8115305"/>
              <a:gd name="connsiteY3413" fmla="*/ 211980 h 3192694"/>
              <a:gd name="connsiteX3414" fmla="*/ 2040270 w 8115305"/>
              <a:gd name="connsiteY3414" fmla="*/ 208902 h 3192694"/>
              <a:gd name="connsiteX3415" fmla="*/ 2063631 w 8115305"/>
              <a:gd name="connsiteY3415" fmla="*/ 206004 h 3192694"/>
              <a:gd name="connsiteX3416" fmla="*/ 5219810 w 8115305"/>
              <a:gd name="connsiteY3416" fmla="*/ 205460 h 3192694"/>
              <a:gd name="connsiteX3417" fmla="*/ 5272866 w 8115305"/>
              <a:gd name="connsiteY3417" fmla="*/ 213427 h 3192694"/>
              <a:gd name="connsiteX3418" fmla="*/ 5247334 w 8115305"/>
              <a:gd name="connsiteY3418" fmla="*/ 221938 h 3192694"/>
              <a:gd name="connsiteX3419" fmla="*/ 5193011 w 8115305"/>
              <a:gd name="connsiteY3419" fmla="*/ 213788 h 3192694"/>
              <a:gd name="connsiteX3420" fmla="*/ 5219810 w 8115305"/>
              <a:gd name="connsiteY3420" fmla="*/ 205460 h 3192694"/>
              <a:gd name="connsiteX3421" fmla="*/ 3957520 w 8115305"/>
              <a:gd name="connsiteY3421" fmla="*/ 205098 h 3192694"/>
              <a:gd name="connsiteX3422" fmla="*/ 4011843 w 8115305"/>
              <a:gd name="connsiteY3422" fmla="*/ 216507 h 3192694"/>
              <a:gd name="connsiteX3423" fmla="*/ 3954985 w 8115305"/>
              <a:gd name="connsiteY3423" fmla="*/ 228095 h 3192694"/>
              <a:gd name="connsiteX3424" fmla="*/ 3900662 w 8115305"/>
              <a:gd name="connsiteY3424" fmla="*/ 216326 h 3192694"/>
              <a:gd name="connsiteX3425" fmla="*/ 3957520 w 8115305"/>
              <a:gd name="connsiteY3425" fmla="*/ 205098 h 3192694"/>
              <a:gd name="connsiteX3426" fmla="*/ 3834024 w 8115305"/>
              <a:gd name="connsiteY3426" fmla="*/ 203469 h 3192694"/>
              <a:gd name="connsiteX3427" fmla="*/ 3883821 w 8115305"/>
              <a:gd name="connsiteY3427" fmla="*/ 214695 h 3192694"/>
              <a:gd name="connsiteX3428" fmla="*/ 3824247 w 8115305"/>
              <a:gd name="connsiteY3428" fmla="*/ 225923 h 3192694"/>
              <a:gd name="connsiteX3429" fmla="*/ 3774813 w 8115305"/>
              <a:gd name="connsiteY3429" fmla="*/ 214334 h 3192694"/>
              <a:gd name="connsiteX3430" fmla="*/ 3834024 w 8115305"/>
              <a:gd name="connsiteY3430" fmla="*/ 203469 h 3192694"/>
              <a:gd name="connsiteX3431" fmla="*/ 5092151 w 8115305"/>
              <a:gd name="connsiteY3431" fmla="*/ 203287 h 3192694"/>
              <a:gd name="connsiteX3432" fmla="*/ 5146837 w 8115305"/>
              <a:gd name="connsiteY3432" fmla="*/ 211615 h 3192694"/>
              <a:gd name="connsiteX3433" fmla="*/ 5117321 w 8115305"/>
              <a:gd name="connsiteY3433" fmla="*/ 220489 h 3192694"/>
              <a:gd name="connsiteX3434" fmla="*/ 5062998 w 8115305"/>
              <a:gd name="connsiteY3434" fmla="*/ 211615 h 3192694"/>
              <a:gd name="connsiteX3435" fmla="*/ 5092151 w 8115305"/>
              <a:gd name="connsiteY3435" fmla="*/ 203287 h 3192694"/>
              <a:gd name="connsiteX3436" fmla="*/ 3708176 w 8115305"/>
              <a:gd name="connsiteY3436" fmla="*/ 201657 h 3192694"/>
              <a:gd name="connsiteX3437" fmla="*/ 3758334 w 8115305"/>
              <a:gd name="connsiteY3437" fmla="*/ 212885 h 3192694"/>
              <a:gd name="connsiteX3438" fmla="*/ 3698397 w 8115305"/>
              <a:gd name="connsiteY3438" fmla="*/ 223931 h 3192694"/>
              <a:gd name="connsiteX3439" fmla="*/ 3649688 w 8115305"/>
              <a:gd name="connsiteY3439" fmla="*/ 212342 h 3192694"/>
              <a:gd name="connsiteX3440" fmla="*/ 3708176 w 8115305"/>
              <a:gd name="connsiteY3440" fmla="*/ 201657 h 3192694"/>
              <a:gd name="connsiteX3441" fmla="*/ 6100393 w 8115305"/>
              <a:gd name="connsiteY3441" fmla="*/ 200933 h 3192694"/>
              <a:gd name="connsiteX3442" fmla="*/ 6119406 w 8115305"/>
              <a:gd name="connsiteY3442" fmla="*/ 203470 h 3192694"/>
              <a:gd name="connsiteX3443" fmla="*/ 6114879 w 8115305"/>
              <a:gd name="connsiteY3443" fmla="*/ 206184 h 3192694"/>
              <a:gd name="connsiteX3444" fmla="*/ 6094235 w 8115305"/>
              <a:gd name="connsiteY3444" fmla="*/ 203470 h 3192694"/>
              <a:gd name="connsiteX3445" fmla="*/ 6100393 w 8115305"/>
              <a:gd name="connsiteY3445" fmla="*/ 200933 h 3192694"/>
              <a:gd name="connsiteX3446" fmla="*/ 4967388 w 8115305"/>
              <a:gd name="connsiteY3446" fmla="*/ 199846 h 3192694"/>
              <a:gd name="connsiteX3447" fmla="*/ 5020987 w 8115305"/>
              <a:gd name="connsiteY3447" fmla="*/ 209081 h 3192694"/>
              <a:gd name="connsiteX3448" fmla="*/ 4987850 w 8115305"/>
              <a:gd name="connsiteY3448" fmla="*/ 218317 h 3192694"/>
              <a:gd name="connsiteX3449" fmla="*/ 4931173 w 8115305"/>
              <a:gd name="connsiteY3449" fmla="*/ 208901 h 3192694"/>
              <a:gd name="connsiteX3450" fmla="*/ 4967388 w 8115305"/>
              <a:gd name="connsiteY3450" fmla="*/ 199846 h 3192694"/>
              <a:gd name="connsiteX3451" fmla="*/ 3581420 w 8115305"/>
              <a:gd name="connsiteY3451" fmla="*/ 199485 h 3192694"/>
              <a:gd name="connsiteX3452" fmla="*/ 3627051 w 8115305"/>
              <a:gd name="connsiteY3452" fmla="*/ 209806 h 3192694"/>
              <a:gd name="connsiteX3453" fmla="*/ 3569831 w 8115305"/>
              <a:gd name="connsiteY3453" fmla="*/ 220671 h 3192694"/>
              <a:gd name="connsiteX3454" fmla="*/ 3523295 w 8115305"/>
              <a:gd name="connsiteY3454" fmla="*/ 210169 h 3192694"/>
              <a:gd name="connsiteX3455" fmla="*/ 3581420 w 8115305"/>
              <a:gd name="connsiteY3455" fmla="*/ 199485 h 3192694"/>
              <a:gd name="connsiteX3456" fmla="*/ 5970741 w 8115305"/>
              <a:gd name="connsiteY3456" fmla="*/ 198217 h 3192694"/>
              <a:gd name="connsiteX3457" fmla="*/ 5995729 w 8115305"/>
              <a:gd name="connsiteY3457" fmla="*/ 201839 h 3192694"/>
              <a:gd name="connsiteX3458" fmla="*/ 5986856 w 8115305"/>
              <a:gd name="connsiteY3458" fmla="*/ 205278 h 3192694"/>
              <a:gd name="connsiteX3459" fmla="*/ 5959693 w 8115305"/>
              <a:gd name="connsiteY3459" fmla="*/ 201475 h 3192694"/>
              <a:gd name="connsiteX3460" fmla="*/ 5970741 w 8115305"/>
              <a:gd name="connsiteY3460" fmla="*/ 198217 h 3192694"/>
              <a:gd name="connsiteX3461" fmla="*/ 3460823 w 8115305"/>
              <a:gd name="connsiteY3461" fmla="*/ 198036 h 3192694"/>
              <a:gd name="connsiteX3462" fmla="*/ 3500297 w 8115305"/>
              <a:gd name="connsiteY3462" fmla="*/ 208538 h 3192694"/>
              <a:gd name="connsiteX3463" fmla="*/ 3441266 w 8115305"/>
              <a:gd name="connsiteY3463" fmla="*/ 218317 h 3192694"/>
              <a:gd name="connsiteX3464" fmla="*/ 3402154 w 8115305"/>
              <a:gd name="connsiteY3464" fmla="*/ 207633 h 3192694"/>
              <a:gd name="connsiteX3465" fmla="*/ 3460823 w 8115305"/>
              <a:gd name="connsiteY3465" fmla="*/ 198036 h 3192694"/>
              <a:gd name="connsiteX3466" fmla="*/ 4836830 w 8115305"/>
              <a:gd name="connsiteY3466" fmla="*/ 197854 h 3192694"/>
              <a:gd name="connsiteX3467" fmla="*/ 4894775 w 8115305"/>
              <a:gd name="connsiteY3467" fmla="*/ 206909 h 3192694"/>
              <a:gd name="connsiteX3468" fmla="*/ 4858559 w 8115305"/>
              <a:gd name="connsiteY3468" fmla="*/ 216686 h 3192694"/>
              <a:gd name="connsiteX3469" fmla="*/ 4802063 w 8115305"/>
              <a:gd name="connsiteY3469" fmla="*/ 207089 h 3192694"/>
              <a:gd name="connsiteX3470" fmla="*/ 4836830 w 8115305"/>
              <a:gd name="connsiteY3470" fmla="*/ 197854 h 3192694"/>
              <a:gd name="connsiteX3471" fmla="*/ 3337689 w 8115305"/>
              <a:gd name="connsiteY3471" fmla="*/ 195683 h 3192694"/>
              <a:gd name="connsiteX3472" fmla="*/ 3376441 w 8115305"/>
              <a:gd name="connsiteY3472" fmla="*/ 205099 h 3192694"/>
              <a:gd name="connsiteX3473" fmla="*/ 3319220 w 8115305"/>
              <a:gd name="connsiteY3473" fmla="*/ 215239 h 3192694"/>
              <a:gd name="connsiteX3474" fmla="*/ 3280832 w 8115305"/>
              <a:gd name="connsiteY3474" fmla="*/ 205462 h 3192694"/>
              <a:gd name="connsiteX3475" fmla="*/ 3337689 w 8115305"/>
              <a:gd name="connsiteY3475" fmla="*/ 195683 h 3192694"/>
              <a:gd name="connsiteX3476" fmla="*/ 5836923 w 8115305"/>
              <a:gd name="connsiteY3476" fmla="*/ 194958 h 3192694"/>
              <a:gd name="connsiteX3477" fmla="*/ 5868431 w 8115305"/>
              <a:gd name="connsiteY3477" fmla="*/ 199485 h 3192694"/>
              <a:gd name="connsiteX3478" fmla="*/ 5857384 w 8115305"/>
              <a:gd name="connsiteY3478" fmla="*/ 204194 h 3192694"/>
              <a:gd name="connsiteX3479" fmla="*/ 5826058 w 8115305"/>
              <a:gd name="connsiteY3479" fmla="*/ 199485 h 3192694"/>
              <a:gd name="connsiteX3480" fmla="*/ 5836923 w 8115305"/>
              <a:gd name="connsiteY3480" fmla="*/ 194958 h 3192694"/>
              <a:gd name="connsiteX3481" fmla="*/ 4709171 w 8115305"/>
              <a:gd name="connsiteY3481" fmla="*/ 194596 h 3192694"/>
              <a:gd name="connsiteX3482" fmla="*/ 4766031 w 8115305"/>
              <a:gd name="connsiteY3482" fmla="*/ 204736 h 3192694"/>
              <a:gd name="connsiteX3483" fmla="*/ 4725106 w 8115305"/>
              <a:gd name="connsiteY3483" fmla="*/ 214516 h 3192694"/>
              <a:gd name="connsiteX3484" fmla="*/ 4668429 w 8115305"/>
              <a:gd name="connsiteY3484" fmla="*/ 204556 h 3192694"/>
              <a:gd name="connsiteX3485" fmla="*/ 4709171 w 8115305"/>
              <a:gd name="connsiteY3485" fmla="*/ 194596 h 3192694"/>
              <a:gd name="connsiteX3486" fmla="*/ 3217635 w 8115305"/>
              <a:gd name="connsiteY3486" fmla="*/ 194595 h 3192694"/>
              <a:gd name="connsiteX3487" fmla="*/ 3250411 w 8115305"/>
              <a:gd name="connsiteY3487" fmla="*/ 203468 h 3192694"/>
              <a:gd name="connsiteX3488" fmla="*/ 3195000 w 8115305"/>
              <a:gd name="connsiteY3488" fmla="*/ 212703 h 3192694"/>
              <a:gd name="connsiteX3489" fmla="*/ 3161682 w 8115305"/>
              <a:gd name="connsiteY3489" fmla="*/ 203287 h 3192694"/>
              <a:gd name="connsiteX3490" fmla="*/ 3217635 w 8115305"/>
              <a:gd name="connsiteY3490" fmla="*/ 194595 h 3192694"/>
              <a:gd name="connsiteX3491" fmla="*/ 4586582 w 8115305"/>
              <a:gd name="connsiteY3491" fmla="*/ 192603 h 3192694"/>
              <a:gd name="connsiteX3492" fmla="*/ 4640725 w 8115305"/>
              <a:gd name="connsiteY3492" fmla="*/ 202744 h 3192694"/>
              <a:gd name="connsiteX3493" fmla="*/ 4596359 w 8115305"/>
              <a:gd name="connsiteY3493" fmla="*/ 212703 h 3192694"/>
              <a:gd name="connsiteX3494" fmla="*/ 4542036 w 8115305"/>
              <a:gd name="connsiteY3494" fmla="*/ 202382 h 3192694"/>
              <a:gd name="connsiteX3495" fmla="*/ 4586582 w 8115305"/>
              <a:gd name="connsiteY3495" fmla="*/ 192603 h 3192694"/>
              <a:gd name="connsiteX3496" fmla="*/ 3094140 w 8115305"/>
              <a:gd name="connsiteY3496" fmla="*/ 192423 h 3192694"/>
              <a:gd name="connsiteX3497" fmla="*/ 3126371 w 8115305"/>
              <a:gd name="connsiteY3497" fmla="*/ 200752 h 3192694"/>
              <a:gd name="connsiteX3498" fmla="*/ 3074402 w 8115305"/>
              <a:gd name="connsiteY3498" fmla="*/ 209263 h 3192694"/>
              <a:gd name="connsiteX3499" fmla="*/ 3043800 w 8115305"/>
              <a:gd name="connsiteY3499" fmla="*/ 200752 h 3192694"/>
              <a:gd name="connsiteX3500" fmla="*/ 3094140 w 8115305"/>
              <a:gd name="connsiteY3500" fmla="*/ 192423 h 3192694"/>
              <a:gd name="connsiteX3501" fmla="*/ 5704193 w 8115305"/>
              <a:gd name="connsiteY3501" fmla="*/ 192061 h 3192694"/>
              <a:gd name="connsiteX3502" fmla="*/ 5740589 w 8115305"/>
              <a:gd name="connsiteY3502" fmla="*/ 197131 h 3192694"/>
              <a:gd name="connsiteX3503" fmla="*/ 5727371 w 8115305"/>
              <a:gd name="connsiteY3503" fmla="*/ 202382 h 3192694"/>
              <a:gd name="connsiteX3504" fmla="*/ 5689343 w 8115305"/>
              <a:gd name="connsiteY3504" fmla="*/ 197131 h 3192694"/>
              <a:gd name="connsiteX3505" fmla="*/ 5704193 w 8115305"/>
              <a:gd name="connsiteY3505" fmla="*/ 192061 h 3192694"/>
              <a:gd name="connsiteX3506" fmla="*/ 2974991 w 8115305"/>
              <a:gd name="connsiteY3506" fmla="*/ 191517 h 3192694"/>
              <a:gd name="connsiteX3507" fmla="*/ 3002878 w 8115305"/>
              <a:gd name="connsiteY3507" fmla="*/ 199485 h 3192694"/>
              <a:gd name="connsiteX3508" fmla="*/ 2951813 w 8115305"/>
              <a:gd name="connsiteY3508" fmla="*/ 207452 h 3192694"/>
              <a:gd name="connsiteX3509" fmla="*/ 2924108 w 8115305"/>
              <a:gd name="connsiteY3509" fmla="*/ 199304 h 3192694"/>
              <a:gd name="connsiteX3510" fmla="*/ 2974991 w 8115305"/>
              <a:gd name="connsiteY3510" fmla="*/ 191517 h 3192694"/>
              <a:gd name="connsiteX3511" fmla="*/ 4460371 w 8115305"/>
              <a:gd name="connsiteY3511" fmla="*/ 189344 h 3192694"/>
              <a:gd name="connsiteX3512" fmla="*/ 4516506 w 8115305"/>
              <a:gd name="connsiteY3512" fmla="*/ 199485 h 3192694"/>
              <a:gd name="connsiteX3513" fmla="*/ 4471779 w 8115305"/>
              <a:gd name="connsiteY3513" fmla="*/ 209986 h 3192694"/>
              <a:gd name="connsiteX3514" fmla="*/ 4414198 w 8115305"/>
              <a:gd name="connsiteY3514" fmla="*/ 199304 h 3192694"/>
              <a:gd name="connsiteX3515" fmla="*/ 4460371 w 8115305"/>
              <a:gd name="connsiteY3515" fmla="*/ 189344 h 3192694"/>
              <a:gd name="connsiteX3516" fmla="*/ 2849885 w 8115305"/>
              <a:gd name="connsiteY3516" fmla="*/ 189164 h 3192694"/>
              <a:gd name="connsiteX3517" fmla="*/ 2875399 w 8115305"/>
              <a:gd name="connsiteY3517" fmla="*/ 196224 h 3192694"/>
              <a:gd name="connsiteX3518" fmla="*/ 2828157 w 8115305"/>
              <a:gd name="connsiteY3518" fmla="*/ 203650 h 3192694"/>
              <a:gd name="connsiteX3519" fmla="*/ 2804256 w 8115305"/>
              <a:gd name="connsiteY3519" fmla="*/ 196224 h 3192694"/>
              <a:gd name="connsiteX3520" fmla="*/ 2849885 w 8115305"/>
              <a:gd name="connsiteY3520" fmla="*/ 189164 h 3192694"/>
              <a:gd name="connsiteX3521" fmla="*/ 5575990 w 8115305"/>
              <a:gd name="connsiteY3521" fmla="*/ 188258 h 3192694"/>
              <a:gd name="connsiteX3522" fmla="*/ 5614198 w 8115305"/>
              <a:gd name="connsiteY3522" fmla="*/ 193871 h 3192694"/>
              <a:gd name="connsiteX3523" fmla="*/ 5597902 w 8115305"/>
              <a:gd name="connsiteY3523" fmla="*/ 199483 h 3192694"/>
              <a:gd name="connsiteX3524" fmla="*/ 5558970 w 8115305"/>
              <a:gd name="connsiteY3524" fmla="*/ 193871 h 3192694"/>
              <a:gd name="connsiteX3525" fmla="*/ 5575990 w 8115305"/>
              <a:gd name="connsiteY3525" fmla="*/ 188258 h 3192694"/>
              <a:gd name="connsiteX3526" fmla="*/ 2730737 w 8115305"/>
              <a:gd name="connsiteY3526" fmla="*/ 188076 h 3192694"/>
              <a:gd name="connsiteX3527" fmla="*/ 2751923 w 8115305"/>
              <a:gd name="connsiteY3527" fmla="*/ 194412 h 3192694"/>
              <a:gd name="connsiteX3528" fmla="*/ 2708104 w 8115305"/>
              <a:gd name="connsiteY3528" fmla="*/ 201114 h 3192694"/>
              <a:gd name="connsiteX3529" fmla="*/ 2687100 w 8115305"/>
              <a:gd name="connsiteY3529" fmla="*/ 194775 h 3192694"/>
              <a:gd name="connsiteX3530" fmla="*/ 2730737 w 8115305"/>
              <a:gd name="connsiteY3530" fmla="*/ 188076 h 3192694"/>
              <a:gd name="connsiteX3531" fmla="*/ 4336153 w 8115305"/>
              <a:gd name="connsiteY3531" fmla="*/ 187713 h 3192694"/>
              <a:gd name="connsiteX3532" fmla="*/ 4393011 w 8115305"/>
              <a:gd name="connsiteY3532" fmla="*/ 198034 h 3192694"/>
              <a:gd name="connsiteX3533" fmla="*/ 4345931 w 8115305"/>
              <a:gd name="connsiteY3533" fmla="*/ 208718 h 3192694"/>
              <a:gd name="connsiteX3534" fmla="*/ 4288891 w 8115305"/>
              <a:gd name="connsiteY3534" fmla="*/ 198217 h 3192694"/>
              <a:gd name="connsiteX3535" fmla="*/ 4336153 w 8115305"/>
              <a:gd name="connsiteY3535" fmla="*/ 187713 h 3192694"/>
              <a:gd name="connsiteX3536" fmla="*/ 5451411 w 8115305"/>
              <a:gd name="connsiteY3536" fmla="*/ 186628 h 3192694"/>
              <a:gd name="connsiteX3537" fmla="*/ 5491609 w 8115305"/>
              <a:gd name="connsiteY3537" fmla="*/ 193147 h 3192694"/>
              <a:gd name="connsiteX3538" fmla="*/ 5468975 w 8115305"/>
              <a:gd name="connsiteY3538" fmla="*/ 198941 h 3192694"/>
              <a:gd name="connsiteX3539" fmla="*/ 5428594 w 8115305"/>
              <a:gd name="connsiteY3539" fmla="*/ 192423 h 3192694"/>
              <a:gd name="connsiteX3540" fmla="*/ 5451411 w 8115305"/>
              <a:gd name="connsiteY3540" fmla="*/ 186628 h 3192694"/>
              <a:gd name="connsiteX3541" fmla="*/ 2614665 w 8115305"/>
              <a:gd name="connsiteY3541" fmla="*/ 185904 h 3192694"/>
              <a:gd name="connsiteX3542" fmla="*/ 2631328 w 8115305"/>
              <a:gd name="connsiteY3542" fmla="*/ 192061 h 3192694"/>
              <a:gd name="connsiteX3543" fmla="*/ 2588413 w 8115305"/>
              <a:gd name="connsiteY3543" fmla="*/ 198037 h 3192694"/>
              <a:gd name="connsiteX3544" fmla="*/ 2571936 w 8115305"/>
              <a:gd name="connsiteY3544" fmla="*/ 191879 h 3192694"/>
              <a:gd name="connsiteX3545" fmla="*/ 2614665 w 8115305"/>
              <a:gd name="connsiteY3545" fmla="*/ 185904 h 3192694"/>
              <a:gd name="connsiteX3546" fmla="*/ 2493348 w 8115305"/>
              <a:gd name="connsiteY3546" fmla="*/ 184999 h 3192694"/>
              <a:gd name="connsiteX3547" fmla="*/ 2508918 w 8115305"/>
              <a:gd name="connsiteY3547" fmla="*/ 190069 h 3192694"/>
              <a:gd name="connsiteX3548" fmla="*/ 2471619 w 8115305"/>
              <a:gd name="connsiteY3548" fmla="*/ 195320 h 3192694"/>
              <a:gd name="connsiteX3549" fmla="*/ 2457132 w 8115305"/>
              <a:gd name="connsiteY3549" fmla="*/ 190069 h 3192694"/>
              <a:gd name="connsiteX3550" fmla="*/ 2493348 w 8115305"/>
              <a:gd name="connsiteY3550" fmla="*/ 184999 h 3192694"/>
              <a:gd name="connsiteX3551" fmla="*/ 4215193 w 8115305"/>
              <a:gd name="connsiteY3551" fmla="*/ 184998 h 3192694"/>
              <a:gd name="connsiteX3552" fmla="*/ 4269516 w 8115305"/>
              <a:gd name="connsiteY3552" fmla="*/ 195500 h 3192694"/>
              <a:gd name="connsiteX3553" fmla="*/ 4217907 w 8115305"/>
              <a:gd name="connsiteY3553" fmla="*/ 206184 h 3192694"/>
              <a:gd name="connsiteX3554" fmla="*/ 4165033 w 8115305"/>
              <a:gd name="connsiteY3554" fmla="*/ 195139 h 3192694"/>
              <a:gd name="connsiteX3555" fmla="*/ 4215193 w 8115305"/>
              <a:gd name="connsiteY3555" fmla="*/ 184998 h 3192694"/>
              <a:gd name="connsiteX3556" fmla="*/ 5322301 w 8115305"/>
              <a:gd name="connsiteY3556" fmla="*/ 183369 h 3192694"/>
              <a:gd name="connsiteX3557" fmla="*/ 5367208 w 8115305"/>
              <a:gd name="connsiteY3557" fmla="*/ 190068 h 3192694"/>
              <a:gd name="connsiteX3558" fmla="*/ 5343848 w 8115305"/>
              <a:gd name="connsiteY3558" fmla="*/ 197131 h 3192694"/>
              <a:gd name="connsiteX3559" fmla="*/ 5298760 w 8115305"/>
              <a:gd name="connsiteY3559" fmla="*/ 190249 h 3192694"/>
              <a:gd name="connsiteX3560" fmla="*/ 5322301 w 8115305"/>
              <a:gd name="connsiteY3560" fmla="*/ 183369 h 3192694"/>
              <a:gd name="connsiteX3561" fmla="*/ 4094234 w 8115305"/>
              <a:gd name="connsiteY3561" fmla="*/ 183369 h 3192694"/>
              <a:gd name="connsiteX3562" fmla="*/ 4145840 w 8115305"/>
              <a:gd name="connsiteY3562" fmla="*/ 193690 h 3192694"/>
              <a:gd name="connsiteX3563" fmla="*/ 4093146 w 8115305"/>
              <a:gd name="connsiteY3563" fmla="*/ 204374 h 3192694"/>
              <a:gd name="connsiteX3564" fmla="*/ 4041359 w 8115305"/>
              <a:gd name="connsiteY3564" fmla="*/ 193690 h 3192694"/>
              <a:gd name="connsiteX3565" fmla="*/ 4094234 w 8115305"/>
              <a:gd name="connsiteY3565" fmla="*/ 183369 h 3192694"/>
              <a:gd name="connsiteX3566" fmla="*/ 2376548 w 8115305"/>
              <a:gd name="connsiteY3566" fmla="*/ 183187 h 3192694"/>
              <a:gd name="connsiteX3567" fmla="*/ 2387955 w 8115305"/>
              <a:gd name="connsiteY3567" fmla="*/ 187713 h 3192694"/>
              <a:gd name="connsiteX3568" fmla="*/ 2356269 w 8115305"/>
              <a:gd name="connsiteY3568" fmla="*/ 191879 h 3192694"/>
              <a:gd name="connsiteX3569" fmla="*/ 2344861 w 8115305"/>
              <a:gd name="connsiteY3569" fmla="*/ 187533 h 3192694"/>
              <a:gd name="connsiteX3570" fmla="*/ 2376548 w 8115305"/>
              <a:gd name="connsiteY3570" fmla="*/ 183187 h 3192694"/>
              <a:gd name="connsiteX3571" fmla="*/ 2252504 w 8115305"/>
              <a:gd name="connsiteY3571" fmla="*/ 182282 h 3192694"/>
              <a:gd name="connsiteX3572" fmla="*/ 2261739 w 8115305"/>
              <a:gd name="connsiteY3572" fmla="*/ 185903 h 3192694"/>
              <a:gd name="connsiteX3573" fmla="*/ 2235122 w 8115305"/>
              <a:gd name="connsiteY3573" fmla="*/ 189344 h 3192694"/>
              <a:gd name="connsiteX3574" fmla="*/ 2226610 w 8115305"/>
              <a:gd name="connsiteY3574" fmla="*/ 185903 h 3192694"/>
              <a:gd name="connsiteX3575" fmla="*/ 2252504 w 8115305"/>
              <a:gd name="connsiteY3575" fmla="*/ 182282 h 3192694"/>
              <a:gd name="connsiteX3576" fmla="*/ 5196634 w 8115305"/>
              <a:gd name="connsiteY3576" fmla="*/ 181376 h 3192694"/>
              <a:gd name="connsiteX3577" fmla="*/ 5243171 w 8115305"/>
              <a:gd name="connsiteY3577" fmla="*/ 188438 h 3192694"/>
              <a:gd name="connsiteX3578" fmla="*/ 5219268 w 8115305"/>
              <a:gd name="connsiteY3578" fmla="*/ 195681 h 3192694"/>
              <a:gd name="connsiteX3579" fmla="*/ 5171101 w 8115305"/>
              <a:gd name="connsiteY3579" fmla="*/ 188258 h 3192694"/>
              <a:gd name="connsiteX3580" fmla="*/ 5196634 w 8115305"/>
              <a:gd name="connsiteY3580" fmla="*/ 181376 h 3192694"/>
              <a:gd name="connsiteX3581" fmla="*/ 2136784 w 8115305"/>
              <a:gd name="connsiteY3581" fmla="*/ 181376 h 3192694"/>
              <a:gd name="connsiteX3582" fmla="*/ 2141854 w 8115305"/>
              <a:gd name="connsiteY3582" fmla="*/ 184273 h 3192694"/>
              <a:gd name="connsiteX3583" fmla="*/ 2123746 w 8115305"/>
              <a:gd name="connsiteY3583" fmla="*/ 186628 h 3192694"/>
              <a:gd name="connsiteX3584" fmla="*/ 2117045 w 8115305"/>
              <a:gd name="connsiteY3584" fmla="*/ 183912 h 3192694"/>
              <a:gd name="connsiteX3585" fmla="*/ 2136784 w 8115305"/>
              <a:gd name="connsiteY3585" fmla="*/ 181376 h 3192694"/>
              <a:gd name="connsiteX3586" fmla="*/ 3969289 w 8115305"/>
              <a:gd name="connsiteY3586" fmla="*/ 180833 h 3192694"/>
              <a:gd name="connsiteX3587" fmla="*/ 4018542 w 8115305"/>
              <a:gd name="connsiteY3587" fmla="*/ 191337 h 3192694"/>
              <a:gd name="connsiteX3588" fmla="*/ 3964219 w 8115305"/>
              <a:gd name="connsiteY3588" fmla="*/ 201477 h 3192694"/>
              <a:gd name="connsiteX3589" fmla="*/ 3914966 w 8115305"/>
              <a:gd name="connsiteY3589" fmla="*/ 190430 h 3192694"/>
              <a:gd name="connsiteX3590" fmla="*/ 3969289 w 8115305"/>
              <a:gd name="connsiteY3590" fmla="*/ 180833 h 3192694"/>
              <a:gd name="connsiteX3591" fmla="*/ 3848329 w 8115305"/>
              <a:gd name="connsiteY3591" fmla="*/ 179204 h 3192694"/>
              <a:gd name="connsiteX3592" fmla="*/ 3895770 w 8115305"/>
              <a:gd name="connsiteY3592" fmla="*/ 189525 h 3192694"/>
              <a:gd name="connsiteX3593" fmla="*/ 3840542 w 8115305"/>
              <a:gd name="connsiteY3593" fmla="*/ 199666 h 3192694"/>
              <a:gd name="connsiteX3594" fmla="*/ 3794006 w 8115305"/>
              <a:gd name="connsiteY3594" fmla="*/ 188801 h 3192694"/>
              <a:gd name="connsiteX3595" fmla="*/ 3848329 w 8115305"/>
              <a:gd name="connsiteY3595" fmla="*/ 179204 h 3192694"/>
              <a:gd name="connsiteX3596" fmla="*/ 5068251 w 8115305"/>
              <a:gd name="connsiteY3596" fmla="*/ 178117 h 3192694"/>
              <a:gd name="connsiteX3597" fmla="*/ 5116960 w 8115305"/>
              <a:gd name="connsiteY3597" fmla="*/ 185903 h 3192694"/>
              <a:gd name="connsiteX3598" fmla="*/ 5087083 w 8115305"/>
              <a:gd name="connsiteY3598" fmla="*/ 193690 h 3192694"/>
              <a:gd name="connsiteX3599" fmla="*/ 5038915 w 8115305"/>
              <a:gd name="connsiteY3599" fmla="*/ 185542 h 3192694"/>
              <a:gd name="connsiteX3600" fmla="*/ 5068251 w 8115305"/>
              <a:gd name="connsiteY3600" fmla="*/ 178117 h 3192694"/>
              <a:gd name="connsiteX3601" fmla="*/ 3726827 w 8115305"/>
              <a:gd name="connsiteY3601" fmla="*/ 177031 h 3192694"/>
              <a:gd name="connsiteX3602" fmla="*/ 3772459 w 8115305"/>
              <a:gd name="connsiteY3602" fmla="*/ 186628 h 3192694"/>
              <a:gd name="connsiteX3603" fmla="*/ 3719765 w 8115305"/>
              <a:gd name="connsiteY3603" fmla="*/ 196587 h 3192694"/>
              <a:gd name="connsiteX3604" fmla="*/ 3675219 w 8115305"/>
              <a:gd name="connsiteY3604" fmla="*/ 186628 h 3192694"/>
              <a:gd name="connsiteX3605" fmla="*/ 3726827 w 8115305"/>
              <a:gd name="connsiteY3605" fmla="*/ 177031 h 3192694"/>
              <a:gd name="connsiteX3606" fmla="*/ 4945660 w 8115305"/>
              <a:gd name="connsiteY3606" fmla="*/ 176126 h 3192694"/>
              <a:gd name="connsiteX3607" fmla="*/ 4994732 w 8115305"/>
              <a:gd name="connsiteY3607" fmla="*/ 183913 h 3192694"/>
              <a:gd name="connsiteX3608" fmla="*/ 4964672 w 8115305"/>
              <a:gd name="connsiteY3608" fmla="*/ 192241 h 3192694"/>
              <a:gd name="connsiteX3609" fmla="*/ 4913971 w 8115305"/>
              <a:gd name="connsiteY3609" fmla="*/ 184093 h 3192694"/>
              <a:gd name="connsiteX3610" fmla="*/ 4945660 w 8115305"/>
              <a:gd name="connsiteY3610" fmla="*/ 176126 h 3192694"/>
              <a:gd name="connsiteX3611" fmla="*/ 3608765 w 8115305"/>
              <a:gd name="connsiteY3611" fmla="*/ 175582 h 3192694"/>
              <a:gd name="connsiteX3612" fmla="*/ 3650775 w 8115305"/>
              <a:gd name="connsiteY3612" fmla="*/ 184999 h 3192694"/>
              <a:gd name="connsiteX3613" fmla="*/ 3596451 w 8115305"/>
              <a:gd name="connsiteY3613" fmla="*/ 194595 h 3192694"/>
              <a:gd name="connsiteX3614" fmla="*/ 3555527 w 8115305"/>
              <a:gd name="connsiteY3614" fmla="*/ 184999 h 3192694"/>
              <a:gd name="connsiteX3615" fmla="*/ 3608765 w 8115305"/>
              <a:gd name="connsiteY3615" fmla="*/ 175582 h 3192694"/>
              <a:gd name="connsiteX3616" fmla="*/ 5919133 w 8115305"/>
              <a:gd name="connsiteY3616" fmla="*/ 174495 h 3192694"/>
              <a:gd name="connsiteX3617" fmla="*/ 5938869 w 8115305"/>
              <a:gd name="connsiteY3617" fmla="*/ 177212 h 3192694"/>
              <a:gd name="connsiteX3618" fmla="*/ 5931265 w 8115305"/>
              <a:gd name="connsiteY3618" fmla="*/ 179928 h 3192694"/>
              <a:gd name="connsiteX3619" fmla="*/ 5911346 w 8115305"/>
              <a:gd name="connsiteY3619" fmla="*/ 177392 h 3192694"/>
              <a:gd name="connsiteX3620" fmla="*/ 5919133 w 8115305"/>
              <a:gd name="connsiteY3620" fmla="*/ 174495 h 3192694"/>
              <a:gd name="connsiteX3621" fmla="*/ 3490883 w 8115305"/>
              <a:gd name="connsiteY3621" fmla="*/ 173410 h 3192694"/>
              <a:gd name="connsiteX3622" fmla="*/ 3529633 w 8115305"/>
              <a:gd name="connsiteY3622" fmla="*/ 182282 h 3192694"/>
              <a:gd name="connsiteX3623" fmla="*/ 3477483 w 8115305"/>
              <a:gd name="connsiteY3623" fmla="*/ 191518 h 3192694"/>
              <a:gd name="connsiteX3624" fmla="*/ 3438008 w 8115305"/>
              <a:gd name="connsiteY3624" fmla="*/ 182102 h 3192694"/>
              <a:gd name="connsiteX3625" fmla="*/ 3490883 w 8115305"/>
              <a:gd name="connsiteY3625" fmla="*/ 173410 h 3192694"/>
              <a:gd name="connsiteX3626" fmla="*/ 4822344 w 8115305"/>
              <a:gd name="connsiteY3626" fmla="*/ 173048 h 3192694"/>
              <a:gd name="connsiteX3627" fmla="*/ 4873589 w 8115305"/>
              <a:gd name="connsiteY3627" fmla="*/ 181557 h 3192694"/>
              <a:gd name="connsiteX3628" fmla="*/ 4837374 w 8115305"/>
              <a:gd name="connsiteY3628" fmla="*/ 190068 h 3192694"/>
              <a:gd name="connsiteX3629" fmla="*/ 4787216 w 8115305"/>
              <a:gd name="connsiteY3629" fmla="*/ 181377 h 3192694"/>
              <a:gd name="connsiteX3630" fmla="*/ 4822344 w 8115305"/>
              <a:gd name="connsiteY3630" fmla="*/ 173048 h 3192694"/>
              <a:gd name="connsiteX3631" fmla="*/ 3372637 w 8115305"/>
              <a:gd name="connsiteY3631" fmla="*/ 172142 h 3192694"/>
              <a:gd name="connsiteX3632" fmla="*/ 3407585 w 8115305"/>
              <a:gd name="connsiteY3632" fmla="*/ 180834 h 3192694"/>
              <a:gd name="connsiteX3633" fmla="*/ 3355797 w 8115305"/>
              <a:gd name="connsiteY3633" fmla="*/ 189343 h 3192694"/>
              <a:gd name="connsiteX3634" fmla="*/ 3321030 w 8115305"/>
              <a:gd name="connsiteY3634" fmla="*/ 180471 h 3192694"/>
              <a:gd name="connsiteX3635" fmla="*/ 3372637 w 8115305"/>
              <a:gd name="connsiteY3635" fmla="*/ 172142 h 3192694"/>
              <a:gd name="connsiteX3636" fmla="*/ 5790747 w 8115305"/>
              <a:gd name="connsiteY3636" fmla="*/ 171237 h 3192694"/>
              <a:gd name="connsiteX3637" fmla="*/ 5815918 w 8115305"/>
              <a:gd name="connsiteY3637" fmla="*/ 174678 h 3192694"/>
              <a:gd name="connsiteX3638" fmla="*/ 5805416 w 8115305"/>
              <a:gd name="connsiteY3638" fmla="*/ 178300 h 3192694"/>
              <a:gd name="connsiteX3639" fmla="*/ 5780245 w 8115305"/>
              <a:gd name="connsiteY3639" fmla="*/ 174678 h 3192694"/>
              <a:gd name="connsiteX3640" fmla="*/ 5790747 w 8115305"/>
              <a:gd name="connsiteY3640" fmla="*/ 171237 h 3192694"/>
              <a:gd name="connsiteX3641" fmla="*/ 4699937 w 8115305"/>
              <a:gd name="connsiteY3641" fmla="*/ 171237 h 3192694"/>
              <a:gd name="connsiteX3642" fmla="*/ 4751907 w 8115305"/>
              <a:gd name="connsiteY3642" fmla="*/ 179748 h 3192694"/>
              <a:gd name="connsiteX3643" fmla="*/ 4715691 w 8115305"/>
              <a:gd name="connsiteY3643" fmla="*/ 188620 h 3192694"/>
              <a:gd name="connsiteX3644" fmla="*/ 4663721 w 8115305"/>
              <a:gd name="connsiteY3644" fmla="*/ 179928 h 3192694"/>
              <a:gd name="connsiteX3645" fmla="*/ 4699937 w 8115305"/>
              <a:gd name="connsiteY3645" fmla="*/ 171237 h 3192694"/>
              <a:gd name="connsiteX3646" fmla="*/ 3251316 w 8115305"/>
              <a:gd name="connsiteY3646" fmla="*/ 170150 h 3192694"/>
              <a:gd name="connsiteX3647" fmla="*/ 3283549 w 8115305"/>
              <a:gd name="connsiteY3647" fmla="*/ 177936 h 3192694"/>
              <a:gd name="connsiteX3648" fmla="*/ 3234296 w 8115305"/>
              <a:gd name="connsiteY3648" fmla="*/ 186265 h 3192694"/>
              <a:gd name="connsiteX3649" fmla="*/ 3200434 w 8115305"/>
              <a:gd name="connsiteY3649" fmla="*/ 178478 h 3192694"/>
              <a:gd name="connsiteX3650" fmla="*/ 3251316 w 8115305"/>
              <a:gd name="connsiteY3650" fmla="*/ 170150 h 3192694"/>
              <a:gd name="connsiteX3651" fmla="*/ 5667073 w 8115305"/>
              <a:gd name="connsiteY3651" fmla="*/ 168883 h 3192694"/>
              <a:gd name="connsiteX3652" fmla="*/ 5696770 w 8115305"/>
              <a:gd name="connsiteY3652" fmla="*/ 173229 h 3192694"/>
              <a:gd name="connsiteX3653" fmla="*/ 5681198 w 8115305"/>
              <a:gd name="connsiteY3653" fmla="*/ 177392 h 3192694"/>
              <a:gd name="connsiteX3654" fmla="*/ 5652045 w 8115305"/>
              <a:gd name="connsiteY3654" fmla="*/ 172685 h 3192694"/>
              <a:gd name="connsiteX3655" fmla="*/ 5667073 w 8115305"/>
              <a:gd name="connsiteY3655" fmla="*/ 168883 h 3192694"/>
              <a:gd name="connsiteX3656" fmla="*/ 3134339 w 8115305"/>
              <a:gd name="connsiteY3656" fmla="*/ 168883 h 3192694"/>
              <a:gd name="connsiteX3657" fmla="*/ 3162587 w 8115305"/>
              <a:gd name="connsiteY3657" fmla="*/ 176488 h 3192694"/>
              <a:gd name="connsiteX3658" fmla="*/ 3113334 w 8115305"/>
              <a:gd name="connsiteY3658" fmla="*/ 184094 h 3192694"/>
              <a:gd name="connsiteX3659" fmla="*/ 3085449 w 8115305"/>
              <a:gd name="connsiteY3659" fmla="*/ 176488 h 3192694"/>
              <a:gd name="connsiteX3660" fmla="*/ 3134339 w 8115305"/>
              <a:gd name="connsiteY3660" fmla="*/ 168883 h 3192694"/>
              <a:gd name="connsiteX3661" fmla="*/ 4580607 w 8115305"/>
              <a:gd name="connsiteY3661" fmla="*/ 168340 h 3192694"/>
              <a:gd name="connsiteX3662" fmla="*/ 4631672 w 8115305"/>
              <a:gd name="connsiteY3662" fmla="*/ 177393 h 3192694"/>
              <a:gd name="connsiteX3663" fmla="*/ 4593284 w 8115305"/>
              <a:gd name="connsiteY3663" fmla="*/ 186448 h 3192694"/>
              <a:gd name="connsiteX3664" fmla="*/ 4539865 w 8115305"/>
              <a:gd name="connsiteY3664" fmla="*/ 177212 h 3192694"/>
              <a:gd name="connsiteX3665" fmla="*/ 4580607 w 8115305"/>
              <a:gd name="connsiteY3665" fmla="*/ 168340 h 3192694"/>
              <a:gd name="connsiteX3666" fmla="*/ 3016821 w 8115305"/>
              <a:gd name="connsiteY3666" fmla="*/ 167796 h 3192694"/>
              <a:gd name="connsiteX3667" fmla="*/ 3041447 w 8115305"/>
              <a:gd name="connsiteY3667" fmla="*/ 175040 h 3192694"/>
              <a:gd name="connsiteX3668" fmla="*/ 2995635 w 8115305"/>
              <a:gd name="connsiteY3668" fmla="*/ 181739 h 3192694"/>
              <a:gd name="connsiteX3669" fmla="*/ 2971370 w 8115305"/>
              <a:gd name="connsiteY3669" fmla="*/ 174315 h 3192694"/>
              <a:gd name="connsiteX3670" fmla="*/ 3016821 w 8115305"/>
              <a:gd name="connsiteY3670" fmla="*/ 167796 h 3192694"/>
              <a:gd name="connsiteX3671" fmla="*/ 4461459 w 8115305"/>
              <a:gd name="connsiteY3671" fmla="*/ 166528 h 3192694"/>
              <a:gd name="connsiteX3672" fmla="*/ 4511617 w 8115305"/>
              <a:gd name="connsiteY3672" fmla="*/ 175764 h 3192694"/>
              <a:gd name="connsiteX3673" fmla="*/ 4467978 w 8115305"/>
              <a:gd name="connsiteY3673" fmla="*/ 184817 h 3192694"/>
              <a:gd name="connsiteX3674" fmla="*/ 4417818 w 8115305"/>
              <a:gd name="connsiteY3674" fmla="*/ 175400 h 3192694"/>
              <a:gd name="connsiteX3675" fmla="*/ 4461459 w 8115305"/>
              <a:gd name="connsiteY3675" fmla="*/ 166528 h 3192694"/>
              <a:gd name="connsiteX3676" fmla="*/ 2900569 w 8115305"/>
              <a:gd name="connsiteY3676" fmla="*/ 165804 h 3192694"/>
              <a:gd name="connsiteX3677" fmla="*/ 2923747 w 8115305"/>
              <a:gd name="connsiteY3677" fmla="*/ 172503 h 3192694"/>
              <a:gd name="connsiteX3678" fmla="*/ 2880289 w 8115305"/>
              <a:gd name="connsiteY3678" fmla="*/ 178842 h 3192694"/>
              <a:gd name="connsiteX3679" fmla="*/ 2857493 w 8115305"/>
              <a:gd name="connsiteY3679" fmla="*/ 171960 h 3192694"/>
              <a:gd name="connsiteX3680" fmla="*/ 2900569 w 8115305"/>
              <a:gd name="connsiteY3680" fmla="*/ 165804 h 3192694"/>
              <a:gd name="connsiteX3681" fmla="*/ 5538326 w 8115305"/>
              <a:gd name="connsiteY3681" fmla="*/ 165625 h 3192694"/>
              <a:gd name="connsiteX3682" fmla="*/ 5575086 w 8115305"/>
              <a:gd name="connsiteY3682" fmla="*/ 170513 h 3192694"/>
              <a:gd name="connsiteX3683" fmla="*/ 5559875 w 8115305"/>
              <a:gd name="connsiteY3683" fmla="*/ 175583 h 3192694"/>
              <a:gd name="connsiteX3684" fmla="*/ 5523659 w 8115305"/>
              <a:gd name="connsiteY3684" fmla="*/ 170332 h 3192694"/>
              <a:gd name="connsiteX3685" fmla="*/ 5538326 w 8115305"/>
              <a:gd name="connsiteY3685" fmla="*/ 165625 h 3192694"/>
              <a:gd name="connsiteX3686" fmla="*/ 4336333 w 8115305"/>
              <a:gd name="connsiteY3686" fmla="*/ 164718 h 3192694"/>
              <a:gd name="connsiteX3687" fmla="*/ 4387035 w 8115305"/>
              <a:gd name="connsiteY3687" fmla="*/ 173954 h 3192694"/>
              <a:gd name="connsiteX3688" fmla="*/ 4343396 w 8115305"/>
              <a:gd name="connsiteY3688" fmla="*/ 183187 h 3192694"/>
              <a:gd name="connsiteX3689" fmla="*/ 4292694 w 8115305"/>
              <a:gd name="connsiteY3689" fmla="*/ 173773 h 3192694"/>
              <a:gd name="connsiteX3690" fmla="*/ 4336333 w 8115305"/>
              <a:gd name="connsiteY3690" fmla="*/ 164718 h 3192694"/>
              <a:gd name="connsiteX3691" fmla="*/ 2784155 w 8115305"/>
              <a:gd name="connsiteY3691" fmla="*/ 164716 h 3192694"/>
              <a:gd name="connsiteX3692" fmla="*/ 2803711 w 8115305"/>
              <a:gd name="connsiteY3692" fmla="*/ 170874 h 3192694"/>
              <a:gd name="connsiteX3693" fmla="*/ 2763876 w 8115305"/>
              <a:gd name="connsiteY3693" fmla="*/ 176487 h 3192694"/>
              <a:gd name="connsiteX3694" fmla="*/ 2744501 w 8115305"/>
              <a:gd name="connsiteY3694" fmla="*/ 170330 h 3192694"/>
              <a:gd name="connsiteX3695" fmla="*/ 2784155 w 8115305"/>
              <a:gd name="connsiteY3695" fmla="*/ 164716 h 3192694"/>
              <a:gd name="connsiteX3696" fmla="*/ 5413022 w 8115305"/>
              <a:gd name="connsiteY3696" fmla="*/ 163450 h 3192694"/>
              <a:gd name="connsiteX3697" fmla="*/ 5451951 w 8115305"/>
              <a:gd name="connsiteY3697" fmla="*/ 168703 h 3192694"/>
              <a:gd name="connsiteX3698" fmla="*/ 5435656 w 8115305"/>
              <a:gd name="connsiteY3698" fmla="*/ 174497 h 3192694"/>
              <a:gd name="connsiteX3699" fmla="*/ 5394914 w 8115305"/>
              <a:gd name="connsiteY3699" fmla="*/ 168883 h 3192694"/>
              <a:gd name="connsiteX3700" fmla="*/ 5413022 w 8115305"/>
              <a:gd name="connsiteY3700" fmla="*/ 163450 h 3192694"/>
              <a:gd name="connsiteX3701" fmla="*/ 2664645 w 8115305"/>
              <a:gd name="connsiteY3701" fmla="*/ 163269 h 3192694"/>
              <a:gd name="connsiteX3702" fmla="*/ 2681664 w 8115305"/>
              <a:gd name="connsiteY3702" fmla="*/ 168159 h 3192694"/>
              <a:gd name="connsiteX3703" fmla="*/ 2645452 w 8115305"/>
              <a:gd name="connsiteY3703" fmla="*/ 173229 h 3192694"/>
              <a:gd name="connsiteX3704" fmla="*/ 2630241 w 8115305"/>
              <a:gd name="connsiteY3704" fmla="*/ 167796 h 3192694"/>
              <a:gd name="connsiteX3705" fmla="*/ 2664645 w 8115305"/>
              <a:gd name="connsiteY3705" fmla="*/ 163269 h 3192694"/>
              <a:gd name="connsiteX3706" fmla="*/ 4218813 w 8115305"/>
              <a:gd name="connsiteY3706" fmla="*/ 162365 h 3192694"/>
              <a:gd name="connsiteX3707" fmla="*/ 4266800 w 8115305"/>
              <a:gd name="connsiteY3707" fmla="*/ 171599 h 3192694"/>
              <a:gd name="connsiteX3708" fmla="*/ 4221710 w 8115305"/>
              <a:gd name="connsiteY3708" fmla="*/ 180654 h 3192694"/>
              <a:gd name="connsiteX3709" fmla="*/ 4172457 w 8115305"/>
              <a:gd name="connsiteY3709" fmla="*/ 171057 h 3192694"/>
              <a:gd name="connsiteX3710" fmla="*/ 4218813 w 8115305"/>
              <a:gd name="connsiteY3710" fmla="*/ 162365 h 3192694"/>
              <a:gd name="connsiteX3711" fmla="*/ 2549480 w 8115305"/>
              <a:gd name="connsiteY3711" fmla="*/ 162001 h 3192694"/>
              <a:gd name="connsiteX3712" fmla="*/ 2564324 w 8115305"/>
              <a:gd name="connsiteY3712" fmla="*/ 166167 h 3192694"/>
              <a:gd name="connsiteX3713" fmla="*/ 2531010 w 8115305"/>
              <a:gd name="connsiteY3713" fmla="*/ 171056 h 3192694"/>
              <a:gd name="connsiteX3714" fmla="*/ 2516161 w 8115305"/>
              <a:gd name="connsiteY3714" fmla="*/ 166710 h 3192694"/>
              <a:gd name="connsiteX3715" fmla="*/ 2549480 w 8115305"/>
              <a:gd name="connsiteY3715" fmla="*/ 162001 h 3192694"/>
              <a:gd name="connsiteX3716" fmla="*/ 5290070 w 8115305"/>
              <a:gd name="connsiteY3716" fmla="*/ 160735 h 3192694"/>
              <a:gd name="connsiteX3717" fmla="*/ 5330812 w 8115305"/>
              <a:gd name="connsiteY3717" fmla="*/ 166530 h 3192694"/>
              <a:gd name="connsiteX3718" fmla="*/ 5310351 w 8115305"/>
              <a:gd name="connsiteY3718" fmla="*/ 172324 h 3192694"/>
              <a:gd name="connsiteX3719" fmla="*/ 5270875 w 8115305"/>
              <a:gd name="connsiteY3719" fmla="*/ 166710 h 3192694"/>
              <a:gd name="connsiteX3720" fmla="*/ 5290070 w 8115305"/>
              <a:gd name="connsiteY3720" fmla="*/ 160735 h 3192694"/>
              <a:gd name="connsiteX3721" fmla="*/ 4100933 w 8115305"/>
              <a:gd name="connsiteY3721" fmla="*/ 160735 h 3192694"/>
              <a:gd name="connsiteX3722" fmla="*/ 4147469 w 8115305"/>
              <a:gd name="connsiteY3722" fmla="*/ 169969 h 3192694"/>
              <a:gd name="connsiteX3723" fmla="*/ 4100933 w 8115305"/>
              <a:gd name="connsiteY3723" fmla="*/ 179023 h 3192694"/>
              <a:gd name="connsiteX3724" fmla="*/ 4053128 w 8115305"/>
              <a:gd name="connsiteY3724" fmla="*/ 169427 h 3192694"/>
              <a:gd name="connsiteX3725" fmla="*/ 4100933 w 8115305"/>
              <a:gd name="connsiteY3725" fmla="*/ 160735 h 3192694"/>
              <a:gd name="connsiteX3726" fmla="*/ 2434494 w 8115305"/>
              <a:gd name="connsiteY3726" fmla="*/ 160191 h 3192694"/>
              <a:gd name="connsiteX3727" fmla="*/ 2447528 w 8115305"/>
              <a:gd name="connsiteY3727" fmla="*/ 163813 h 3192694"/>
              <a:gd name="connsiteX3728" fmla="*/ 2419283 w 8115305"/>
              <a:gd name="connsiteY3728" fmla="*/ 167796 h 3192694"/>
              <a:gd name="connsiteX3729" fmla="*/ 2407693 w 8115305"/>
              <a:gd name="connsiteY3729" fmla="*/ 163994 h 3192694"/>
              <a:gd name="connsiteX3730" fmla="*/ 2434494 w 8115305"/>
              <a:gd name="connsiteY3730" fmla="*/ 160191 h 3192694"/>
              <a:gd name="connsiteX3731" fmla="*/ 2321310 w 8115305"/>
              <a:gd name="connsiteY3731" fmla="*/ 159284 h 3192694"/>
              <a:gd name="connsiteX3732" fmla="*/ 2329276 w 8115305"/>
              <a:gd name="connsiteY3732" fmla="*/ 162181 h 3192694"/>
              <a:gd name="connsiteX3733" fmla="*/ 2306279 w 8115305"/>
              <a:gd name="connsiteY3733" fmla="*/ 165441 h 3192694"/>
              <a:gd name="connsiteX3734" fmla="*/ 2297769 w 8115305"/>
              <a:gd name="connsiteY3734" fmla="*/ 162362 h 3192694"/>
              <a:gd name="connsiteX3735" fmla="*/ 2321310 w 8115305"/>
              <a:gd name="connsiteY3735" fmla="*/ 159284 h 3192694"/>
              <a:gd name="connsiteX3736" fmla="*/ 5168927 w 8115305"/>
              <a:gd name="connsiteY3736" fmla="*/ 158380 h 3192694"/>
              <a:gd name="connsiteX3737" fmla="*/ 5212929 w 8115305"/>
              <a:gd name="connsiteY3737" fmla="*/ 164718 h 3192694"/>
              <a:gd name="connsiteX3738" fmla="*/ 5189569 w 8115305"/>
              <a:gd name="connsiteY3738" fmla="*/ 171237 h 3192694"/>
              <a:gd name="connsiteX3739" fmla="*/ 5146110 w 8115305"/>
              <a:gd name="connsiteY3739" fmla="*/ 164718 h 3192694"/>
              <a:gd name="connsiteX3740" fmla="*/ 5168927 w 8115305"/>
              <a:gd name="connsiteY3740" fmla="*/ 158380 h 3192694"/>
              <a:gd name="connsiteX3741" fmla="*/ 3981964 w 8115305"/>
              <a:gd name="connsiteY3741" fmla="*/ 158379 h 3192694"/>
              <a:gd name="connsiteX3742" fmla="*/ 4028502 w 8115305"/>
              <a:gd name="connsiteY3742" fmla="*/ 167252 h 3192694"/>
              <a:gd name="connsiteX3743" fmla="*/ 3981422 w 8115305"/>
              <a:gd name="connsiteY3743" fmla="*/ 176487 h 3192694"/>
              <a:gd name="connsiteX3744" fmla="*/ 3934884 w 8115305"/>
              <a:gd name="connsiteY3744" fmla="*/ 167434 h 3192694"/>
              <a:gd name="connsiteX3745" fmla="*/ 3981964 w 8115305"/>
              <a:gd name="connsiteY3745" fmla="*/ 158379 h 3192694"/>
              <a:gd name="connsiteX3746" fmla="*/ 3866981 w 8115305"/>
              <a:gd name="connsiteY3746" fmla="*/ 156750 h 3192694"/>
              <a:gd name="connsiteX3747" fmla="*/ 3910620 w 8115305"/>
              <a:gd name="connsiteY3747" fmla="*/ 165805 h 3192694"/>
              <a:gd name="connsiteX3748" fmla="*/ 3862452 w 8115305"/>
              <a:gd name="connsiteY3748" fmla="*/ 174677 h 3192694"/>
              <a:gd name="connsiteX3749" fmla="*/ 3817908 w 8115305"/>
              <a:gd name="connsiteY3749" fmla="*/ 165623 h 3192694"/>
              <a:gd name="connsiteX3750" fmla="*/ 3866981 w 8115305"/>
              <a:gd name="connsiteY3750" fmla="*/ 156750 h 3192694"/>
              <a:gd name="connsiteX3751" fmla="*/ 5049599 w 8115305"/>
              <a:gd name="connsiteY3751" fmla="*/ 155663 h 3192694"/>
              <a:gd name="connsiteX3752" fmla="*/ 5092877 w 8115305"/>
              <a:gd name="connsiteY3752" fmla="*/ 163269 h 3192694"/>
              <a:gd name="connsiteX3753" fmla="*/ 5065715 w 8115305"/>
              <a:gd name="connsiteY3753" fmla="*/ 169969 h 3192694"/>
              <a:gd name="connsiteX3754" fmla="*/ 5023161 w 8115305"/>
              <a:gd name="connsiteY3754" fmla="*/ 163089 h 3192694"/>
              <a:gd name="connsiteX3755" fmla="*/ 5049599 w 8115305"/>
              <a:gd name="connsiteY3755" fmla="*/ 155663 h 3192694"/>
              <a:gd name="connsiteX3756" fmla="*/ 3749280 w 8115305"/>
              <a:gd name="connsiteY3756" fmla="*/ 154576 h 3192694"/>
              <a:gd name="connsiteX3757" fmla="*/ 3791834 w 8115305"/>
              <a:gd name="connsiteY3757" fmla="*/ 163267 h 3192694"/>
              <a:gd name="connsiteX3758" fmla="*/ 3742219 w 8115305"/>
              <a:gd name="connsiteY3758" fmla="*/ 172141 h 3192694"/>
              <a:gd name="connsiteX3759" fmla="*/ 3700933 w 8115305"/>
              <a:gd name="connsiteY3759" fmla="*/ 162906 h 3192694"/>
              <a:gd name="connsiteX3760" fmla="*/ 3749280 w 8115305"/>
              <a:gd name="connsiteY3760" fmla="*/ 154576 h 3192694"/>
              <a:gd name="connsiteX3761" fmla="*/ 4930269 w 8115305"/>
              <a:gd name="connsiteY3761" fmla="*/ 153671 h 3192694"/>
              <a:gd name="connsiteX3762" fmla="*/ 4976081 w 8115305"/>
              <a:gd name="connsiteY3762" fmla="*/ 160914 h 3192694"/>
              <a:gd name="connsiteX3763" fmla="*/ 4946747 w 8115305"/>
              <a:gd name="connsiteY3763" fmla="*/ 167976 h 3192694"/>
              <a:gd name="connsiteX3764" fmla="*/ 4900935 w 8115305"/>
              <a:gd name="connsiteY3764" fmla="*/ 160553 h 3192694"/>
              <a:gd name="connsiteX3765" fmla="*/ 4930269 w 8115305"/>
              <a:gd name="connsiteY3765" fmla="*/ 153671 h 3192694"/>
              <a:gd name="connsiteX3766" fmla="*/ 3630492 w 8115305"/>
              <a:gd name="connsiteY3766" fmla="*/ 153310 h 3192694"/>
              <a:gd name="connsiteX3767" fmla="*/ 3668520 w 8115305"/>
              <a:gd name="connsiteY3767" fmla="*/ 161458 h 3192694"/>
              <a:gd name="connsiteX3768" fmla="*/ 3620896 w 8115305"/>
              <a:gd name="connsiteY3768" fmla="*/ 169968 h 3192694"/>
              <a:gd name="connsiteX3769" fmla="*/ 3582144 w 8115305"/>
              <a:gd name="connsiteY3769" fmla="*/ 161458 h 3192694"/>
              <a:gd name="connsiteX3770" fmla="*/ 3630492 w 8115305"/>
              <a:gd name="connsiteY3770" fmla="*/ 153310 h 3192694"/>
              <a:gd name="connsiteX3771" fmla="*/ 4809672 w 8115305"/>
              <a:gd name="connsiteY3771" fmla="*/ 151137 h 3192694"/>
              <a:gd name="connsiteX3772" fmla="*/ 4856389 w 8115305"/>
              <a:gd name="connsiteY3772" fmla="*/ 158017 h 3192694"/>
              <a:gd name="connsiteX3773" fmla="*/ 4826148 w 8115305"/>
              <a:gd name="connsiteY3773" fmla="*/ 165804 h 3192694"/>
              <a:gd name="connsiteX3774" fmla="*/ 4780156 w 8115305"/>
              <a:gd name="connsiteY3774" fmla="*/ 158380 h 3192694"/>
              <a:gd name="connsiteX3775" fmla="*/ 4809672 w 8115305"/>
              <a:gd name="connsiteY3775" fmla="*/ 151137 h 3192694"/>
              <a:gd name="connsiteX3776" fmla="*/ 3515146 w 8115305"/>
              <a:gd name="connsiteY3776" fmla="*/ 151137 h 3192694"/>
              <a:gd name="connsiteX3777" fmla="*/ 3551180 w 8115305"/>
              <a:gd name="connsiteY3777" fmla="*/ 159285 h 3192694"/>
              <a:gd name="connsiteX3778" fmla="*/ 3502651 w 8115305"/>
              <a:gd name="connsiteY3778" fmla="*/ 167252 h 3192694"/>
              <a:gd name="connsiteX3779" fmla="*/ 3467703 w 8115305"/>
              <a:gd name="connsiteY3779" fmla="*/ 158922 h 3192694"/>
              <a:gd name="connsiteX3780" fmla="*/ 3515146 w 8115305"/>
              <a:gd name="connsiteY3780" fmla="*/ 151137 h 3192694"/>
              <a:gd name="connsiteX3781" fmla="*/ 3401430 w 8115305"/>
              <a:gd name="connsiteY3781" fmla="*/ 149871 h 3192694"/>
              <a:gd name="connsiteX3782" fmla="*/ 3433841 w 8115305"/>
              <a:gd name="connsiteY3782" fmla="*/ 157656 h 3192694"/>
              <a:gd name="connsiteX3783" fmla="*/ 3384951 w 8115305"/>
              <a:gd name="connsiteY3783" fmla="*/ 165262 h 3192694"/>
              <a:gd name="connsiteX3784" fmla="*/ 3353805 w 8115305"/>
              <a:gd name="connsiteY3784" fmla="*/ 157295 h 3192694"/>
              <a:gd name="connsiteX3785" fmla="*/ 3401430 w 8115305"/>
              <a:gd name="connsiteY3785" fmla="*/ 149871 h 3192694"/>
              <a:gd name="connsiteX3786" fmla="*/ 4689437 w 8115305"/>
              <a:gd name="connsiteY3786" fmla="*/ 148964 h 3192694"/>
              <a:gd name="connsiteX3787" fmla="*/ 4736154 w 8115305"/>
              <a:gd name="connsiteY3787" fmla="*/ 156751 h 3192694"/>
              <a:gd name="connsiteX3788" fmla="*/ 4701387 w 8115305"/>
              <a:gd name="connsiteY3788" fmla="*/ 164537 h 3192694"/>
              <a:gd name="connsiteX3789" fmla="*/ 4654669 w 8115305"/>
              <a:gd name="connsiteY3789" fmla="*/ 156751 h 3192694"/>
              <a:gd name="connsiteX3790" fmla="*/ 4689437 w 8115305"/>
              <a:gd name="connsiteY3790" fmla="*/ 148964 h 3192694"/>
              <a:gd name="connsiteX3791" fmla="*/ 5745478 w 8115305"/>
              <a:gd name="connsiteY3791" fmla="*/ 148964 h 3192694"/>
              <a:gd name="connsiteX3792" fmla="*/ 5768113 w 8115305"/>
              <a:gd name="connsiteY3792" fmla="*/ 152042 h 3192694"/>
              <a:gd name="connsiteX3793" fmla="*/ 5759602 w 8115305"/>
              <a:gd name="connsiteY3793" fmla="*/ 155122 h 3192694"/>
              <a:gd name="connsiteX3794" fmla="*/ 5735338 w 8115305"/>
              <a:gd name="connsiteY3794" fmla="*/ 151680 h 3192694"/>
              <a:gd name="connsiteX3795" fmla="*/ 5745478 w 8115305"/>
              <a:gd name="connsiteY3795" fmla="*/ 148964 h 3192694"/>
              <a:gd name="connsiteX3796" fmla="*/ 3287530 w 8115305"/>
              <a:gd name="connsiteY3796" fmla="*/ 148059 h 3192694"/>
              <a:gd name="connsiteX3797" fmla="*/ 3317227 w 8115305"/>
              <a:gd name="connsiteY3797" fmla="*/ 155302 h 3192694"/>
              <a:gd name="connsiteX3798" fmla="*/ 3272139 w 8115305"/>
              <a:gd name="connsiteY3798" fmla="*/ 162365 h 3192694"/>
              <a:gd name="connsiteX3799" fmla="*/ 3242442 w 8115305"/>
              <a:gd name="connsiteY3799" fmla="*/ 154939 h 3192694"/>
              <a:gd name="connsiteX3800" fmla="*/ 3287530 w 8115305"/>
              <a:gd name="connsiteY3800" fmla="*/ 148059 h 3192694"/>
              <a:gd name="connsiteX3801" fmla="*/ 3172547 w 8115305"/>
              <a:gd name="connsiteY3801" fmla="*/ 146791 h 3192694"/>
              <a:gd name="connsiteX3802" fmla="*/ 3200434 w 8115305"/>
              <a:gd name="connsiteY3802" fmla="*/ 153490 h 3192694"/>
              <a:gd name="connsiteX3803" fmla="*/ 3156793 w 8115305"/>
              <a:gd name="connsiteY3803" fmla="*/ 160372 h 3192694"/>
              <a:gd name="connsiteX3804" fmla="*/ 3129089 w 8115305"/>
              <a:gd name="connsiteY3804" fmla="*/ 153671 h 3192694"/>
              <a:gd name="connsiteX3805" fmla="*/ 3172547 w 8115305"/>
              <a:gd name="connsiteY3805" fmla="*/ 146791 h 3192694"/>
              <a:gd name="connsiteX3806" fmla="*/ 4571916 w 8115305"/>
              <a:gd name="connsiteY3806" fmla="*/ 146608 h 3192694"/>
              <a:gd name="connsiteX3807" fmla="*/ 4618452 w 8115305"/>
              <a:gd name="connsiteY3807" fmla="*/ 154215 h 3192694"/>
              <a:gd name="connsiteX3808" fmla="*/ 4583143 w 8115305"/>
              <a:gd name="connsiteY3808" fmla="*/ 162363 h 3192694"/>
              <a:gd name="connsiteX3809" fmla="*/ 4535700 w 8115305"/>
              <a:gd name="connsiteY3809" fmla="*/ 154576 h 3192694"/>
              <a:gd name="connsiteX3810" fmla="*/ 4571916 w 8115305"/>
              <a:gd name="connsiteY3810" fmla="*/ 146608 h 3192694"/>
              <a:gd name="connsiteX3811" fmla="*/ 5624338 w 8115305"/>
              <a:gd name="connsiteY3811" fmla="*/ 146067 h 3192694"/>
              <a:gd name="connsiteX3812" fmla="*/ 5650233 w 8115305"/>
              <a:gd name="connsiteY3812" fmla="*/ 149689 h 3192694"/>
              <a:gd name="connsiteX3813" fmla="*/ 5638281 w 8115305"/>
              <a:gd name="connsiteY3813" fmla="*/ 153310 h 3192694"/>
              <a:gd name="connsiteX3814" fmla="*/ 5610939 w 8115305"/>
              <a:gd name="connsiteY3814" fmla="*/ 149327 h 3192694"/>
              <a:gd name="connsiteX3815" fmla="*/ 5624338 w 8115305"/>
              <a:gd name="connsiteY3815" fmla="*/ 146067 h 3192694"/>
              <a:gd name="connsiteX3816" fmla="*/ 4455844 w 8115305"/>
              <a:gd name="connsiteY3816" fmla="*/ 145162 h 3192694"/>
              <a:gd name="connsiteX3817" fmla="*/ 4501839 w 8115305"/>
              <a:gd name="connsiteY3817" fmla="*/ 153130 h 3192694"/>
              <a:gd name="connsiteX3818" fmla="*/ 4462726 w 8115305"/>
              <a:gd name="connsiteY3818" fmla="*/ 161278 h 3192694"/>
              <a:gd name="connsiteX3819" fmla="*/ 4417637 w 8115305"/>
              <a:gd name="connsiteY3819" fmla="*/ 152947 h 3192694"/>
              <a:gd name="connsiteX3820" fmla="*/ 4455844 w 8115305"/>
              <a:gd name="connsiteY3820" fmla="*/ 145162 h 3192694"/>
              <a:gd name="connsiteX3821" fmla="*/ 3056839 w 8115305"/>
              <a:gd name="connsiteY3821" fmla="*/ 145162 h 3192694"/>
              <a:gd name="connsiteX3822" fmla="*/ 3080379 w 8115305"/>
              <a:gd name="connsiteY3822" fmla="*/ 151499 h 3192694"/>
              <a:gd name="connsiteX3823" fmla="*/ 3038188 w 8115305"/>
              <a:gd name="connsiteY3823" fmla="*/ 157656 h 3192694"/>
              <a:gd name="connsiteX3824" fmla="*/ 3014829 w 8115305"/>
              <a:gd name="connsiteY3824" fmla="*/ 151318 h 3192694"/>
              <a:gd name="connsiteX3825" fmla="*/ 3056839 w 8115305"/>
              <a:gd name="connsiteY3825" fmla="*/ 145162 h 3192694"/>
              <a:gd name="connsiteX3826" fmla="*/ 2943847 w 8115305"/>
              <a:gd name="connsiteY3826" fmla="*/ 144074 h 3192694"/>
              <a:gd name="connsiteX3827" fmla="*/ 2964309 w 8115305"/>
              <a:gd name="connsiteY3827" fmla="*/ 149688 h 3192694"/>
              <a:gd name="connsiteX3828" fmla="*/ 2925376 w 8115305"/>
              <a:gd name="connsiteY3828" fmla="*/ 155300 h 3192694"/>
              <a:gd name="connsiteX3829" fmla="*/ 2905276 w 8115305"/>
              <a:gd name="connsiteY3829" fmla="*/ 149506 h 3192694"/>
              <a:gd name="connsiteX3830" fmla="*/ 2943847 w 8115305"/>
              <a:gd name="connsiteY3830" fmla="*/ 144074 h 3192694"/>
              <a:gd name="connsiteX3831" fmla="*/ 5502654 w 8115305"/>
              <a:gd name="connsiteY3831" fmla="*/ 144074 h 3192694"/>
              <a:gd name="connsiteX3832" fmla="*/ 5532892 w 8115305"/>
              <a:gd name="connsiteY3832" fmla="*/ 148057 h 3192694"/>
              <a:gd name="connsiteX3833" fmla="*/ 5519130 w 8115305"/>
              <a:gd name="connsiteY3833" fmla="*/ 152222 h 3192694"/>
              <a:gd name="connsiteX3834" fmla="*/ 5489433 w 8115305"/>
              <a:gd name="connsiteY3834" fmla="*/ 147876 h 3192694"/>
              <a:gd name="connsiteX3835" fmla="*/ 5502654 w 8115305"/>
              <a:gd name="connsiteY3835" fmla="*/ 144074 h 3192694"/>
              <a:gd name="connsiteX3836" fmla="*/ 4339411 w 8115305"/>
              <a:gd name="connsiteY3836" fmla="*/ 142445 h 3192694"/>
              <a:gd name="connsiteX3837" fmla="*/ 4385043 w 8115305"/>
              <a:gd name="connsiteY3837" fmla="*/ 150593 h 3192694"/>
              <a:gd name="connsiteX3838" fmla="*/ 4345930 w 8115305"/>
              <a:gd name="connsiteY3838" fmla="*/ 158560 h 3192694"/>
              <a:gd name="connsiteX3839" fmla="*/ 4300298 w 8115305"/>
              <a:gd name="connsiteY3839" fmla="*/ 150232 h 3192694"/>
              <a:gd name="connsiteX3840" fmla="*/ 4339411 w 8115305"/>
              <a:gd name="connsiteY3840" fmla="*/ 142445 h 3192694"/>
              <a:gd name="connsiteX3841" fmla="*/ 2831780 w 8115305"/>
              <a:gd name="connsiteY3841" fmla="*/ 142082 h 3192694"/>
              <a:gd name="connsiteX3842" fmla="*/ 2849888 w 8115305"/>
              <a:gd name="connsiteY3842" fmla="*/ 147333 h 3192694"/>
              <a:gd name="connsiteX3843" fmla="*/ 2813671 w 8115305"/>
              <a:gd name="connsiteY3843" fmla="*/ 152586 h 3192694"/>
              <a:gd name="connsiteX3844" fmla="*/ 2795566 w 8115305"/>
              <a:gd name="connsiteY3844" fmla="*/ 147152 h 3192694"/>
              <a:gd name="connsiteX3845" fmla="*/ 2831780 w 8115305"/>
              <a:gd name="connsiteY3845" fmla="*/ 142082 h 3192694"/>
              <a:gd name="connsiteX3846" fmla="*/ 4223885 w 8115305"/>
              <a:gd name="connsiteY3846" fmla="*/ 140816 h 3192694"/>
              <a:gd name="connsiteX3847" fmla="*/ 4269153 w 8115305"/>
              <a:gd name="connsiteY3847" fmla="*/ 148784 h 3192694"/>
              <a:gd name="connsiteX3848" fmla="*/ 4228231 w 8115305"/>
              <a:gd name="connsiteY3848" fmla="*/ 156932 h 3192694"/>
              <a:gd name="connsiteX3849" fmla="*/ 4183865 w 8115305"/>
              <a:gd name="connsiteY3849" fmla="*/ 148603 h 3192694"/>
              <a:gd name="connsiteX3850" fmla="*/ 4223885 w 8115305"/>
              <a:gd name="connsiteY3850" fmla="*/ 140816 h 3192694"/>
              <a:gd name="connsiteX3851" fmla="*/ 5382962 w 8115305"/>
              <a:gd name="connsiteY3851" fmla="*/ 140633 h 3192694"/>
              <a:gd name="connsiteX3852" fmla="*/ 5416461 w 8115305"/>
              <a:gd name="connsiteY3852" fmla="*/ 145159 h 3192694"/>
              <a:gd name="connsiteX3853" fmla="*/ 5402338 w 8115305"/>
              <a:gd name="connsiteY3853" fmla="*/ 150049 h 3192694"/>
              <a:gd name="connsiteX3854" fmla="*/ 5367208 w 8115305"/>
              <a:gd name="connsiteY3854" fmla="*/ 145159 h 3192694"/>
              <a:gd name="connsiteX3855" fmla="*/ 5382962 w 8115305"/>
              <a:gd name="connsiteY3855" fmla="*/ 140633 h 3192694"/>
              <a:gd name="connsiteX3856" fmla="*/ 2719148 w 8115305"/>
              <a:gd name="connsiteY3856" fmla="*/ 140453 h 3192694"/>
              <a:gd name="connsiteX3857" fmla="*/ 2734178 w 8115305"/>
              <a:gd name="connsiteY3857" fmla="*/ 145162 h 3192694"/>
              <a:gd name="connsiteX3858" fmla="*/ 2700136 w 8115305"/>
              <a:gd name="connsiteY3858" fmla="*/ 149688 h 3192694"/>
              <a:gd name="connsiteX3859" fmla="*/ 2686737 w 8115305"/>
              <a:gd name="connsiteY3859" fmla="*/ 144618 h 3192694"/>
              <a:gd name="connsiteX3860" fmla="*/ 2719148 w 8115305"/>
              <a:gd name="connsiteY3860" fmla="*/ 140453 h 3192694"/>
              <a:gd name="connsiteX3861" fmla="*/ 5265261 w 8115305"/>
              <a:gd name="connsiteY3861" fmla="*/ 139731 h 3192694"/>
              <a:gd name="connsiteX3862" fmla="*/ 5301476 w 8115305"/>
              <a:gd name="connsiteY3862" fmla="*/ 144801 h 3192694"/>
              <a:gd name="connsiteX3863" fmla="*/ 5284636 w 8115305"/>
              <a:gd name="connsiteY3863" fmla="*/ 149508 h 3192694"/>
              <a:gd name="connsiteX3864" fmla="*/ 5247153 w 8115305"/>
              <a:gd name="connsiteY3864" fmla="*/ 145162 h 3192694"/>
              <a:gd name="connsiteX3865" fmla="*/ 5265261 w 8115305"/>
              <a:gd name="connsiteY3865" fmla="*/ 139731 h 3192694"/>
              <a:gd name="connsiteX3866" fmla="*/ 2607422 w 8115305"/>
              <a:gd name="connsiteY3866" fmla="*/ 139548 h 3192694"/>
              <a:gd name="connsiteX3867" fmla="*/ 2620642 w 8115305"/>
              <a:gd name="connsiteY3867" fmla="*/ 143350 h 3192694"/>
              <a:gd name="connsiteX3868" fmla="*/ 2592394 w 8115305"/>
              <a:gd name="connsiteY3868" fmla="*/ 147335 h 3192694"/>
              <a:gd name="connsiteX3869" fmla="*/ 2579358 w 8115305"/>
              <a:gd name="connsiteY3869" fmla="*/ 143533 h 3192694"/>
              <a:gd name="connsiteX3870" fmla="*/ 2607422 w 8115305"/>
              <a:gd name="connsiteY3870" fmla="*/ 139548 h 3192694"/>
              <a:gd name="connsiteX3871" fmla="*/ 2494783 w 8115305"/>
              <a:gd name="connsiteY3871" fmla="*/ 139006 h 3192694"/>
              <a:gd name="connsiteX3872" fmla="*/ 2505648 w 8115305"/>
              <a:gd name="connsiteY3872" fmla="*/ 141903 h 3192694"/>
              <a:gd name="connsiteX3873" fmla="*/ 2482651 w 8115305"/>
              <a:gd name="connsiteY3873" fmla="*/ 145162 h 3192694"/>
              <a:gd name="connsiteX3874" fmla="*/ 2471787 w 8115305"/>
              <a:gd name="connsiteY3874" fmla="*/ 142265 h 3192694"/>
              <a:gd name="connsiteX3875" fmla="*/ 2494783 w 8115305"/>
              <a:gd name="connsiteY3875" fmla="*/ 139006 h 3192694"/>
              <a:gd name="connsiteX3876" fmla="*/ 4110710 w 8115305"/>
              <a:gd name="connsiteY3876" fmla="*/ 138643 h 3192694"/>
              <a:gd name="connsiteX3877" fmla="*/ 4153264 w 8115305"/>
              <a:gd name="connsiteY3877" fmla="*/ 146430 h 3192694"/>
              <a:gd name="connsiteX3878" fmla="*/ 4111797 w 8115305"/>
              <a:gd name="connsiteY3878" fmla="*/ 154578 h 3192694"/>
              <a:gd name="connsiteX3879" fmla="*/ 4068339 w 8115305"/>
              <a:gd name="connsiteY3879" fmla="*/ 146430 h 3192694"/>
              <a:gd name="connsiteX3880" fmla="*/ 4110710 w 8115305"/>
              <a:gd name="connsiteY3880" fmla="*/ 138643 h 3192694"/>
              <a:gd name="connsiteX3881" fmla="*/ 2379068 w 8115305"/>
              <a:gd name="connsiteY3881" fmla="*/ 137919 h 3192694"/>
              <a:gd name="connsiteX3882" fmla="*/ 2386674 w 8115305"/>
              <a:gd name="connsiteY3882" fmla="*/ 140273 h 3192694"/>
              <a:gd name="connsiteX3883" fmla="*/ 2368566 w 8115305"/>
              <a:gd name="connsiteY3883" fmla="*/ 142807 h 3192694"/>
              <a:gd name="connsiteX3884" fmla="*/ 2360959 w 8115305"/>
              <a:gd name="connsiteY3884" fmla="*/ 140453 h 3192694"/>
              <a:gd name="connsiteX3885" fmla="*/ 2379068 w 8115305"/>
              <a:gd name="connsiteY3885" fmla="*/ 137919 h 3192694"/>
              <a:gd name="connsiteX3886" fmla="*/ 3991562 w 8115305"/>
              <a:gd name="connsiteY3886" fmla="*/ 137194 h 3192694"/>
              <a:gd name="connsiteX3887" fmla="*/ 4033752 w 8115305"/>
              <a:gd name="connsiteY3887" fmla="*/ 144981 h 3192694"/>
              <a:gd name="connsiteX3888" fmla="*/ 3990657 w 8115305"/>
              <a:gd name="connsiteY3888" fmla="*/ 152948 h 3192694"/>
              <a:gd name="connsiteX3889" fmla="*/ 3949371 w 8115305"/>
              <a:gd name="connsiteY3889" fmla="*/ 145162 h 3192694"/>
              <a:gd name="connsiteX3890" fmla="*/ 3991562 w 8115305"/>
              <a:gd name="connsiteY3890" fmla="*/ 137194 h 3192694"/>
              <a:gd name="connsiteX3891" fmla="*/ 5148649 w 8115305"/>
              <a:gd name="connsiteY3891" fmla="*/ 136470 h 3192694"/>
              <a:gd name="connsiteX3892" fmla="*/ 5184864 w 8115305"/>
              <a:gd name="connsiteY3892" fmla="*/ 141901 h 3192694"/>
              <a:gd name="connsiteX3893" fmla="*/ 5164401 w 8115305"/>
              <a:gd name="connsiteY3893" fmla="*/ 147335 h 3192694"/>
              <a:gd name="connsiteX3894" fmla="*/ 5126557 w 8115305"/>
              <a:gd name="connsiteY3894" fmla="*/ 141721 h 3192694"/>
              <a:gd name="connsiteX3895" fmla="*/ 5148649 w 8115305"/>
              <a:gd name="connsiteY3895" fmla="*/ 136470 h 3192694"/>
              <a:gd name="connsiteX3896" fmla="*/ 3878750 w 8115305"/>
              <a:gd name="connsiteY3896" fmla="*/ 135021 h 3192694"/>
              <a:gd name="connsiteX3897" fmla="*/ 3918767 w 8115305"/>
              <a:gd name="connsiteY3897" fmla="*/ 142445 h 3192694"/>
              <a:gd name="connsiteX3898" fmla="*/ 3876940 w 8115305"/>
              <a:gd name="connsiteY3898" fmla="*/ 150595 h 3192694"/>
              <a:gd name="connsiteX3899" fmla="*/ 3835835 w 8115305"/>
              <a:gd name="connsiteY3899" fmla="*/ 142627 h 3192694"/>
              <a:gd name="connsiteX3900" fmla="*/ 3878750 w 8115305"/>
              <a:gd name="connsiteY3900" fmla="*/ 135021 h 3192694"/>
              <a:gd name="connsiteX3901" fmla="*/ 5025877 w 8115305"/>
              <a:gd name="connsiteY3901" fmla="*/ 134478 h 3192694"/>
              <a:gd name="connsiteX3902" fmla="*/ 5066799 w 8115305"/>
              <a:gd name="connsiteY3902" fmla="*/ 139909 h 3192694"/>
              <a:gd name="connsiteX3903" fmla="*/ 5044890 w 8115305"/>
              <a:gd name="connsiteY3903" fmla="*/ 146428 h 3192694"/>
              <a:gd name="connsiteX3904" fmla="*/ 5003241 w 8115305"/>
              <a:gd name="connsiteY3904" fmla="*/ 140272 h 3192694"/>
              <a:gd name="connsiteX3905" fmla="*/ 5025877 w 8115305"/>
              <a:gd name="connsiteY3905" fmla="*/ 134478 h 3192694"/>
              <a:gd name="connsiteX3906" fmla="*/ 3766302 w 8115305"/>
              <a:gd name="connsiteY3906" fmla="*/ 133572 h 3192694"/>
              <a:gd name="connsiteX3907" fmla="*/ 3804327 w 8115305"/>
              <a:gd name="connsiteY3907" fmla="*/ 141359 h 3192694"/>
              <a:gd name="connsiteX3908" fmla="*/ 3758334 w 8115305"/>
              <a:gd name="connsiteY3908" fmla="*/ 148782 h 3192694"/>
              <a:gd name="connsiteX3909" fmla="*/ 3722119 w 8115305"/>
              <a:gd name="connsiteY3909" fmla="*/ 140815 h 3192694"/>
              <a:gd name="connsiteX3910" fmla="*/ 3766302 w 8115305"/>
              <a:gd name="connsiteY3910" fmla="*/ 133572 h 3192694"/>
              <a:gd name="connsiteX3911" fmla="*/ 4910892 w 8115305"/>
              <a:gd name="connsiteY3911" fmla="*/ 132667 h 3192694"/>
              <a:gd name="connsiteX3912" fmla="*/ 4952358 w 8115305"/>
              <a:gd name="connsiteY3912" fmla="*/ 138643 h 3192694"/>
              <a:gd name="connsiteX3913" fmla="*/ 4927914 w 8115305"/>
              <a:gd name="connsiteY3913" fmla="*/ 145162 h 3192694"/>
              <a:gd name="connsiteX3914" fmla="*/ 4886265 w 8115305"/>
              <a:gd name="connsiteY3914" fmla="*/ 139004 h 3192694"/>
              <a:gd name="connsiteX3915" fmla="*/ 4910892 w 8115305"/>
              <a:gd name="connsiteY3915" fmla="*/ 132667 h 3192694"/>
              <a:gd name="connsiteX3916" fmla="*/ 3654033 w 8115305"/>
              <a:gd name="connsiteY3916" fmla="*/ 132124 h 3192694"/>
              <a:gd name="connsiteX3917" fmla="*/ 3690068 w 8115305"/>
              <a:gd name="connsiteY3917" fmla="*/ 139728 h 3192694"/>
              <a:gd name="connsiteX3918" fmla="*/ 3644798 w 8115305"/>
              <a:gd name="connsiteY3918" fmla="*/ 147154 h 3192694"/>
              <a:gd name="connsiteX3919" fmla="*/ 3610031 w 8115305"/>
              <a:gd name="connsiteY3919" fmla="*/ 139367 h 3192694"/>
              <a:gd name="connsiteX3920" fmla="*/ 3654033 w 8115305"/>
              <a:gd name="connsiteY3920" fmla="*/ 132124 h 3192694"/>
              <a:gd name="connsiteX3921" fmla="*/ 3543577 w 8115305"/>
              <a:gd name="connsiteY3921" fmla="*/ 130313 h 3192694"/>
              <a:gd name="connsiteX3922" fmla="*/ 3575264 w 8115305"/>
              <a:gd name="connsiteY3922" fmla="*/ 137375 h 3192694"/>
              <a:gd name="connsiteX3923" fmla="*/ 3531444 w 8115305"/>
              <a:gd name="connsiteY3923" fmla="*/ 144437 h 3192694"/>
              <a:gd name="connsiteX3924" fmla="*/ 3499936 w 8115305"/>
              <a:gd name="connsiteY3924" fmla="*/ 137375 h 3192694"/>
              <a:gd name="connsiteX3925" fmla="*/ 3543577 w 8115305"/>
              <a:gd name="connsiteY3925" fmla="*/ 130313 h 3192694"/>
              <a:gd name="connsiteX3926" fmla="*/ 4796451 w 8115305"/>
              <a:gd name="connsiteY3926" fmla="*/ 130132 h 3192694"/>
              <a:gd name="connsiteX3927" fmla="*/ 4838279 w 8115305"/>
              <a:gd name="connsiteY3927" fmla="*/ 136650 h 3192694"/>
              <a:gd name="connsiteX3928" fmla="*/ 4808402 w 8115305"/>
              <a:gd name="connsiteY3928" fmla="*/ 143169 h 3192694"/>
              <a:gd name="connsiteX3929" fmla="*/ 4767296 w 8115305"/>
              <a:gd name="connsiteY3929" fmla="*/ 136287 h 3192694"/>
              <a:gd name="connsiteX3930" fmla="*/ 4796451 w 8115305"/>
              <a:gd name="connsiteY3930" fmla="*/ 130132 h 3192694"/>
              <a:gd name="connsiteX3931" fmla="*/ 3430585 w 8115305"/>
              <a:gd name="connsiteY3931" fmla="*/ 129226 h 3192694"/>
              <a:gd name="connsiteX3932" fmla="*/ 3457926 w 8115305"/>
              <a:gd name="connsiteY3932" fmla="*/ 136287 h 3192694"/>
              <a:gd name="connsiteX3933" fmla="*/ 3414287 w 8115305"/>
              <a:gd name="connsiteY3933" fmla="*/ 142625 h 3192694"/>
              <a:gd name="connsiteX3934" fmla="*/ 3385858 w 8115305"/>
              <a:gd name="connsiteY3934" fmla="*/ 135563 h 3192694"/>
              <a:gd name="connsiteX3935" fmla="*/ 3430585 w 8115305"/>
              <a:gd name="connsiteY3935" fmla="*/ 129226 h 3192694"/>
              <a:gd name="connsiteX3936" fmla="*/ 4681829 w 8115305"/>
              <a:gd name="connsiteY3936" fmla="*/ 128322 h 3192694"/>
              <a:gd name="connsiteX3937" fmla="*/ 4724564 w 8115305"/>
              <a:gd name="connsiteY3937" fmla="*/ 135202 h 3192694"/>
              <a:gd name="connsiteX3938" fmla="*/ 4694323 w 8115305"/>
              <a:gd name="connsiteY3938" fmla="*/ 141903 h 3192694"/>
              <a:gd name="connsiteX3939" fmla="*/ 4651408 w 8115305"/>
              <a:gd name="connsiteY3939" fmla="*/ 134841 h 3192694"/>
              <a:gd name="connsiteX3940" fmla="*/ 4681829 w 8115305"/>
              <a:gd name="connsiteY3940" fmla="*/ 128322 h 3192694"/>
              <a:gd name="connsiteX3941" fmla="*/ 5706005 w 8115305"/>
              <a:gd name="connsiteY3941" fmla="*/ 128320 h 3192694"/>
              <a:gd name="connsiteX3942" fmla="*/ 5724654 w 8115305"/>
              <a:gd name="connsiteY3942" fmla="*/ 130493 h 3192694"/>
              <a:gd name="connsiteX3943" fmla="*/ 5717955 w 8115305"/>
              <a:gd name="connsiteY3943" fmla="*/ 132847 h 3192694"/>
              <a:gd name="connsiteX3944" fmla="*/ 5699847 w 8115305"/>
              <a:gd name="connsiteY3944" fmla="*/ 130493 h 3192694"/>
              <a:gd name="connsiteX3945" fmla="*/ 5706005 w 8115305"/>
              <a:gd name="connsiteY3945" fmla="*/ 128320 h 3192694"/>
              <a:gd name="connsiteX3946" fmla="*/ 3317409 w 8115305"/>
              <a:gd name="connsiteY3946" fmla="*/ 127234 h 3192694"/>
              <a:gd name="connsiteX3947" fmla="*/ 3344752 w 8115305"/>
              <a:gd name="connsiteY3947" fmla="*/ 133753 h 3192694"/>
              <a:gd name="connsiteX3948" fmla="*/ 3302923 w 8115305"/>
              <a:gd name="connsiteY3948" fmla="*/ 140091 h 3192694"/>
              <a:gd name="connsiteX3949" fmla="*/ 3275760 w 8115305"/>
              <a:gd name="connsiteY3949" fmla="*/ 133392 h 3192694"/>
              <a:gd name="connsiteX3950" fmla="*/ 3317409 w 8115305"/>
              <a:gd name="connsiteY3950" fmla="*/ 127234 h 3192694"/>
              <a:gd name="connsiteX3951" fmla="*/ 3207133 w 8115305"/>
              <a:gd name="connsiteY3951" fmla="*/ 127054 h 3192694"/>
              <a:gd name="connsiteX3952" fmla="*/ 3230855 w 8115305"/>
              <a:gd name="connsiteY3952" fmla="*/ 133390 h 3192694"/>
              <a:gd name="connsiteX3953" fmla="*/ 3190835 w 8115305"/>
              <a:gd name="connsiteY3953" fmla="*/ 138099 h 3192694"/>
              <a:gd name="connsiteX3954" fmla="*/ 3166752 w 8115305"/>
              <a:gd name="connsiteY3954" fmla="*/ 132124 h 3192694"/>
              <a:gd name="connsiteX3955" fmla="*/ 3207133 w 8115305"/>
              <a:gd name="connsiteY3955" fmla="*/ 127054 h 3192694"/>
              <a:gd name="connsiteX3956" fmla="*/ 4567208 w 8115305"/>
              <a:gd name="connsiteY3956" fmla="*/ 125967 h 3192694"/>
              <a:gd name="connsiteX3957" fmla="*/ 4609398 w 8115305"/>
              <a:gd name="connsiteY3957" fmla="*/ 132668 h 3192694"/>
              <a:gd name="connsiteX3958" fmla="*/ 4577529 w 8115305"/>
              <a:gd name="connsiteY3958" fmla="*/ 139729 h 3192694"/>
              <a:gd name="connsiteX3959" fmla="*/ 4536968 w 8115305"/>
              <a:gd name="connsiteY3959" fmla="*/ 132849 h 3192694"/>
              <a:gd name="connsiteX3960" fmla="*/ 4567208 w 8115305"/>
              <a:gd name="connsiteY3960" fmla="*/ 125967 h 3192694"/>
              <a:gd name="connsiteX3961" fmla="*/ 5588847 w 8115305"/>
              <a:gd name="connsiteY3961" fmla="*/ 125425 h 3192694"/>
              <a:gd name="connsiteX3962" fmla="*/ 5610757 w 8115305"/>
              <a:gd name="connsiteY3962" fmla="*/ 128141 h 3192694"/>
              <a:gd name="connsiteX3963" fmla="*/ 5601521 w 8115305"/>
              <a:gd name="connsiteY3963" fmla="*/ 131219 h 3192694"/>
              <a:gd name="connsiteX3964" fmla="*/ 5579792 w 8115305"/>
              <a:gd name="connsiteY3964" fmla="*/ 128503 h 3192694"/>
              <a:gd name="connsiteX3965" fmla="*/ 5588847 w 8115305"/>
              <a:gd name="connsiteY3965" fmla="*/ 125425 h 3192694"/>
              <a:gd name="connsiteX3966" fmla="*/ 3096674 w 8115305"/>
              <a:gd name="connsiteY3966" fmla="*/ 124520 h 3192694"/>
              <a:gd name="connsiteX3967" fmla="*/ 3117679 w 8115305"/>
              <a:gd name="connsiteY3967" fmla="*/ 130132 h 3192694"/>
              <a:gd name="connsiteX3968" fmla="*/ 3081283 w 8115305"/>
              <a:gd name="connsiteY3968" fmla="*/ 135384 h 3192694"/>
              <a:gd name="connsiteX3969" fmla="*/ 3060459 w 8115305"/>
              <a:gd name="connsiteY3969" fmla="*/ 129590 h 3192694"/>
              <a:gd name="connsiteX3970" fmla="*/ 3096674 w 8115305"/>
              <a:gd name="connsiteY3970" fmla="*/ 124520 h 3192694"/>
              <a:gd name="connsiteX3971" fmla="*/ 4456749 w 8115305"/>
              <a:gd name="connsiteY3971" fmla="*/ 124337 h 3192694"/>
              <a:gd name="connsiteX3972" fmla="*/ 4498579 w 8115305"/>
              <a:gd name="connsiteY3972" fmla="*/ 131400 h 3192694"/>
              <a:gd name="connsiteX3973" fmla="*/ 4463451 w 8115305"/>
              <a:gd name="connsiteY3973" fmla="*/ 138462 h 3192694"/>
              <a:gd name="connsiteX3974" fmla="*/ 4420534 w 8115305"/>
              <a:gd name="connsiteY3974" fmla="*/ 131400 h 3192694"/>
              <a:gd name="connsiteX3975" fmla="*/ 4456749 w 8115305"/>
              <a:gd name="connsiteY3975" fmla="*/ 124337 h 3192694"/>
              <a:gd name="connsiteX3976" fmla="*/ 5472958 w 8115305"/>
              <a:gd name="connsiteY3976" fmla="*/ 123613 h 3192694"/>
              <a:gd name="connsiteX3977" fmla="*/ 5499396 w 8115305"/>
              <a:gd name="connsiteY3977" fmla="*/ 127052 h 3192694"/>
              <a:gd name="connsiteX3978" fmla="*/ 5486900 w 8115305"/>
              <a:gd name="connsiteY3978" fmla="*/ 130493 h 3192694"/>
              <a:gd name="connsiteX3979" fmla="*/ 5460464 w 8115305"/>
              <a:gd name="connsiteY3979" fmla="*/ 127052 h 3192694"/>
              <a:gd name="connsiteX3980" fmla="*/ 5472958 w 8115305"/>
              <a:gd name="connsiteY3980" fmla="*/ 123613 h 3192694"/>
              <a:gd name="connsiteX3981" fmla="*/ 2987487 w 8115305"/>
              <a:gd name="connsiteY3981" fmla="*/ 123250 h 3192694"/>
              <a:gd name="connsiteX3982" fmla="*/ 3007043 w 8115305"/>
              <a:gd name="connsiteY3982" fmla="*/ 128140 h 3192694"/>
              <a:gd name="connsiteX3983" fmla="*/ 2973362 w 8115305"/>
              <a:gd name="connsiteY3983" fmla="*/ 133390 h 3192694"/>
              <a:gd name="connsiteX3984" fmla="*/ 2951272 w 8115305"/>
              <a:gd name="connsiteY3984" fmla="*/ 128501 h 3192694"/>
              <a:gd name="connsiteX3985" fmla="*/ 2987487 w 8115305"/>
              <a:gd name="connsiteY3985" fmla="*/ 123250 h 3192694"/>
              <a:gd name="connsiteX3986" fmla="*/ 2877389 w 8115305"/>
              <a:gd name="connsiteY3986" fmla="*/ 122708 h 3192694"/>
              <a:gd name="connsiteX3987" fmla="*/ 2895136 w 8115305"/>
              <a:gd name="connsiteY3987" fmla="*/ 127054 h 3192694"/>
              <a:gd name="connsiteX3988" fmla="*/ 2864191 w 8115305"/>
              <a:gd name="connsiteY3988" fmla="*/ 131581 h 3192694"/>
              <a:gd name="connsiteX3989" fmla="*/ 2846084 w 8115305"/>
              <a:gd name="connsiteY3989" fmla="*/ 127054 h 3192694"/>
              <a:gd name="connsiteX3990" fmla="*/ 2877389 w 8115305"/>
              <a:gd name="connsiteY3990" fmla="*/ 122708 h 3192694"/>
              <a:gd name="connsiteX3991" fmla="*/ 4340499 w 8115305"/>
              <a:gd name="connsiteY3991" fmla="*/ 121984 h 3192694"/>
              <a:gd name="connsiteX3992" fmla="*/ 4380880 w 8115305"/>
              <a:gd name="connsiteY3992" fmla="*/ 129227 h 3192694"/>
              <a:gd name="connsiteX3993" fmla="*/ 4342853 w 8115305"/>
              <a:gd name="connsiteY3993" fmla="*/ 136471 h 3192694"/>
              <a:gd name="connsiteX3994" fmla="*/ 4302291 w 8115305"/>
              <a:gd name="connsiteY3994" fmla="*/ 128864 h 3192694"/>
              <a:gd name="connsiteX3995" fmla="*/ 4340499 w 8115305"/>
              <a:gd name="connsiteY3995" fmla="*/ 121984 h 3192694"/>
              <a:gd name="connsiteX3996" fmla="*/ 5352902 w 8115305"/>
              <a:gd name="connsiteY3996" fmla="*/ 120899 h 3192694"/>
              <a:gd name="connsiteX3997" fmla="*/ 5381150 w 8115305"/>
              <a:gd name="connsiteY3997" fmla="*/ 124881 h 3192694"/>
              <a:gd name="connsiteX3998" fmla="*/ 5366664 w 8115305"/>
              <a:gd name="connsiteY3998" fmla="*/ 128503 h 3192694"/>
              <a:gd name="connsiteX3999" fmla="*/ 5338597 w 8115305"/>
              <a:gd name="connsiteY3999" fmla="*/ 124701 h 3192694"/>
              <a:gd name="connsiteX4000" fmla="*/ 5352902 w 8115305"/>
              <a:gd name="connsiteY4000" fmla="*/ 120899 h 3192694"/>
              <a:gd name="connsiteX4001" fmla="*/ 2764781 w 8115305"/>
              <a:gd name="connsiteY4001" fmla="*/ 120896 h 3192694"/>
              <a:gd name="connsiteX4002" fmla="*/ 2778180 w 8115305"/>
              <a:gd name="connsiteY4002" fmla="*/ 124880 h 3192694"/>
              <a:gd name="connsiteX4003" fmla="*/ 2749389 w 8115305"/>
              <a:gd name="connsiteY4003" fmla="*/ 128502 h 3192694"/>
              <a:gd name="connsiteX4004" fmla="*/ 2736895 w 8115305"/>
              <a:gd name="connsiteY4004" fmla="*/ 124698 h 3192694"/>
              <a:gd name="connsiteX4005" fmla="*/ 2764781 w 8115305"/>
              <a:gd name="connsiteY4005" fmla="*/ 120896 h 3192694"/>
              <a:gd name="connsiteX4006" fmla="*/ 4226239 w 8115305"/>
              <a:gd name="connsiteY4006" fmla="*/ 120534 h 3192694"/>
              <a:gd name="connsiteX4007" fmla="*/ 4268249 w 8115305"/>
              <a:gd name="connsiteY4007" fmla="*/ 127596 h 3192694"/>
              <a:gd name="connsiteX4008" fmla="*/ 4230585 w 8115305"/>
              <a:gd name="connsiteY4008" fmla="*/ 135020 h 3192694"/>
              <a:gd name="connsiteX4009" fmla="*/ 4189480 w 8115305"/>
              <a:gd name="connsiteY4009" fmla="*/ 127777 h 3192694"/>
              <a:gd name="connsiteX4010" fmla="*/ 4226239 w 8115305"/>
              <a:gd name="connsiteY4010" fmla="*/ 120534 h 3192694"/>
              <a:gd name="connsiteX4011" fmla="*/ 2658486 w 8115305"/>
              <a:gd name="connsiteY4011" fmla="*/ 119267 h 3192694"/>
              <a:gd name="connsiteX4012" fmla="*/ 2668447 w 8115305"/>
              <a:gd name="connsiteY4012" fmla="*/ 122708 h 3192694"/>
              <a:gd name="connsiteX4013" fmla="*/ 2643639 w 8115305"/>
              <a:gd name="connsiteY4013" fmla="*/ 125786 h 3192694"/>
              <a:gd name="connsiteX4014" fmla="*/ 2633137 w 8115305"/>
              <a:gd name="connsiteY4014" fmla="*/ 122164 h 3192694"/>
              <a:gd name="connsiteX4015" fmla="*/ 2658486 w 8115305"/>
              <a:gd name="connsiteY4015" fmla="*/ 119267 h 3192694"/>
              <a:gd name="connsiteX4016" fmla="*/ 5238280 w 8115305"/>
              <a:gd name="connsiteY4016" fmla="*/ 118906 h 3192694"/>
              <a:gd name="connsiteX4017" fmla="*/ 5269425 w 8115305"/>
              <a:gd name="connsiteY4017" fmla="*/ 123252 h 3192694"/>
              <a:gd name="connsiteX4018" fmla="*/ 5254034 w 8115305"/>
              <a:gd name="connsiteY4018" fmla="*/ 127598 h 3192694"/>
              <a:gd name="connsiteX4019" fmla="*/ 5221441 w 8115305"/>
              <a:gd name="connsiteY4019" fmla="*/ 123070 h 3192694"/>
              <a:gd name="connsiteX4020" fmla="*/ 5238280 w 8115305"/>
              <a:gd name="connsiteY4020" fmla="*/ 118906 h 3192694"/>
              <a:gd name="connsiteX4021" fmla="*/ 2548020 w 8115305"/>
              <a:gd name="connsiteY4021" fmla="*/ 118362 h 3192694"/>
              <a:gd name="connsiteX4022" fmla="*/ 2557255 w 8115305"/>
              <a:gd name="connsiteY4022" fmla="*/ 121079 h 3192694"/>
              <a:gd name="connsiteX4023" fmla="*/ 2535886 w 8115305"/>
              <a:gd name="connsiteY4023" fmla="*/ 123796 h 3192694"/>
              <a:gd name="connsiteX4024" fmla="*/ 2528101 w 8115305"/>
              <a:gd name="connsiteY4024" fmla="*/ 120898 h 3192694"/>
              <a:gd name="connsiteX4025" fmla="*/ 2548020 w 8115305"/>
              <a:gd name="connsiteY4025" fmla="*/ 118362 h 3192694"/>
              <a:gd name="connsiteX4026" fmla="*/ 4115420 w 8115305"/>
              <a:gd name="connsiteY4026" fmla="*/ 118362 h 3192694"/>
              <a:gd name="connsiteX4027" fmla="*/ 4156705 w 8115305"/>
              <a:gd name="connsiteY4027" fmla="*/ 125242 h 3192694"/>
              <a:gd name="connsiteX4028" fmla="*/ 4118497 w 8115305"/>
              <a:gd name="connsiteY4028" fmla="*/ 132667 h 3192694"/>
              <a:gd name="connsiteX4029" fmla="*/ 4078299 w 8115305"/>
              <a:gd name="connsiteY4029" fmla="*/ 125424 h 3192694"/>
              <a:gd name="connsiteX4030" fmla="*/ 4115420 w 8115305"/>
              <a:gd name="connsiteY4030" fmla="*/ 118362 h 3192694"/>
              <a:gd name="connsiteX4031" fmla="*/ 4005322 w 8115305"/>
              <a:gd name="connsiteY4031" fmla="*/ 116913 h 3192694"/>
              <a:gd name="connsiteX4032" fmla="*/ 4044074 w 8115305"/>
              <a:gd name="connsiteY4032" fmla="*/ 124156 h 3192694"/>
              <a:gd name="connsiteX4033" fmla="*/ 4003693 w 8115305"/>
              <a:gd name="connsiteY4033" fmla="*/ 131219 h 3192694"/>
              <a:gd name="connsiteX4034" fmla="*/ 3966029 w 8115305"/>
              <a:gd name="connsiteY4034" fmla="*/ 123795 h 3192694"/>
              <a:gd name="connsiteX4035" fmla="*/ 4005322 w 8115305"/>
              <a:gd name="connsiteY4035" fmla="*/ 116913 h 3192694"/>
              <a:gd name="connsiteX4036" fmla="*/ 5123659 w 8115305"/>
              <a:gd name="connsiteY4036" fmla="*/ 116370 h 3192694"/>
              <a:gd name="connsiteX4037" fmla="*/ 5157339 w 8115305"/>
              <a:gd name="connsiteY4037" fmla="*/ 121257 h 3192694"/>
              <a:gd name="connsiteX4038" fmla="*/ 5138146 w 8115305"/>
              <a:gd name="connsiteY4038" fmla="*/ 125966 h 3192694"/>
              <a:gd name="connsiteX4039" fmla="*/ 5104283 w 8115305"/>
              <a:gd name="connsiteY4039" fmla="*/ 121077 h 3192694"/>
              <a:gd name="connsiteX4040" fmla="*/ 5123659 w 8115305"/>
              <a:gd name="connsiteY4040" fmla="*/ 116370 h 3192694"/>
              <a:gd name="connsiteX4041" fmla="*/ 3896675 w 8115305"/>
              <a:gd name="connsiteY4041" fmla="*/ 114922 h 3192694"/>
              <a:gd name="connsiteX4042" fmla="*/ 3932166 w 8115305"/>
              <a:gd name="connsiteY4042" fmla="*/ 121804 h 3192694"/>
              <a:gd name="connsiteX4043" fmla="*/ 3892692 w 8115305"/>
              <a:gd name="connsiteY4043" fmla="*/ 128864 h 3192694"/>
              <a:gd name="connsiteX4044" fmla="*/ 3856477 w 8115305"/>
              <a:gd name="connsiteY4044" fmla="*/ 121621 h 3192694"/>
              <a:gd name="connsiteX4045" fmla="*/ 3896675 w 8115305"/>
              <a:gd name="connsiteY4045" fmla="*/ 114922 h 3192694"/>
              <a:gd name="connsiteX4046" fmla="*/ 5009579 w 8115305"/>
              <a:gd name="connsiteY4046" fmla="*/ 114560 h 3192694"/>
              <a:gd name="connsiteX4047" fmla="*/ 5045795 w 8115305"/>
              <a:gd name="connsiteY4047" fmla="*/ 119631 h 3192694"/>
              <a:gd name="connsiteX4048" fmla="*/ 5025695 w 8115305"/>
              <a:gd name="connsiteY4048" fmla="*/ 124701 h 3192694"/>
              <a:gd name="connsiteX4049" fmla="*/ 4989479 w 8115305"/>
              <a:gd name="connsiteY4049" fmla="*/ 119631 h 3192694"/>
              <a:gd name="connsiteX4050" fmla="*/ 5009579 w 8115305"/>
              <a:gd name="connsiteY4050" fmla="*/ 114560 h 3192694"/>
              <a:gd name="connsiteX4051" fmla="*/ 3783866 w 8115305"/>
              <a:gd name="connsiteY4051" fmla="*/ 113836 h 3192694"/>
              <a:gd name="connsiteX4052" fmla="*/ 3815916 w 8115305"/>
              <a:gd name="connsiteY4052" fmla="*/ 120535 h 3192694"/>
              <a:gd name="connsiteX4053" fmla="*/ 3774994 w 8115305"/>
              <a:gd name="connsiteY4053" fmla="*/ 127054 h 3192694"/>
              <a:gd name="connsiteX4054" fmla="*/ 3742943 w 8115305"/>
              <a:gd name="connsiteY4054" fmla="*/ 120174 h 3192694"/>
              <a:gd name="connsiteX4055" fmla="*/ 3783866 w 8115305"/>
              <a:gd name="connsiteY4055" fmla="*/ 113836 h 3192694"/>
              <a:gd name="connsiteX4056" fmla="*/ 4897854 w 8115305"/>
              <a:gd name="connsiteY4056" fmla="*/ 112024 h 3192694"/>
              <a:gd name="connsiteX4057" fmla="*/ 4934069 w 8115305"/>
              <a:gd name="connsiteY4057" fmla="*/ 117638 h 3192694"/>
              <a:gd name="connsiteX4058" fmla="*/ 4910348 w 8115305"/>
              <a:gd name="connsiteY4058" fmla="*/ 123069 h 3192694"/>
              <a:gd name="connsiteX4059" fmla="*/ 4874133 w 8115305"/>
              <a:gd name="connsiteY4059" fmla="*/ 117457 h 3192694"/>
              <a:gd name="connsiteX4060" fmla="*/ 4897854 w 8115305"/>
              <a:gd name="connsiteY4060" fmla="*/ 112024 h 3192694"/>
              <a:gd name="connsiteX4061" fmla="*/ 3674314 w 8115305"/>
              <a:gd name="connsiteY4061" fmla="*/ 111841 h 3192694"/>
              <a:gd name="connsiteX4062" fmla="*/ 3705459 w 8115305"/>
              <a:gd name="connsiteY4062" fmla="*/ 118179 h 3192694"/>
              <a:gd name="connsiteX4063" fmla="*/ 3665259 w 8115305"/>
              <a:gd name="connsiteY4063" fmla="*/ 124698 h 3192694"/>
              <a:gd name="connsiteX4064" fmla="*/ 3634113 w 8115305"/>
              <a:gd name="connsiteY4064" fmla="*/ 118179 h 3192694"/>
              <a:gd name="connsiteX4065" fmla="*/ 3674314 w 8115305"/>
              <a:gd name="connsiteY4065" fmla="*/ 111841 h 3192694"/>
              <a:gd name="connsiteX4066" fmla="*/ 3563855 w 8115305"/>
              <a:gd name="connsiteY4066" fmla="*/ 110575 h 3192694"/>
              <a:gd name="connsiteX4067" fmla="*/ 3595001 w 8115305"/>
              <a:gd name="connsiteY4067" fmla="*/ 116733 h 3192694"/>
              <a:gd name="connsiteX4068" fmla="*/ 3555525 w 8115305"/>
              <a:gd name="connsiteY4068" fmla="*/ 123071 h 3192694"/>
              <a:gd name="connsiteX4069" fmla="*/ 3525286 w 8115305"/>
              <a:gd name="connsiteY4069" fmla="*/ 116913 h 3192694"/>
              <a:gd name="connsiteX4070" fmla="*/ 3563855 w 8115305"/>
              <a:gd name="connsiteY4070" fmla="*/ 110575 h 3192694"/>
              <a:gd name="connsiteX4071" fmla="*/ 4786853 w 8115305"/>
              <a:gd name="connsiteY4071" fmla="*/ 110395 h 3192694"/>
              <a:gd name="connsiteX4072" fmla="*/ 4823793 w 8115305"/>
              <a:gd name="connsiteY4072" fmla="*/ 116189 h 3192694"/>
              <a:gd name="connsiteX4073" fmla="*/ 4798805 w 8115305"/>
              <a:gd name="connsiteY4073" fmla="*/ 121803 h 3192694"/>
              <a:gd name="connsiteX4074" fmla="*/ 4761141 w 8115305"/>
              <a:gd name="connsiteY4074" fmla="*/ 116189 h 3192694"/>
              <a:gd name="connsiteX4075" fmla="*/ 4786853 w 8115305"/>
              <a:gd name="connsiteY4075" fmla="*/ 110395 h 3192694"/>
              <a:gd name="connsiteX4076" fmla="*/ 3457382 w 8115305"/>
              <a:gd name="connsiteY4076" fmla="*/ 108946 h 3192694"/>
              <a:gd name="connsiteX4077" fmla="*/ 3484001 w 8115305"/>
              <a:gd name="connsiteY4077" fmla="*/ 114740 h 3192694"/>
              <a:gd name="connsiteX4078" fmla="*/ 3447786 w 8115305"/>
              <a:gd name="connsiteY4078" fmla="*/ 120535 h 3192694"/>
              <a:gd name="connsiteX4079" fmla="*/ 3420443 w 8115305"/>
              <a:gd name="connsiteY4079" fmla="*/ 114560 h 3192694"/>
              <a:gd name="connsiteX4080" fmla="*/ 3457382 w 8115305"/>
              <a:gd name="connsiteY4080" fmla="*/ 108946 h 3192694"/>
              <a:gd name="connsiteX4081" fmla="*/ 4672234 w 8115305"/>
              <a:gd name="connsiteY4081" fmla="*/ 108222 h 3192694"/>
              <a:gd name="connsiteX4082" fmla="*/ 4708630 w 8115305"/>
              <a:gd name="connsiteY4082" fmla="*/ 114197 h 3192694"/>
              <a:gd name="connsiteX4083" fmla="*/ 4681287 w 8115305"/>
              <a:gd name="connsiteY4083" fmla="*/ 119811 h 3192694"/>
              <a:gd name="connsiteX4084" fmla="*/ 4643803 w 8115305"/>
              <a:gd name="connsiteY4084" fmla="*/ 113655 h 3192694"/>
              <a:gd name="connsiteX4085" fmla="*/ 4672234 w 8115305"/>
              <a:gd name="connsiteY4085" fmla="*/ 108222 h 3192694"/>
              <a:gd name="connsiteX4086" fmla="*/ 3349642 w 8115305"/>
              <a:gd name="connsiteY4086" fmla="*/ 107678 h 3192694"/>
              <a:gd name="connsiteX4087" fmla="*/ 3374269 w 8115305"/>
              <a:gd name="connsiteY4087" fmla="*/ 113293 h 3192694"/>
              <a:gd name="connsiteX4088" fmla="*/ 3336965 w 8115305"/>
              <a:gd name="connsiteY4088" fmla="*/ 118905 h 3192694"/>
              <a:gd name="connsiteX4089" fmla="*/ 3312339 w 8115305"/>
              <a:gd name="connsiteY4089" fmla="*/ 113110 h 3192694"/>
              <a:gd name="connsiteX4090" fmla="*/ 3349642 w 8115305"/>
              <a:gd name="connsiteY4090" fmla="*/ 107678 h 3192694"/>
              <a:gd name="connsiteX4091" fmla="*/ 5553897 w 8115305"/>
              <a:gd name="connsiteY4091" fmla="*/ 106593 h 3192694"/>
              <a:gd name="connsiteX4092" fmla="*/ 5570376 w 8115305"/>
              <a:gd name="connsiteY4092" fmla="*/ 108947 h 3192694"/>
              <a:gd name="connsiteX4093" fmla="*/ 5561865 w 8115305"/>
              <a:gd name="connsiteY4093" fmla="*/ 110939 h 3192694"/>
              <a:gd name="connsiteX4094" fmla="*/ 5545388 w 8115305"/>
              <a:gd name="connsiteY4094" fmla="*/ 108586 h 3192694"/>
              <a:gd name="connsiteX4095" fmla="*/ 5553897 w 8115305"/>
              <a:gd name="connsiteY4095" fmla="*/ 106593 h 3192694"/>
              <a:gd name="connsiteX4096" fmla="*/ 4561051 w 8115305"/>
              <a:gd name="connsiteY4096" fmla="*/ 106591 h 3192694"/>
              <a:gd name="connsiteX4097" fmla="*/ 4599078 w 8115305"/>
              <a:gd name="connsiteY4097" fmla="*/ 112567 h 3192694"/>
              <a:gd name="connsiteX4098" fmla="*/ 4569562 w 8115305"/>
              <a:gd name="connsiteY4098" fmla="*/ 118723 h 3192694"/>
              <a:gd name="connsiteX4099" fmla="*/ 4531354 w 8115305"/>
              <a:gd name="connsiteY4099" fmla="*/ 112385 h 3192694"/>
              <a:gd name="connsiteX4100" fmla="*/ 4561051 w 8115305"/>
              <a:gd name="connsiteY4100" fmla="*/ 106591 h 3192694"/>
              <a:gd name="connsiteX4101" fmla="*/ 3241900 w 8115305"/>
              <a:gd name="connsiteY4101" fmla="*/ 106049 h 3192694"/>
              <a:gd name="connsiteX4102" fmla="*/ 3264534 w 8115305"/>
              <a:gd name="connsiteY4102" fmla="*/ 110937 h 3192694"/>
              <a:gd name="connsiteX4103" fmla="*/ 3228319 w 8115305"/>
              <a:gd name="connsiteY4103" fmla="*/ 116190 h 3192694"/>
              <a:gd name="connsiteX4104" fmla="*/ 3206952 w 8115305"/>
              <a:gd name="connsiteY4104" fmla="*/ 111119 h 3192694"/>
              <a:gd name="connsiteX4105" fmla="*/ 3241900 w 8115305"/>
              <a:gd name="connsiteY4105" fmla="*/ 106049 h 3192694"/>
              <a:gd name="connsiteX4106" fmla="*/ 3131263 w 8115305"/>
              <a:gd name="connsiteY4106" fmla="*/ 104418 h 3192694"/>
              <a:gd name="connsiteX4107" fmla="*/ 3151724 w 8115305"/>
              <a:gd name="connsiteY4107" fmla="*/ 108945 h 3192694"/>
              <a:gd name="connsiteX4108" fmla="*/ 3120036 w 8115305"/>
              <a:gd name="connsiteY4108" fmla="*/ 114015 h 3192694"/>
              <a:gd name="connsiteX4109" fmla="*/ 3097582 w 8115305"/>
              <a:gd name="connsiteY4109" fmla="*/ 109308 h 3192694"/>
              <a:gd name="connsiteX4110" fmla="*/ 3131263 w 8115305"/>
              <a:gd name="connsiteY4110" fmla="*/ 104418 h 3192694"/>
              <a:gd name="connsiteX4111" fmla="*/ 4450774 w 8115305"/>
              <a:gd name="connsiteY4111" fmla="*/ 104239 h 3192694"/>
              <a:gd name="connsiteX4112" fmla="*/ 4489163 w 8115305"/>
              <a:gd name="connsiteY4112" fmla="*/ 110575 h 3192694"/>
              <a:gd name="connsiteX4113" fmla="*/ 4457113 w 8115305"/>
              <a:gd name="connsiteY4113" fmla="*/ 116733 h 3192694"/>
              <a:gd name="connsiteX4114" fmla="*/ 4419629 w 8115305"/>
              <a:gd name="connsiteY4114" fmla="*/ 110214 h 3192694"/>
              <a:gd name="connsiteX4115" fmla="*/ 4450774 w 8115305"/>
              <a:gd name="connsiteY4115" fmla="*/ 104239 h 3192694"/>
              <a:gd name="connsiteX4116" fmla="*/ 5440905 w 8115305"/>
              <a:gd name="connsiteY4116" fmla="*/ 104237 h 3192694"/>
              <a:gd name="connsiteX4117" fmla="*/ 5461186 w 8115305"/>
              <a:gd name="connsiteY4117" fmla="*/ 106954 h 3192694"/>
              <a:gd name="connsiteX4118" fmla="*/ 5451228 w 8115305"/>
              <a:gd name="connsiteY4118" fmla="*/ 109668 h 3192694"/>
              <a:gd name="connsiteX4119" fmla="*/ 5430765 w 8115305"/>
              <a:gd name="connsiteY4119" fmla="*/ 106954 h 3192694"/>
              <a:gd name="connsiteX4120" fmla="*/ 5440905 w 8115305"/>
              <a:gd name="connsiteY4120" fmla="*/ 104237 h 3192694"/>
              <a:gd name="connsiteX4121" fmla="*/ 3023522 w 8115305"/>
              <a:gd name="connsiteY4121" fmla="*/ 104057 h 3192694"/>
              <a:gd name="connsiteX4122" fmla="*/ 3041630 w 8115305"/>
              <a:gd name="connsiteY4122" fmla="*/ 108403 h 3192694"/>
              <a:gd name="connsiteX4123" fmla="*/ 3012114 w 8115305"/>
              <a:gd name="connsiteY4123" fmla="*/ 112568 h 3192694"/>
              <a:gd name="connsiteX4124" fmla="*/ 2994006 w 8115305"/>
              <a:gd name="connsiteY4124" fmla="*/ 108222 h 3192694"/>
              <a:gd name="connsiteX4125" fmla="*/ 3023522 w 8115305"/>
              <a:gd name="connsiteY4125" fmla="*/ 104057 h 3192694"/>
              <a:gd name="connsiteX4126" fmla="*/ 4341040 w 8115305"/>
              <a:gd name="connsiteY4126" fmla="*/ 102608 h 3192694"/>
              <a:gd name="connsiteX4127" fmla="*/ 4379611 w 8115305"/>
              <a:gd name="connsiteY4127" fmla="*/ 108946 h 3192694"/>
              <a:gd name="connsiteX4128" fmla="*/ 4347017 w 8115305"/>
              <a:gd name="connsiteY4128" fmla="*/ 115102 h 3192694"/>
              <a:gd name="connsiteX4129" fmla="*/ 4309534 w 8115305"/>
              <a:gd name="connsiteY4129" fmla="*/ 108946 h 3192694"/>
              <a:gd name="connsiteX4130" fmla="*/ 4341040 w 8115305"/>
              <a:gd name="connsiteY4130" fmla="*/ 102608 h 3192694"/>
              <a:gd name="connsiteX4131" fmla="*/ 2915959 w 8115305"/>
              <a:gd name="connsiteY4131" fmla="*/ 102428 h 3192694"/>
              <a:gd name="connsiteX4132" fmla="*/ 2934249 w 8115305"/>
              <a:gd name="connsiteY4132" fmla="*/ 106049 h 3192694"/>
              <a:gd name="connsiteX4133" fmla="*/ 2907630 w 8115305"/>
              <a:gd name="connsiteY4133" fmla="*/ 110031 h 3192694"/>
              <a:gd name="connsiteX4134" fmla="*/ 2889522 w 8115305"/>
              <a:gd name="connsiteY4134" fmla="*/ 106410 h 3192694"/>
              <a:gd name="connsiteX4135" fmla="*/ 2915959 w 8115305"/>
              <a:gd name="connsiteY4135" fmla="*/ 102428 h 3192694"/>
              <a:gd name="connsiteX4136" fmla="*/ 2812586 w 8115305"/>
              <a:gd name="connsiteY4136" fmla="*/ 102245 h 3192694"/>
              <a:gd name="connsiteX4137" fmla="*/ 2824899 w 8115305"/>
              <a:gd name="connsiteY4137" fmla="*/ 105867 h 3192694"/>
              <a:gd name="connsiteX4138" fmla="*/ 2800093 w 8115305"/>
              <a:gd name="connsiteY4138" fmla="*/ 108946 h 3192694"/>
              <a:gd name="connsiteX4139" fmla="*/ 2787597 w 8115305"/>
              <a:gd name="connsiteY4139" fmla="*/ 105505 h 3192694"/>
              <a:gd name="connsiteX4140" fmla="*/ 2812586 w 8115305"/>
              <a:gd name="connsiteY4140" fmla="*/ 102245 h 3192694"/>
              <a:gd name="connsiteX4141" fmla="*/ 4234023 w 8115305"/>
              <a:gd name="connsiteY4141" fmla="*/ 101523 h 3192694"/>
              <a:gd name="connsiteX4142" fmla="*/ 4270239 w 8115305"/>
              <a:gd name="connsiteY4142" fmla="*/ 108042 h 3192694"/>
              <a:gd name="connsiteX4143" fmla="*/ 4236016 w 8115305"/>
              <a:gd name="connsiteY4143" fmla="*/ 114016 h 3192694"/>
              <a:gd name="connsiteX4144" fmla="*/ 4199800 w 8115305"/>
              <a:gd name="connsiteY4144" fmla="*/ 107317 h 3192694"/>
              <a:gd name="connsiteX4145" fmla="*/ 4234023 w 8115305"/>
              <a:gd name="connsiteY4145" fmla="*/ 101523 h 3192694"/>
              <a:gd name="connsiteX4146" fmla="*/ 5326464 w 8115305"/>
              <a:gd name="connsiteY4146" fmla="*/ 101522 h 3192694"/>
              <a:gd name="connsiteX4147" fmla="*/ 5351815 w 8115305"/>
              <a:gd name="connsiteY4147" fmla="*/ 104781 h 3192694"/>
              <a:gd name="connsiteX4148" fmla="*/ 5340226 w 8115305"/>
              <a:gd name="connsiteY4148" fmla="*/ 108221 h 3192694"/>
              <a:gd name="connsiteX4149" fmla="*/ 5315600 w 8115305"/>
              <a:gd name="connsiteY4149" fmla="*/ 104963 h 3192694"/>
              <a:gd name="connsiteX4150" fmla="*/ 5326464 w 8115305"/>
              <a:gd name="connsiteY4150" fmla="*/ 101522 h 3192694"/>
              <a:gd name="connsiteX4151" fmla="*/ 2708274 w 8115305"/>
              <a:gd name="connsiteY4151" fmla="*/ 100072 h 3192694"/>
              <a:gd name="connsiteX4152" fmla="*/ 2717329 w 8115305"/>
              <a:gd name="connsiteY4152" fmla="*/ 102789 h 3192694"/>
              <a:gd name="connsiteX4153" fmla="*/ 2695781 w 8115305"/>
              <a:gd name="connsiteY4153" fmla="*/ 105505 h 3192694"/>
              <a:gd name="connsiteX4154" fmla="*/ 2686729 w 8115305"/>
              <a:gd name="connsiteY4154" fmla="*/ 102789 h 3192694"/>
              <a:gd name="connsiteX4155" fmla="*/ 2708274 w 8115305"/>
              <a:gd name="connsiteY4155" fmla="*/ 100072 h 3192694"/>
              <a:gd name="connsiteX4156" fmla="*/ 5216733 w 8115305"/>
              <a:gd name="connsiteY4156" fmla="*/ 99891 h 3192694"/>
              <a:gd name="connsiteX4157" fmla="*/ 5243170 w 8115305"/>
              <a:gd name="connsiteY4157" fmla="*/ 103694 h 3192694"/>
              <a:gd name="connsiteX4158" fmla="*/ 5228140 w 8115305"/>
              <a:gd name="connsiteY4158" fmla="*/ 107134 h 3192694"/>
              <a:gd name="connsiteX4159" fmla="*/ 5202789 w 8115305"/>
              <a:gd name="connsiteY4159" fmla="*/ 103513 h 3192694"/>
              <a:gd name="connsiteX4160" fmla="*/ 5216733 w 8115305"/>
              <a:gd name="connsiteY4160" fmla="*/ 99891 h 3192694"/>
              <a:gd name="connsiteX4161" fmla="*/ 2600168 w 8115305"/>
              <a:gd name="connsiteY4161" fmla="*/ 99530 h 3192694"/>
              <a:gd name="connsiteX4162" fmla="*/ 2608860 w 8115305"/>
              <a:gd name="connsiteY4162" fmla="*/ 101340 h 3192694"/>
              <a:gd name="connsiteX4163" fmla="*/ 2592744 w 8115305"/>
              <a:gd name="connsiteY4163" fmla="*/ 103513 h 3192694"/>
              <a:gd name="connsiteX4164" fmla="*/ 2585499 w 8115305"/>
              <a:gd name="connsiteY4164" fmla="*/ 101521 h 3192694"/>
              <a:gd name="connsiteX4165" fmla="*/ 2600168 w 8115305"/>
              <a:gd name="connsiteY4165" fmla="*/ 99530 h 3192694"/>
              <a:gd name="connsiteX4166" fmla="*/ 4121936 w 8115305"/>
              <a:gd name="connsiteY4166" fmla="*/ 99530 h 3192694"/>
              <a:gd name="connsiteX4167" fmla="*/ 4156703 w 8115305"/>
              <a:gd name="connsiteY4167" fmla="*/ 105505 h 3192694"/>
              <a:gd name="connsiteX4168" fmla="*/ 4121575 w 8115305"/>
              <a:gd name="connsiteY4168" fmla="*/ 111843 h 3192694"/>
              <a:gd name="connsiteX4169" fmla="*/ 4086808 w 8115305"/>
              <a:gd name="connsiteY4169" fmla="*/ 105505 h 3192694"/>
              <a:gd name="connsiteX4170" fmla="*/ 4121936 w 8115305"/>
              <a:gd name="connsiteY4170" fmla="*/ 99530 h 3192694"/>
              <a:gd name="connsiteX4171" fmla="*/ 4014196 w 8115305"/>
              <a:gd name="connsiteY4171" fmla="*/ 98081 h 3192694"/>
              <a:gd name="connsiteX4172" fmla="*/ 4048421 w 8115305"/>
              <a:gd name="connsiteY4172" fmla="*/ 104239 h 3192694"/>
              <a:gd name="connsiteX4173" fmla="*/ 4014196 w 8115305"/>
              <a:gd name="connsiteY4173" fmla="*/ 110394 h 3192694"/>
              <a:gd name="connsiteX4174" fmla="*/ 3977981 w 8115305"/>
              <a:gd name="connsiteY4174" fmla="*/ 104419 h 3192694"/>
              <a:gd name="connsiteX4175" fmla="*/ 4014196 w 8115305"/>
              <a:gd name="connsiteY4175" fmla="*/ 98081 h 3192694"/>
              <a:gd name="connsiteX4176" fmla="*/ 5104825 w 8115305"/>
              <a:gd name="connsiteY4176" fmla="*/ 97538 h 3192694"/>
              <a:gd name="connsiteX4177" fmla="*/ 5134522 w 8115305"/>
              <a:gd name="connsiteY4177" fmla="*/ 101521 h 3192694"/>
              <a:gd name="connsiteX4178" fmla="*/ 5117682 w 8115305"/>
              <a:gd name="connsiteY4178" fmla="*/ 105506 h 3192694"/>
              <a:gd name="connsiteX4179" fmla="*/ 5088710 w 8115305"/>
              <a:gd name="connsiteY4179" fmla="*/ 101340 h 3192694"/>
              <a:gd name="connsiteX4180" fmla="*/ 5104825 w 8115305"/>
              <a:gd name="connsiteY4180" fmla="*/ 97538 h 3192694"/>
              <a:gd name="connsiteX4181" fmla="*/ 3907723 w 8115305"/>
              <a:gd name="connsiteY4181" fmla="*/ 96813 h 3192694"/>
              <a:gd name="connsiteX4182" fmla="*/ 3940317 w 8115305"/>
              <a:gd name="connsiteY4182" fmla="*/ 102969 h 3192694"/>
              <a:gd name="connsiteX4183" fmla="*/ 3904101 w 8115305"/>
              <a:gd name="connsiteY4183" fmla="*/ 108946 h 3192694"/>
              <a:gd name="connsiteX4184" fmla="*/ 3871507 w 8115305"/>
              <a:gd name="connsiteY4184" fmla="*/ 102789 h 3192694"/>
              <a:gd name="connsiteX4185" fmla="*/ 3907723 w 8115305"/>
              <a:gd name="connsiteY4185" fmla="*/ 96813 h 3192694"/>
              <a:gd name="connsiteX4186" fmla="*/ 4993102 w 8115305"/>
              <a:gd name="connsiteY4186" fmla="*/ 95909 h 3192694"/>
              <a:gd name="connsiteX4187" fmla="*/ 5021892 w 8115305"/>
              <a:gd name="connsiteY4187" fmla="*/ 100255 h 3192694"/>
              <a:gd name="connsiteX4188" fmla="*/ 5003784 w 8115305"/>
              <a:gd name="connsiteY4188" fmla="*/ 104420 h 3192694"/>
              <a:gd name="connsiteX4189" fmla="*/ 4973363 w 8115305"/>
              <a:gd name="connsiteY4189" fmla="*/ 99894 h 3192694"/>
              <a:gd name="connsiteX4190" fmla="*/ 4993102 w 8115305"/>
              <a:gd name="connsiteY4190" fmla="*/ 95909 h 3192694"/>
              <a:gd name="connsiteX4191" fmla="*/ 3799620 w 8115305"/>
              <a:gd name="connsiteY4191" fmla="*/ 94821 h 3192694"/>
              <a:gd name="connsiteX4192" fmla="*/ 3832214 w 8115305"/>
              <a:gd name="connsiteY4192" fmla="*/ 100435 h 3192694"/>
              <a:gd name="connsiteX4193" fmla="*/ 3797265 w 8115305"/>
              <a:gd name="connsiteY4193" fmla="*/ 106771 h 3192694"/>
              <a:gd name="connsiteX4194" fmla="*/ 3764670 w 8115305"/>
              <a:gd name="connsiteY4194" fmla="*/ 100796 h 3192694"/>
              <a:gd name="connsiteX4195" fmla="*/ 3799620 w 8115305"/>
              <a:gd name="connsiteY4195" fmla="*/ 94821 h 3192694"/>
              <a:gd name="connsiteX4196" fmla="*/ 4883006 w 8115305"/>
              <a:gd name="connsiteY4196" fmla="*/ 93555 h 3192694"/>
              <a:gd name="connsiteX4197" fmla="*/ 4913790 w 8115305"/>
              <a:gd name="connsiteY4197" fmla="*/ 98081 h 3192694"/>
              <a:gd name="connsiteX4198" fmla="*/ 4892604 w 8115305"/>
              <a:gd name="connsiteY4198" fmla="*/ 102790 h 3192694"/>
              <a:gd name="connsiteX4199" fmla="*/ 4860371 w 8115305"/>
              <a:gd name="connsiteY4199" fmla="*/ 97901 h 3192694"/>
              <a:gd name="connsiteX4200" fmla="*/ 4883006 w 8115305"/>
              <a:gd name="connsiteY4200" fmla="*/ 93555 h 3192694"/>
              <a:gd name="connsiteX4201" fmla="*/ 3696587 w 8115305"/>
              <a:gd name="connsiteY4201" fmla="*/ 93192 h 3192694"/>
              <a:gd name="connsiteX4202" fmla="*/ 3723928 w 8115305"/>
              <a:gd name="connsiteY4202" fmla="*/ 99168 h 3192694"/>
              <a:gd name="connsiteX4203" fmla="*/ 3687713 w 8115305"/>
              <a:gd name="connsiteY4203" fmla="*/ 104420 h 3192694"/>
              <a:gd name="connsiteX4204" fmla="*/ 3660371 w 8115305"/>
              <a:gd name="connsiteY4204" fmla="*/ 98443 h 3192694"/>
              <a:gd name="connsiteX4205" fmla="*/ 3696587 w 8115305"/>
              <a:gd name="connsiteY4205" fmla="*/ 93192 h 3192694"/>
              <a:gd name="connsiteX4206" fmla="*/ 3589207 w 8115305"/>
              <a:gd name="connsiteY4206" fmla="*/ 92107 h 3192694"/>
              <a:gd name="connsiteX4207" fmla="*/ 3616189 w 8115305"/>
              <a:gd name="connsiteY4207" fmla="*/ 97357 h 3192694"/>
              <a:gd name="connsiteX4208" fmla="*/ 3581422 w 8115305"/>
              <a:gd name="connsiteY4208" fmla="*/ 102789 h 3192694"/>
              <a:gd name="connsiteX4209" fmla="*/ 3554440 w 8115305"/>
              <a:gd name="connsiteY4209" fmla="*/ 97538 h 3192694"/>
              <a:gd name="connsiteX4210" fmla="*/ 3589207 w 8115305"/>
              <a:gd name="connsiteY4210" fmla="*/ 92107 h 3192694"/>
              <a:gd name="connsiteX4211" fmla="*/ 4772913 w 8115305"/>
              <a:gd name="connsiteY4211" fmla="*/ 91924 h 3192694"/>
              <a:gd name="connsiteX4212" fmla="*/ 4805868 w 8115305"/>
              <a:gd name="connsiteY4212" fmla="*/ 96813 h 3192694"/>
              <a:gd name="connsiteX4213" fmla="*/ 4783234 w 8115305"/>
              <a:gd name="connsiteY4213" fmla="*/ 101520 h 3192694"/>
              <a:gd name="connsiteX4214" fmla="*/ 4751003 w 8115305"/>
              <a:gd name="connsiteY4214" fmla="*/ 96450 h 3192694"/>
              <a:gd name="connsiteX4215" fmla="*/ 4772913 w 8115305"/>
              <a:gd name="connsiteY4215" fmla="*/ 91924 h 3192694"/>
              <a:gd name="connsiteX4216" fmla="*/ 3482009 w 8115305"/>
              <a:gd name="connsiteY4216" fmla="*/ 90295 h 3192694"/>
              <a:gd name="connsiteX4217" fmla="*/ 3505912 w 8115305"/>
              <a:gd name="connsiteY4217" fmla="*/ 95546 h 3192694"/>
              <a:gd name="connsiteX4218" fmla="*/ 3469696 w 8115305"/>
              <a:gd name="connsiteY4218" fmla="*/ 100617 h 3192694"/>
              <a:gd name="connsiteX4219" fmla="*/ 3445794 w 8115305"/>
              <a:gd name="connsiteY4219" fmla="*/ 95365 h 3192694"/>
              <a:gd name="connsiteX4220" fmla="*/ 3482009 w 8115305"/>
              <a:gd name="connsiteY4220" fmla="*/ 90295 h 3192694"/>
              <a:gd name="connsiteX4221" fmla="*/ 4665170 w 8115305"/>
              <a:gd name="connsiteY4221" fmla="*/ 89753 h 3192694"/>
              <a:gd name="connsiteX4222" fmla="*/ 4698669 w 8115305"/>
              <a:gd name="connsiteY4222" fmla="*/ 94823 h 3192694"/>
              <a:gd name="connsiteX4223" fmla="*/ 4674043 w 8115305"/>
              <a:gd name="connsiteY4223" fmla="*/ 99893 h 3192694"/>
              <a:gd name="connsiteX4224" fmla="*/ 4640363 w 8115305"/>
              <a:gd name="connsiteY4224" fmla="*/ 94641 h 3192694"/>
              <a:gd name="connsiteX4225" fmla="*/ 4665170 w 8115305"/>
              <a:gd name="connsiteY4225" fmla="*/ 89753 h 3192694"/>
              <a:gd name="connsiteX4226" fmla="*/ 3375717 w 8115305"/>
              <a:gd name="connsiteY4226" fmla="*/ 89388 h 3192694"/>
              <a:gd name="connsiteX4227" fmla="*/ 3397808 w 8115305"/>
              <a:gd name="connsiteY4227" fmla="*/ 94277 h 3192694"/>
              <a:gd name="connsiteX4228" fmla="*/ 3364671 w 8115305"/>
              <a:gd name="connsiteY4228" fmla="*/ 98804 h 3192694"/>
              <a:gd name="connsiteX4229" fmla="*/ 3343484 w 8115305"/>
              <a:gd name="connsiteY4229" fmla="*/ 94097 h 3192694"/>
              <a:gd name="connsiteX4230" fmla="*/ 3375717 w 8115305"/>
              <a:gd name="connsiteY4230" fmla="*/ 89388 h 3192694"/>
              <a:gd name="connsiteX4231" fmla="*/ 4555981 w 8115305"/>
              <a:gd name="connsiteY4231" fmla="*/ 88121 h 3192694"/>
              <a:gd name="connsiteX4232" fmla="*/ 4591291 w 8115305"/>
              <a:gd name="connsiteY4232" fmla="*/ 93372 h 3192694"/>
              <a:gd name="connsiteX4233" fmla="*/ 4565941 w 8115305"/>
              <a:gd name="connsiteY4233" fmla="*/ 98623 h 3192694"/>
              <a:gd name="connsiteX4234" fmla="*/ 4531354 w 8115305"/>
              <a:gd name="connsiteY4234" fmla="*/ 93372 h 3192694"/>
              <a:gd name="connsiteX4235" fmla="*/ 4555981 w 8115305"/>
              <a:gd name="connsiteY4235" fmla="*/ 88121 h 3192694"/>
              <a:gd name="connsiteX4236" fmla="*/ 3274494 w 8115305"/>
              <a:gd name="connsiteY4236" fmla="*/ 87578 h 3192694"/>
              <a:gd name="connsiteX4237" fmla="*/ 3291334 w 8115305"/>
              <a:gd name="connsiteY4237" fmla="*/ 92648 h 3192694"/>
              <a:gd name="connsiteX4238" fmla="*/ 3258377 w 8115305"/>
              <a:gd name="connsiteY4238" fmla="*/ 96633 h 3192694"/>
              <a:gd name="connsiteX4239" fmla="*/ 3241718 w 8115305"/>
              <a:gd name="connsiteY4239" fmla="*/ 91382 h 3192694"/>
              <a:gd name="connsiteX4240" fmla="*/ 3274494 w 8115305"/>
              <a:gd name="connsiteY4240" fmla="*/ 87578 h 3192694"/>
              <a:gd name="connsiteX4241" fmla="*/ 3168382 w 8115305"/>
              <a:gd name="connsiteY4241" fmla="*/ 86674 h 3192694"/>
              <a:gd name="connsiteX4242" fmla="*/ 3184860 w 8115305"/>
              <a:gd name="connsiteY4242" fmla="*/ 90839 h 3192694"/>
              <a:gd name="connsiteX4243" fmla="*/ 3156431 w 8115305"/>
              <a:gd name="connsiteY4243" fmla="*/ 94641 h 3192694"/>
              <a:gd name="connsiteX4244" fmla="*/ 3138324 w 8115305"/>
              <a:gd name="connsiteY4244" fmla="*/ 90476 h 3192694"/>
              <a:gd name="connsiteX4245" fmla="*/ 3168382 w 8115305"/>
              <a:gd name="connsiteY4245" fmla="*/ 86674 h 3192694"/>
              <a:gd name="connsiteX4246" fmla="*/ 4446972 w 8115305"/>
              <a:gd name="connsiteY4246" fmla="*/ 85766 h 3192694"/>
              <a:gd name="connsiteX4247" fmla="*/ 4480832 w 8115305"/>
              <a:gd name="connsiteY4247" fmla="*/ 90836 h 3192694"/>
              <a:gd name="connsiteX4248" fmla="*/ 4453491 w 8115305"/>
              <a:gd name="connsiteY4248" fmla="*/ 96813 h 3192694"/>
              <a:gd name="connsiteX4249" fmla="*/ 4419629 w 8115305"/>
              <a:gd name="connsiteY4249" fmla="*/ 90836 h 3192694"/>
              <a:gd name="connsiteX4250" fmla="*/ 4446972 w 8115305"/>
              <a:gd name="connsiteY4250" fmla="*/ 85766 h 3192694"/>
              <a:gd name="connsiteX4251" fmla="*/ 5412115 w 8115305"/>
              <a:gd name="connsiteY4251" fmla="*/ 85586 h 3192694"/>
              <a:gd name="connsiteX4252" fmla="*/ 5427867 w 8115305"/>
              <a:gd name="connsiteY4252" fmla="*/ 87579 h 3192694"/>
              <a:gd name="connsiteX4253" fmla="*/ 5419719 w 8115305"/>
              <a:gd name="connsiteY4253" fmla="*/ 89390 h 3192694"/>
              <a:gd name="connsiteX4254" fmla="*/ 5405233 w 8115305"/>
              <a:gd name="connsiteY4254" fmla="*/ 87579 h 3192694"/>
              <a:gd name="connsiteX4255" fmla="*/ 5412115 w 8115305"/>
              <a:gd name="connsiteY4255" fmla="*/ 85586 h 3192694"/>
              <a:gd name="connsiteX4256" fmla="*/ 3063176 w 8115305"/>
              <a:gd name="connsiteY4256" fmla="*/ 85044 h 3192694"/>
              <a:gd name="connsiteX4257" fmla="*/ 3081284 w 8115305"/>
              <a:gd name="connsiteY4257" fmla="*/ 88665 h 3192694"/>
              <a:gd name="connsiteX4258" fmla="*/ 3053397 w 8115305"/>
              <a:gd name="connsiteY4258" fmla="*/ 92468 h 3192694"/>
              <a:gd name="connsiteX4259" fmla="*/ 3037462 w 8115305"/>
              <a:gd name="connsiteY4259" fmla="*/ 88846 h 3192694"/>
              <a:gd name="connsiteX4260" fmla="*/ 3063176 w 8115305"/>
              <a:gd name="connsiteY4260" fmla="*/ 85044 h 3192694"/>
              <a:gd name="connsiteX4261" fmla="*/ 4342128 w 8115305"/>
              <a:gd name="connsiteY4261" fmla="*/ 84863 h 3192694"/>
              <a:gd name="connsiteX4262" fmla="*/ 4373997 w 8115305"/>
              <a:gd name="connsiteY4262" fmla="*/ 90838 h 3192694"/>
              <a:gd name="connsiteX4263" fmla="*/ 4345749 w 8115305"/>
              <a:gd name="connsiteY4263" fmla="*/ 95545 h 3192694"/>
              <a:gd name="connsiteX4264" fmla="*/ 4312612 w 8115305"/>
              <a:gd name="connsiteY4264" fmla="*/ 89933 h 3192694"/>
              <a:gd name="connsiteX4265" fmla="*/ 4342128 w 8115305"/>
              <a:gd name="connsiteY4265" fmla="*/ 84863 h 3192694"/>
              <a:gd name="connsiteX4266" fmla="*/ 2961592 w 8115305"/>
              <a:gd name="connsiteY4266" fmla="*/ 84319 h 3192694"/>
              <a:gd name="connsiteX4267" fmla="*/ 2973905 w 8115305"/>
              <a:gd name="connsiteY4267" fmla="*/ 87578 h 3192694"/>
              <a:gd name="connsiteX4268" fmla="*/ 2948916 w 8115305"/>
              <a:gd name="connsiteY4268" fmla="*/ 90838 h 3192694"/>
              <a:gd name="connsiteX4269" fmla="*/ 2936965 w 8115305"/>
              <a:gd name="connsiteY4269" fmla="*/ 87397 h 3192694"/>
              <a:gd name="connsiteX4270" fmla="*/ 2961592 w 8115305"/>
              <a:gd name="connsiteY4270" fmla="*/ 84319 h 3192694"/>
              <a:gd name="connsiteX4271" fmla="*/ 5300029 w 8115305"/>
              <a:gd name="connsiteY4271" fmla="*/ 83595 h 3192694"/>
              <a:gd name="connsiteX4272" fmla="*/ 5319222 w 8115305"/>
              <a:gd name="connsiteY4272" fmla="*/ 86132 h 3192694"/>
              <a:gd name="connsiteX4273" fmla="*/ 5309082 w 8115305"/>
              <a:gd name="connsiteY4273" fmla="*/ 88847 h 3192694"/>
              <a:gd name="connsiteX4274" fmla="*/ 5289889 w 8115305"/>
              <a:gd name="connsiteY4274" fmla="*/ 86312 h 3192694"/>
              <a:gd name="connsiteX4275" fmla="*/ 5300029 w 8115305"/>
              <a:gd name="connsiteY4275" fmla="*/ 83595 h 3192694"/>
              <a:gd name="connsiteX4276" fmla="*/ 4236016 w 8115305"/>
              <a:gd name="connsiteY4276" fmla="*/ 82871 h 3192694"/>
              <a:gd name="connsiteX4277" fmla="*/ 4267705 w 8115305"/>
              <a:gd name="connsiteY4277" fmla="*/ 88305 h 3192694"/>
              <a:gd name="connsiteX4278" fmla="*/ 4237827 w 8115305"/>
              <a:gd name="connsiteY4278" fmla="*/ 93555 h 3192694"/>
              <a:gd name="connsiteX4279" fmla="*/ 4206139 w 8115305"/>
              <a:gd name="connsiteY4279" fmla="*/ 87942 h 3192694"/>
              <a:gd name="connsiteX4280" fmla="*/ 4236016 w 8115305"/>
              <a:gd name="connsiteY4280" fmla="*/ 82871 h 3192694"/>
              <a:gd name="connsiteX4281" fmla="*/ 2854767 w 8115305"/>
              <a:gd name="connsiteY4281" fmla="*/ 82871 h 3192694"/>
              <a:gd name="connsiteX4282" fmla="*/ 2864364 w 8115305"/>
              <a:gd name="connsiteY4282" fmla="*/ 85769 h 3192694"/>
              <a:gd name="connsiteX4283" fmla="*/ 2845168 w 8115305"/>
              <a:gd name="connsiteY4283" fmla="*/ 88123 h 3192694"/>
              <a:gd name="connsiteX4284" fmla="*/ 2834486 w 8115305"/>
              <a:gd name="connsiteY4284" fmla="*/ 85586 h 3192694"/>
              <a:gd name="connsiteX4285" fmla="*/ 2854767 w 8115305"/>
              <a:gd name="connsiteY4285" fmla="*/ 82871 h 3192694"/>
              <a:gd name="connsiteX4286" fmla="*/ 2750641 w 8115305"/>
              <a:gd name="connsiteY4286" fmla="*/ 82328 h 3192694"/>
              <a:gd name="connsiteX4287" fmla="*/ 2758790 w 8115305"/>
              <a:gd name="connsiteY4287" fmla="*/ 84139 h 3192694"/>
              <a:gd name="connsiteX4288" fmla="*/ 2743216 w 8115305"/>
              <a:gd name="connsiteY4288" fmla="*/ 86312 h 3192694"/>
              <a:gd name="connsiteX4289" fmla="*/ 2735068 w 8115305"/>
              <a:gd name="connsiteY4289" fmla="*/ 84320 h 3192694"/>
              <a:gd name="connsiteX4290" fmla="*/ 2750641 w 8115305"/>
              <a:gd name="connsiteY4290" fmla="*/ 82328 h 3192694"/>
              <a:gd name="connsiteX4291" fmla="*/ 4129905 w 8115305"/>
              <a:gd name="connsiteY4291" fmla="*/ 81603 h 3192694"/>
              <a:gd name="connsiteX4292" fmla="*/ 4161775 w 8115305"/>
              <a:gd name="connsiteY4292" fmla="*/ 86674 h 3192694"/>
              <a:gd name="connsiteX4293" fmla="*/ 4132259 w 8115305"/>
              <a:gd name="connsiteY4293" fmla="*/ 92287 h 3192694"/>
              <a:gd name="connsiteX4294" fmla="*/ 4100389 w 8115305"/>
              <a:gd name="connsiteY4294" fmla="*/ 86854 h 3192694"/>
              <a:gd name="connsiteX4295" fmla="*/ 4129905 w 8115305"/>
              <a:gd name="connsiteY4295" fmla="*/ 81603 h 3192694"/>
              <a:gd name="connsiteX4296" fmla="*/ 5191925 w 8115305"/>
              <a:gd name="connsiteY4296" fmla="*/ 81242 h 3192694"/>
              <a:gd name="connsiteX4297" fmla="*/ 5213110 w 8115305"/>
              <a:gd name="connsiteY4297" fmla="*/ 84500 h 3192694"/>
              <a:gd name="connsiteX4298" fmla="*/ 5200436 w 8115305"/>
              <a:gd name="connsiteY4298" fmla="*/ 87217 h 3192694"/>
              <a:gd name="connsiteX4299" fmla="*/ 5178524 w 8115305"/>
              <a:gd name="connsiteY4299" fmla="*/ 84320 h 3192694"/>
              <a:gd name="connsiteX4300" fmla="*/ 5191925 w 8115305"/>
              <a:gd name="connsiteY4300" fmla="*/ 81242 h 3192694"/>
              <a:gd name="connsiteX4301" fmla="*/ 4026329 w 8115305"/>
              <a:gd name="connsiteY4301" fmla="*/ 80335 h 3192694"/>
              <a:gd name="connsiteX4302" fmla="*/ 4056207 w 8115305"/>
              <a:gd name="connsiteY4302" fmla="*/ 85406 h 3192694"/>
              <a:gd name="connsiteX4303" fmla="*/ 4025966 w 8115305"/>
              <a:gd name="connsiteY4303" fmla="*/ 90839 h 3192694"/>
              <a:gd name="connsiteX4304" fmla="*/ 3995184 w 8115305"/>
              <a:gd name="connsiteY4304" fmla="*/ 85586 h 3192694"/>
              <a:gd name="connsiteX4305" fmla="*/ 4026329 w 8115305"/>
              <a:gd name="connsiteY4305" fmla="*/ 80335 h 3192694"/>
              <a:gd name="connsiteX4306" fmla="*/ 5083458 w 8115305"/>
              <a:gd name="connsiteY4306" fmla="*/ 79793 h 3192694"/>
              <a:gd name="connsiteX4307" fmla="*/ 5107543 w 8115305"/>
              <a:gd name="connsiteY4307" fmla="*/ 82871 h 3192694"/>
              <a:gd name="connsiteX4308" fmla="*/ 5094867 w 8115305"/>
              <a:gd name="connsiteY4308" fmla="*/ 86311 h 3192694"/>
              <a:gd name="connsiteX4309" fmla="*/ 5070060 w 8115305"/>
              <a:gd name="connsiteY4309" fmla="*/ 83232 h 3192694"/>
              <a:gd name="connsiteX4310" fmla="*/ 5083458 w 8115305"/>
              <a:gd name="connsiteY4310" fmla="*/ 79793 h 3192694"/>
              <a:gd name="connsiteX4311" fmla="*/ 3922391 w 8115305"/>
              <a:gd name="connsiteY4311" fmla="*/ 78525 h 3192694"/>
              <a:gd name="connsiteX4312" fmla="*/ 3950820 w 8115305"/>
              <a:gd name="connsiteY4312" fmla="*/ 83958 h 3192694"/>
              <a:gd name="connsiteX4313" fmla="*/ 3919311 w 8115305"/>
              <a:gd name="connsiteY4313" fmla="*/ 88846 h 3192694"/>
              <a:gd name="connsiteX4314" fmla="*/ 3890702 w 8115305"/>
              <a:gd name="connsiteY4314" fmla="*/ 83595 h 3192694"/>
              <a:gd name="connsiteX4315" fmla="*/ 3922391 w 8115305"/>
              <a:gd name="connsiteY4315" fmla="*/ 78525 h 3192694"/>
              <a:gd name="connsiteX4316" fmla="*/ 4976082 w 8115305"/>
              <a:gd name="connsiteY4316" fmla="*/ 77438 h 3192694"/>
              <a:gd name="connsiteX4317" fmla="*/ 5002338 w 8115305"/>
              <a:gd name="connsiteY4317" fmla="*/ 81242 h 3192694"/>
              <a:gd name="connsiteX4318" fmla="*/ 4985135 w 8115305"/>
              <a:gd name="connsiteY4318" fmla="*/ 84681 h 3192694"/>
              <a:gd name="connsiteX4319" fmla="*/ 4959423 w 8115305"/>
              <a:gd name="connsiteY4319" fmla="*/ 80698 h 3192694"/>
              <a:gd name="connsiteX4320" fmla="*/ 4976082 w 8115305"/>
              <a:gd name="connsiteY4320" fmla="*/ 77438 h 3192694"/>
              <a:gd name="connsiteX4321" fmla="*/ 3814106 w 8115305"/>
              <a:gd name="connsiteY4321" fmla="*/ 76713 h 3192694"/>
              <a:gd name="connsiteX4322" fmla="*/ 3842535 w 8115305"/>
              <a:gd name="connsiteY4322" fmla="*/ 81603 h 3192694"/>
              <a:gd name="connsiteX4323" fmla="*/ 3811570 w 8115305"/>
              <a:gd name="connsiteY4323" fmla="*/ 86853 h 3192694"/>
              <a:gd name="connsiteX4324" fmla="*/ 3783142 w 8115305"/>
              <a:gd name="connsiteY4324" fmla="*/ 81783 h 3192694"/>
              <a:gd name="connsiteX4325" fmla="*/ 3814106 w 8115305"/>
              <a:gd name="connsiteY4325" fmla="*/ 76713 h 3192694"/>
              <a:gd name="connsiteX4326" fmla="*/ 4869424 w 8115305"/>
              <a:gd name="connsiteY4326" fmla="*/ 75989 h 3192694"/>
              <a:gd name="connsiteX4327" fmla="*/ 4897130 w 8115305"/>
              <a:gd name="connsiteY4327" fmla="*/ 79610 h 3192694"/>
              <a:gd name="connsiteX4328" fmla="*/ 4879022 w 8115305"/>
              <a:gd name="connsiteY4328" fmla="*/ 83595 h 3192694"/>
              <a:gd name="connsiteX4329" fmla="*/ 4851860 w 8115305"/>
              <a:gd name="connsiteY4329" fmla="*/ 79793 h 3192694"/>
              <a:gd name="connsiteX4330" fmla="*/ 4869424 w 8115305"/>
              <a:gd name="connsiteY4330" fmla="*/ 75989 h 3192694"/>
              <a:gd name="connsiteX4331" fmla="*/ 3712159 w 8115305"/>
              <a:gd name="connsiteY4331" fmla="*/ 75448 h 3192694"/>
              <a:gd name="connsiteX4332" fmla="*/ 3737872 w 8115305"/>
              <a:gd name="connsiteY4332" fmla="*/ 80518 h 3192694"/>
              <a:gd name="connsiteX4333" fmla="*/ 3704010 w 8115305"/>
              <a:gd name="connsiteY4333" fmla="*/ 85405 h 3192694"/>
              <a:gd name="connsiteX4334" fmla="*/ 3679383 w 8115305"/>
              <a:gd name="connsiteY4334" fmla="*/ 80155 h 3192694"/>
              <a:gd name="connsiteX4335" fmla="*/ 3712159 w 8115305"/>
              <a:gd name="connsiteY4335" fmla="*/ 75448 h 3192694"/>
              <a:gd name="connsiteX4336" fmla="*/ 3608221 w 8115305"/>
              <a:gd name="connsiteY4336" fmla="*/ 74540 h 3192694"/>
              <a:gd name="connsiteX4337" fmla="*/ 3632485 w 8115305"/>
              <a:gd name="connsiteY4337" fmla="*/ 79067 h 3192694"/>
              <a:gd name="connsiteX4338" fmla="*/ 3601522 w 8115305"/>
              <a:gd name="connsiteY4338" fmla="*/ 83776 h 3192694"/>
              <a:gd name="connsiteX4339" fmla="*/ 3578525 w 8115305"/>
              <a:gd name="connsiteY4339" fmla="*/ 79067 h 3192694"/>
              <a:gd name="connsiteX4340" fmla="*/ 3608221 w 8115305"/>
              <a:gd name="connsiteY4340" fmla="*/ 74540 h 3192694"/>
              <a:gd name="connsiteX4341" fmla="*/ 4760054 w 8115305"/>
              <a:gd name="connsiteY4341" fmla="*/ 74360 h 3192694"/>
              <a:gd name="connsiteX4342" fmla="*/ 4790475 w 8115305"/>
              <a:gd name="connsiteY4342" fmla="*/ 78524 h 3192694"/>
              <a:gd name="connsiteX4343" fmla="*/ 4770738 w 8115305"/>
              <a:gd name="connsiteY4343" fmla="*/ 82689 h 3192694"/>
              <a:gd name="connsiteX4344" fmla="*/ 4741946 w 8115305"/>
              <a:gd name="connsiteY4344" fmla="*/ 78706 h 3192694"/>
              <a:gd name="connsiteX4345" fmla="*/ 4760054 w 8115305"/>
              <a:gd name="connsiteY4345" fmla="*/ 74360 h 3192694"/>
              <a:gd name="connsiteX4346" fmla="*/ 3403965 w 8115305"/>
              <a:gd name="connsiteY4346" fmla="*/ 72730 h 3192694"/>
              <a:gd name="connsiteX4347" fmla="*/ 3424970 w 8115305"/>
              <a:gd name="connsiteY4347" fmla="*/ 75808 h 3192694"/>
              <a:gd name="connsiteX4348" fmla="*/ 3396542 w 8115305"/>
              <a:gd name="connsiteY4348" fmla="*/ 80154 h 3192694"/>
              <a:gd name="connsiteX4349" fmla="*/ 3375537 w 8115305"/>
              <a:gd name="connsiteY4349" fmla="*/ 75989 h 3192694"/>
              <a:gd name="connsiteX4350" fmla="*/ 3403965 w 8115305"/>
              <a:gd name="connsiteY4350" fmla="*/ 72730 h 3192694"/>
              <a:gd name="connsiteX4351" fmla="*/ 3507180 w 8115305"/>
              <a:gd name="connsiteY4351" fmla="*/ 72729 h 3192694"/>
              <a:gd name="connsiteX4352" fmla="*/ 3528548 w 8115305"/>
              <a:gd name="connsiteY4352" fmla="*/ 77075 h 3192694"/>
              <a:gd name="connsiteX4353" fmla="*/ 3498488 w 8115305"/>
              <a:gd name="connsiteY4353" fmla="*/ 81421 h 3192694"/>
              <a:gd name="connsiteX4354" fmla="*/ 3477121 w 8115305"/>
              <a:gd name="connsiteY4354" fmla="*/ 76894 h 3192694"/>
              <a:gd name="connsiteX4355" fmla="*/ 3507180 w 8115305"/>
              <a:gd name="connsiteY4355" fmla="*/ 72729 h 3192694"/>
              <a:gd name="connsiteX4356" fmla="*/ 4657203 w 8115305"/>
              <a:gd name="connsiteY4356" fmla="*/ 72368 h 3192694"/>
              <a:gd name="connsiteX4357" fmla="*/ 4686175 w 8115305"/>
              <a:gd name="connsiteY4357" fmla="*/ 76894 h 3192694"/>
              <a:gd name="connsiteX4358" fmla="*/ 4663722 w 8115305"/>
              <a:gd name="connsiteY4358" fmla="*/ 80879 h 3192694"/>
              <a:gd name="connsiteX4359" fmla="*/ 4634749 w 8115305"/>
              <a:gd name="connsiteY4359" fmla="*/ 76352 h 3192694"/>
              <a:gd name="connsiteX4360" fmla="*/ 4657203 w 8115305"/>
              <a:gd name="connsiteY4360" fmla="*/ 72368 h 3192694"/>
              <a:gd name="connsiteX4361" fmla="*/ 4550910 w 8115305"/>
              <a:gd name="connsiteY4361" fmla="*/ 70921 h 3192694"/>
              <a:gd name="connsiteX4362" fmla="*/ 4580969 w 8115305"/>
              <a:gd name="connsiteY4362" fmla="*/ 75448 h 3192694"/>
              <a:gd name="connsiteX4363" fmla="*/ 4558697 w 8115305"/>
              <a:gd name="connsiteY4363" fmla="*/ 79794 h 3192694"/>
              <a:gd name="connsiteX4364" fmla="*/ 4528639 w 8115305"/>
              <a:gd name="connsiteY4364" fmla="*/ 75267 h 3192694"/>
              <a:gd name="connsiteX4365" fmla="*/ 4550910 w 8115305"/>
              <a:gd name="connsiteY4365" fmla="*/ 70921 h 3192694"/>
              <a:gd name="connsiteX4366" fmla="*/ 3303647 w 8115305"/>
              <a:gd name="connsiteY4366" fmla="*/ 70375 h 3192694"/>
              <a:gd name="connsiteX4367" fmla="*/ 3321031 w 8115305"/>
              <a:gd name="connsiteY4367" fmla="*/ 73996 h 3192694"/>
              <a:gd name="connsiteX4368" fmla="*/ 3294956 w 8115305"/>
              <a:gd name="connsiteY4368" fmla="*/ 77798 h 3192694"/>
              <a:gd name="connsiteX4369" fmla="*/ 3276848 w 8115305"/>
              <a:gd name="connsiteY4369" fmla="*/ 73996 h 3192694"/>
              <a:gd name="connsiteX4370" fmla="*/ 3303647 w 8115305"/>
              <a:gd name="connsiteY4370" fmla="*/ 70375 h 3192694"/>
              <a:gd name="connsiteX4371" fmla="*/ 3199166 w 8115305"/>
              <a:gd name="connsiteY4371" fmla="*/ 69290 h 3192694"/>
              <a:gd name="connsiteX4372" fmla="*/ 3213833 w 8115305"/>
              <a:gd name="connsiteY4372" fmla="*/ 72731 h 3192694"/>
              <a:gd name="connsiteX4373" fmla="*/ 3187577 w 8115305"/>
              <a:gd name="connsiteY4373" fmla="*/ 76172 h 3192694"/>
              <a:gd name="connsiteX4374" fmla="*/ 3172910 w 8115305"/>
              <a:gd name="connsiteY4374" fmla="*/ 72551 h 3192694"/>
              <a:gd name="connsiteX4375" fmla="*/ 3199166 w 8115305"/>
              <a:gd name="connsiteY4375" fmla="*/ 69290 h 3192694"/>
              <a:gd name="connsiteX4376" fmla="*/ 4447514 w 8115305"/>
              <a:gd name="connsiteY4376" fmla="*/ 69109 h 3192694"/>
              <a:gd name="connsiteX4377" fmla="*/ 4476306 w 8115305"/>
              <a:gd name="connsiteY4377" fmla="*/ 73635 h 3192694"/>
              <a:gd name="connsiteX4378" fmla="*/ 4453491 w 8115305"/>
              <a:gd name="connsiteY4378" fmla="*/ 77981 h 3192694"/>
              <a:gd name="connsiteX4379" fmla="*/ 4423612 w 8115305"/>
              <a:gd name="connsiteY4379" fmla="*/ 72730 h 3192694"/>
              <a:gd name="connsiteX4380" fmla="*/ 4447514 w 8115305"/>
              <a:gd name="connsiteY4380" fmla="*/ 69109 h 3192694"/>
              <a:gd name="connsiteX4381" fmla="*/ 3098307 w 8115305"/>
              <a:gd name="connsiteY4381" fmla="*/ 68024 h 3192694"/>
              <a:gd name="connsiteX4382" fmla="*/ 3110981 w 8115305"/>
              <a:gd name="connsiteY4382" fmla="*/ 70921 h 3192694"/>
              <a:gd name="connsiteX4383" fmla="*/ 3087803 w 8115305"/>
              <a:gd name="connsiteY4383" fmla="*/ 73999 h 3192694"/>
              <a:gd name="connsiteX4384" fmla="*/ 3074946 w 8115305"/>
              <a:gd name="connsiteY4384" fmla="*/ 70921 h 3192694"/>
              <a:gd name="connsiteX4385" fmla="*/ 3098307 w 8115305"/>
              <a:gd name="connsiteY4385" fmla="*/ 68024 h 3192694"/>
              <a:gd name="connsiteX4386" fmla="*/ 4344482 w 8115305"/>
              <a:gd name="connsiteY4386" fmla="*/ 67660 h 3192694"/>
              <a:gd name="connsiteX4387" fmla="*/ 4373093 w 8115305"/>
              <a:gd name="connsiteY4387" fmla="*/ 72550 h 3192694"/>
              <a:gd name="connsiteX4388" fmla="*/ 4347742 w 8115305"/>
              <a:gd name="connsiteY4388" fmla="*/ 76715 h 3192694"/>
              <a:gd name="connsiteX4389" fmla="*/ 4319131 w 8115305"/>
              <a:gd name="connsiteY4389" fmla="*/ 72006 h 3192694"/>
              <a:gd name="connsiteX4390" fmla="*/ 4344482 w 8115305"/>
              <a:gd name="connsiteY4390" fmla="*/ 67660 h 3192694"/>
              <a:gd name="connsiteX4391" fmla="*/ 2997807 w 8115305"/>
              <a:gd name="connsiteY4391" fmla="*/ 67298 h 3192694"/>
              <a:gd name="connsiteX4392" fmla="*/ 3007043 w 8115305"/>
              <a:gd name="connsiteY4392" fmla="*/ 69834 h 3192694"/>
              <a:gd name="connsiteX4393" fmla="*/ 2987487 w 8115305"/>
              <a:gd name="connsiteY4393" fmla="*/ 72187 h 3192694"/>
              <a:gd name="connsiteX4394" fmla="*/ 2977527 w 8115305"/>
              <a:gd name="connsiteY4394" fmla="*/ 69651 h 3192694"/>
              <a:gd name="connsiteX4395" fmla="*/ 2997807 w 8115305"/>
              <a:gd name="connsiteY4395" fmla="*/ 67298 h 3192694"/>
              <a:gd name="connsiteX4396" fmla="*/ 5277033 w 8115305"/>
              <a:gd name="connsiteY4396" fmla="*/ 66754 h 3192694"/>
              <a:gd name="connsiteX4397" fmla="*/ 5292063 w 8115305"/>
              <a:gd name="connsiteY4397" fmla="*/ 68566 h 3192694"/>
              <a:gd name="connsiteX4398" fmla="*/ 5283913 w 8115305"/>
              <a:gd name="connsiteY4398" fmla="*/ 70376 h 3192694"/>
              <a:gd name="connsiteX4399" fmla="*/ 5270151 w 8115305"/>
              <a:gd name="connsiteY4399" fmla="*/ 68566 h 3192694"/>
              <a:gd name="connsiteX4400" fmla="*/ 5277033 w 8115305"/>
              <a:gd name="connsiteY4400" fmla="*/ 66754 h 3192694"/>
              <a:gd name="connsiteX4401" fmla="*/ 2896765 w 8115305"/>
              <a:gd name="connsiteY4401" fmla="*/ 65849 h 3192694"/>
              <a:gd name="connsiteX4402" fmla="*/ 2904371 w 8115305"/>
              <a:gd name="connsiteY4402" fmla="*/ 68022 h 3192694"/>
              <a:gd name="connsiteX4403" fmla="*/ 2889161 w 8115305"/>
              <a:gd name="connsiteY4403" fmla="*/ 69834 h 3192694"/>
              <a:gd name="connsiteX4404" fmla="*/ 2881374 w 8115305"/>
              <a:gd name="connsiteY4404" fmla="*/ 67660 h 3192694"/>
              <a:gd name="connsiteX4405" fmla="*/ 2896765 w 8115305"/>
              <a:gd name="connsiteY4405" fmla="*/ 65849 h 3192694"/>
              <a:gd name="connsiteX4406" fmla="*/ 4241450 w 8115305"/>
              <a:gd name="connsiteY4406" fmla="*/ 65848 h 3192694"/>
              <a:gd name="connsiteX4407" fmla="*/ 4269335 w 8115305"/>
              <a:gd name="connsiteY4407" fmla="*/ 70557 h 3192694"/>
              <a:gd name="connsiteX4408" fmla="*/ 4243622 w 8115305"/>
              <a:gd name="connsiteY4408" fmla="*/ 74903 h 3192694"/>
              <a:gd name="connsiteX4409" fmla="*/ 4215555 w 8115305"/>
              <a:gd name="connsiteY4409" fmla="*/ 70194 h 3192694"/>
              <a:gd name="connsiteX4410" fmla="*/ 4241450 w 8115305"/>
              <a:gd name="connsiteY4410" fmla="*/ 65848 h 3192694"/>
              <a:gd name="connsiteX4411" fmla="*/ 4136061 w 8115305"/>
              <a:gd name="connsiteY4411" fmla="*/ 64583 h 3192694"/>
              <a:gd name="connsiteX4412" fmla="*/ 4163584 w 8115305"/>
              <a:gd name="connsiteY4412" fmla="*/ 69109 h 3192694"/>
              <a:gd name="connsiteX4413" fmla="*/ 4136785 w 8115305"/>
              <a:gd name="connsiteY4413" fmla="*/ 73816 h 3192694"/>
              <a:gd name="connsiteX4414" fmla="*/ 4108176 w 8115305"/>
              <a:gd name="connsiteY4414" fmla="*/ 69109 h 3192694"/>
              <a:gd name="connsiteX4415" fmla="*/ 4136061 w 8115305"/>
              <a:gd name="connsiteY4415" fmla="*/ 64583 h 3192694"/>
              <a:gd name="connsiteX4416" fmla="*/ 5170737 w 8115305"/>
              <a:gd name="connsiteY4416" fmla="*/ 64403 h 3192694"/>
              <a:gd name="connsiteX4417" fmla="*/ 5188845 w 8115305"/>
              <a:gd name="connsiteY4417" fmla="*/ 66393 h 3192694"/>
              <a:gd name="connsiteX4418" fmla="*/ 5181421 w 8115305"/>
              <a:gd name="connsiteY4418" fmla="*/ 68929 h 3192694"/>
              <a:gd name="connsiteX4419" fmla="*/ 5161865 w 8115305"/>
              <a:gd name="connsiteY4419" fmla="*/ 66756 h 3192694"/>
              <a:gd name="connsiteX4420" fmla="*/ 5170737 w 8115305"/>
              <a:gd name="connsiteY4420" fmla="*/ 64403 h 3192694"/>
              <a:gd name="connsiteX4421" fmla="*/ 5063541 w 8115305"/>
              <a:gd name="connsiteY4421" fmla="*/ 62952 h 3192694"/>
              <a:gd name="connsiteX4422" fmla="*/ 5082373 w 8115305"/>
              <a:gd name="connsiteY4422" fmla="*/ 65305 h 3192694"/>
              <a:gd name="connsiteX4423" fmla="*/ 5071328 w 8115305"/>
              <a:gd name="connsiteY4423" fmla="*/ 68021 h 3192694"/>
              <a:gd name="connsiteX4424" fmla="*/ 5052313 w 8115305"/>
              <a:gd name="connsiteY4424" fmla="*/ 65487 h 3192694"/>
              <a:gd name="connsiteX4425" fmla="*/ 5063541 w 8115305"/>
              <a:gd name="connsiteY4425" fmla="*/ 62952 h 3192694"/>
              <a:gd name="connsiteX4426" fmla="*/ 4035020 w 8115305"/>
              <a:gd name="connsiteY4426" fmla="*/ 62771 h 3192694"/>
              <a:gd name="connsiteX4427" fmla="*/ 4060008 w 8115305"/>
              <a:gd name="connsiteY4427" fmla="*/ 67478 h 3192694"/>
              <a:gd name="connsiteX4428" fmla="*/ 4031579 w 8115305"/>
              <a:gd name="connsiteY4428" fmla="*/ 71826 h 3192694"/>
              <a:gd name="connsiteX4429" fmla="*/ 4006590 w 8115305"/>
              <a:gd name="connsiteY4429" fmla="*/ 67117 h 3192694"/>
              <a:gd name="connsiteX4430" fmla="*/ 4035020 w 8115305"/>
              <a:gd name="connsiteY4430" fmla="*/ 62771 h 3192694"/>
              <a:gd name="connsiteX4431" fmla="*/ 3932349 w 8115305"/>
              <a:gd name="connsiteY4431" fmla="*/ 61683 h 3192694"/>
              <a:gd name="connsiteX4432" fmla="*/ 3957519 w 8115305"/>
              <a:gd name="connsiteY4432" fmla="*/ 66029 h 3192694"/>
              <a:gd name="connsiteX4433" fmla="*/ 3930356 w 8115305"/>
              <a:gd name="connsiteY4433" fmla="*/ 70555 h 3192694"/>
              <a:gd name="connsiteX4434" fmla="*/ 3905186 w 8115305"/>
              <a:gd name="connsiteY4434" fmla="*/ 66029 h 3192694"/>
              <a:gd name="connsiteX4435" fmla="*/ 3932349 w 8115305"/>
              <a:gd name="connsiteY4435" fmla="*/ 61683 h 3192694"/>
              <a:gd name="connsiteX4436" fmla="*/ 4959241 w 8115305"/>
              <a:gd name="connsiteY4436" fmla="*/ 60598 h 3192694"/>
              <a:gd name="connsiteX4437" fmla="*/ 4980427 w 8115305"/>
              <a:gd name="connsiteY4437" fmla="*/ 63676 h 3192694"/>
              <a:gd name="connsiteX4438" fmla="*/ 4966484 w 8115305"/>
              <a:gd name="connsiteY4438" fmla="*/ 66574 h 3192694"/>
              <a:gd name="connsiteX4439" fmla="*/ 4945116 w 8115305"/>
              <a:gd name="connsiteY4439" fmla="*/ 63676 h 3192694"/>
              <a:gd name="connsiteX4440" fmla="*/ 4959241 w 8115305"/>
              <a:gd name="connsiteY4440" fmla="*/ 60598 h 3192694"/>
              <a:gd name="connsiteX4441" fmla="*/ 3832214 w 8115305"/>
              <a:gd name="connsiteY4441" fmla="*/ 60055 h 3192694"/>
              <a:gd name="connsiteX4442" fmla="*/ 3855572 w 8115305"/>
              <a:gd name="connsiteY4442" fmla="*/ 64220 h 3192694"/>
              <a:gd name="connsiteX4443" fmla="*/ 3827505 w 8115305"/>
              <a:gd name="connsiteY4443" fmla="*/ 68566 h 3192694"/>
              <a:gd name="connsiteX4444" fmla="*/ 3804327 w 8115305"/>
              <a:gd name="connsiteY4444" fmla="*/ 64220 h 3192694"/>
              <a:gd name="connsiteX4445" fmla="*/ 3832214 w 8115305"/>
              <a:gd name="connsiteY4445" fmla="*/ 60055 h 3192694"/>
              <a:gd name="connsiteX4446" fmla="*/ 4855662 w 8115305"/>
              <a:gd name="connsiteY4446" fmla="*/ 59332 h 3192694"/>
              <a:gd name="connsiteX4447" fmla="*/ 4878479 w 8115305"/>
              <a:gd name="connsiteY4447" fmla="*/ 62590 h 3192694"/>
              <a:gd name="connsiteX4448" fmla="*/ 4862544 w 8115305"/>
              <a:gd name="connsiteY4448" fmla="*/ 65668 h 3192694"/>
              <a:gd name="connsiteX4449" fmla="*/ 4840271 w 8115305"/>
              <a:gd name="connsiteY4449" fmla="*/ 62229 h 3192694"/>
              <a:gd name="connsiteX4450" fmla="*/ 4855662 w 8115305"/>
              <a:gd name="connsiteY4450" fmla="*/ 59332 h 3192694"/>
              <a:gd name="connsiteX4451" fmla="*/ 3729723 w 8115305"/>
              <a:gd name="connsiteY4451" fmla="*/ 58788 h 3192694"/>
              <a:gd name="connsiteX4452" fmla="*/ 3753988 w 8115305"/>
              <a:gd name="connsiteY4452" fmla="*/ 62952 h 3192694"/>
              <a:gd name="connsiteX4453" fmla="*/ 3726825 w 8115305"/>
              <a:gd name="connsiteY4453" fmla="*/ 67300 h 3192694"/>
              <a:gd name="connsiteX4454" fmla="*/ 3703647 w 8115305"/>
              <a:gd name="connsiteY4454" fmla="*/ 62952 h 3192694"/>
              <a:gd name="connsiteX4455" fmla="*/ 3729723 w 8115305"/>
              <a:gd name="connsiteY4455" fmla="*/ 58788 h 3192694"/>
              <a:gd name="connsiteX4456" fmla="*/ 3630494 w 8115305"/>
              <a:gd name="connsiteY4456" fmla="*/ 57340 h 3192694"/>
              <a:gd name="connsiteX4457" fmla="*/ 3652404 w 8115305"/>
              <a:gd name="connsiteY4457" fmla="*/ 61142 h 3192694"/>
              <a:gd name="connsiteX4458" fmla="*/ 3626148 w 8115305"/>
              <a:gd name="connsiteY4458" fmla="*/ 65308 h 3192694"/>
              <a:gd name="connsiteX4459" fmla="*/ 3604237 w 8115305"/>
              <a:gd name="connsiteY4459" fmla="*/ 61323 h 3192694"/>
              <a:gd name="connsiteX4460" fmla="*/ 3630494 w 8115305"/>
              <a:gd name="connsiteY4460" fmla="*/ 57340 h 3192694"/>
              <a:gd name="connsiteX4461" fmla="*/ 4752993 w 8115305"/>
              <a:gd name="connsiteY4461" fmla="*/ 57157 h 3192694"/>
              <a:gd name="connsiteX4462" fmla="*/ 4776895 w 8115305"/>
              <a:gd name="connsiteY4462" fmla="*/ 60598 h 3192694"/>
              <a:gd name="connsiteX4463" fmla="*/ 4760778 w 8115305"/>
              <a:gd name="connsiteY4463" fmla="*/ 64039 h 3192694"/>
              <a:gd name="connsiteX4464" fmla="*/ 4734885 w 8115305"/>
              <a:gd name="connsiteY4464" fmla="*/ 60598 h 3192694"/>
              <a:gd name="connsiteX4465" fmla="*/ 4752993 w 8115305"/>
              <a:gd name="connsiteY4465" fmla="*/ 57157 h 3192694"/>
              <a:gd name="connsiteX4466" fmla="*/ 3528545 w 8115305"/>
              <a:gd name="connsiteY4466" fmla="*/ 56433 h 3192694"/>
              <a:gd name="connsiteX4467" fmla="*/ 3546653 w 8115305"/>
              <a:gd name="connsiteY4467" fmla="*/ 59874 h 3192694"/>
              <a:gd name="connsiteX4468" fmla="*/ 3521302 w 8115305"/>
              <a:gd name="connsiteY4468" fmla="*/ 63677 h 3192694"/>
              <a:gd name="connsiteX4469" fmla="*/ 3503195 w 8115305"/>
              <a:gd name="connsiteY4469" fmla="*/ 60055 h 3192694"/>
              <a:gd name="connsiteX4470" fmla="*/ 3528545 w 8115305"/>
              <a:gd name="connsiteY4470" fmla="*/ 56433 h 3192694"/>
              <a:gd name="connsiteX4471" fmla="*/ 4651589 w 8115305"/>
              <a:gd name="connsiteY4471" fmla="*/ 55889 h 3192694"/>
              <a:gd name="connsiteX4472" fmla="*/ 4675130 w 8115305"/>
              <a:gd name="connsiteY4472" fmla="*/ 59511 h 3192694"/>
              <a:gd name="connsiteX4473" fmla="*/ 4656659 w 8115305"/>
              <a:gd name="connsiteY4473" fmla="*/ 62952 h 3192694"/>
              <a:gd name="connsiteX4474" fmla="*/ 4632033 w 8115305"/>
              <a:gd name="connsiteY4474" fmla="*/ 59330 h 3192694"/>
              <a:gd name="connsiteX4475" fmla="*/ 4651589 w 8115305"/>
              <a:gd name="connsiteY4475" fmla="*/ 55889 h 3192694"/>
              <a:gd name="connsiteX4476" fmla="*/ 3329539 w 8115305"/>
              <a:gd name="connsiteY4476" fmla="*/ 54623 h 3192694"/>
              <a:gd name="connsiteX4477" fmla="*/ 3344389 w 8115305"/>
              <a:gd name="connsiteY4477" fmla="*/ 57157 h 3192694"/>
              <a:gd name="connsiteX4478" fmla="*/ 3321030 w 8115305"/>
              <a:gd name="connsiteY4478" fmla="*/ 60235 h 3192694"/>
              <a:gd name="connsiteX4479" fmla="*/ 3307449 w 8115305"/>
              <a:gd name="connsiteY4479" fmla="*/ 56796 h 3192694"/>
              <a:gd name="connsiteX4480" fmla="*/ 3329539 w 8115305"/>
              <a:gd name="connsiteY4480" fmla="*/ 54623 h 3192694"/>
              <a:gd name="connsiteX4481" fmla="*/ 4547471 w 8115305"/>
              <a:gd name="connsiteY4481" fmla="*/ 54623 h 3192694"/>
              <a:gd name="connsiteX4482" fmla="*/ 4573183 w 8115305"/>
              <a:gd name="connsiteY4482" fmla="*/ 58244 h 3192694"/>
              <a:gd name="connsiteX4483" fmla="*/ 4555076 w 8115305"/>
              <a:gd name="connsiteY4483" fmla="*/ 61866 h 3192694"/>
              <a:gd name="connsiteX4484" fmla="*/ 4529181 w 8115305"/>
              <a:gd name="connsiteY4484" fmla="*/ 58244 h 3192694"/>
              <a:gd name="connsiteX4485" fmla="*/ 4547471 w 8115305"/>
              <a:gd name="connsiteY4485" fmla="*/ 54623 h 3192694"/>
              <a:gd name="connsiteX4486" fmla="*/ 3427687 w 8115305"/>
              <a:gd name="connsiteY4486" fmla="*/ 54623 h 3192694"/>
              <a:gd name="connsiteX4487" fmla="*/ 3445794 w 8115305"/>
              <a:gd name="connsiteY4487" fmla="*/ 58064 h 3192694"/>
              <a:gd name="connsiteX4488" fmla="*/ 3422617 w 8115305"/>
              <a:gd name="connsiteY4488" fmla="*/ 61686 h 3192694"/>
              <a:gd name="connsiteX4489" fmla="*/ 3404509 w 8115305"/>
              <a:gd name="connsiteY4489" fmla="*/ 58606 h 3192694"/>
              <a:gd name="connsiteX4490" fmla="*/ 3427687 w 8115305"/>
              <a:gd name="connsiteY4490" fmla="*/ 54623 h 3192694"/>
              <a:gd name="connsiteX4491" fmla="*/ 4443712 w 8115305"/>
              <a:gd name="connsiteY4491" fmla="*/ 52812 h 3192694"/>
              <a:gd name="connsiteX4492" fmla="*/ 4468699 w 8115305"/>
              <a:gd name="connsiteY4492" fmla="*/ 56433 h 3192694"/>
              <a:gd name="connsiteX4493" fmla="*/ 4449506 w 8115305"/>
              <a:gd name="connsiteY4493" fmla="*/ 60237 h 3192694"/>
              <a:gd name="connsiteX4494" fmla="*/ 4423431 w 8115305"/>
              <a:gd name="connsiteY4494" fmla="*/ 56433 h 3192694"/>
              <a:gd name="connsiteX4495" fmla="*/ 4443712 w 8115305"/>
              <a:gd name="connsiteY4495" fmla="*/ 52812 h 3192694"/>
              <a:gd name="connsiteX4496" fmla="*/ 3230852 w 8115305"/>
              <a:gd name="connsiteY4496" fmla="*/ 51906 h 3192694"/>
              <a:gd name="connsiteX4497" fmla="*/ 3244977 w 8115305"/>
              <a:gd name="connsiteY4497" fmla="*/ 54623 h 3192694"/>
              <a:gd name="connsiteX4498" fmla="*/ 3224153 w 8115305"/>
              <a:gd name="connsiteY4498" fmla="*/ 57521 h 3192694"/>
              <a:gd name="connsiteX4499" fmla="*/ 3210211 w 8115305"/>
              <a:gd name="connsiteY4499" fmla="*/ 54804 h 3192694"/>
              <a:gd name="connsiteX4500" fmla="*/ 3230852 w 8115305"/>
              <a:gd name="connsiteY4500" fmla="*/ 51906 h 3192694"/>
              <a:gd name="connsiteX4501" fmla="*/ 3132349 w 8115305"/>
              <a:gd name="connsiteY4501" fmla="*/ 51724 h 3192694"/>
              <a:gd name="connsiteX4502" fmla="*/ 3143756 w 8115305"/>
              <a:gd name="connsiteY4502" fmla="*/ 54080 h 3192694"/>
              <a:gd name="connsiteX4503" fmla="*/ 3124562 w 8115305"/>
              <a:gd name="connsiteY4503" fmla="*/ 56433 h 3192694"/>
              <a:gd name="connsiteX4504" fmla="*/ 3114241 w 8115305"/>
              <a:gd name="connsiteY4504" fmla="*/ 53897 h 3192694"/>
              <a:gd name="connsiteX4505" fmla="*/ 3132349 w 8115305"/>
              <a:gd name="connsiteY4505" fmla="*/ 51724 h 3192694"/>
              <a:gd name="connsiteX4506" fmla="*/ 3030582 w 8115305"/>
              <a:gd name="connsiteY4506" fmla="*/ 50821 h 3192694"/>
              <a:gd name="connsiteX4507" fmla="*/ 3038549 w 8115305"/>
              <a:gd name="connsiteY4507" fmla="*/ 52994 h 3192694"/>
              <a:gd name="connsiteX4508" fmla="*/ 3023882 w 8115305"/>
              <a:gd name="connsiteY4508" fmla="*/ 54623 h 3192694"/>
              <a:gd name="connsiteX4509" fmla="*/ 3015915 w 8115305"/>
              <a:gd name="connsiteY4509" fmla="*/ 52631 h 3192694"/>
              <a:gd name="connsiteX4510" fmla="*/ 3030582 w 8115305"/>
              <a:gd name="connsiteY4510" fmla="*/ 50821 h 3192694"/>
              <a:gd name="connsiteX4511" fmla="*/ 4342490 w 8115305"/>
              <a:gd name="connsiteY4511" fmla="*/ 50639 h 3192694"/>
              <a:gd name="connsiteX4512" fmla="*/ 4368565 w 8115305"/>
              <a:gd name="connsiteY4512" fmla="*/ 54621 h 3192694"/>
              <a:gd name="connsiteX4513" fmla="*/ 4347199 w 8115305"/>
              <a:gd name="connsiteY4513" fmla="*/ 58606 h 3192694"/>
              <a:gd name="connsiteX4514" fmla="*/ 4320941 w 8115305"/>
              <a:gd name="connsiteY4514" fmla="*/ 54621 h 3192694"/>
              <a:gd name="connsiteX4515" fmla="*/ 4342490 w 8115305"/>
              <a:gd name="connsiteY4515" fmla="*/ 50639 h 3192694"/>
              <a:gd name="connsiteX4516" fmla="*/ 4243261 w 8115305"/>
              <a:gd name="connsiteY4516" fmla="*/ 49553 h 3192694"/>
              <a:gd name="connsiteX4517" fmla="*/ 4268431 w 8115305"/>
              <a:gd name="connsiteY4517" fmla="*/ 53536 h 3192694"/>
              <a:gd name="connsiteX4518" fmla="*/ 4245977 w 8115305"/>
              <a:gd name="connsiteY4518" fmla="*/ 57520 h 3192694"/>
              <a:gd name="connsiteX4519" fmla="*/ 4220083 w 8115305"/>
              <a:gd name="connsiteY4519" fmla="*/ 53355 h 3192694"/>
              <a:gd name="connsiteX4520" fmla="*/ 4243261 w 8115305"/>
              <a:gd name="connsiteY4520" fmla="*/ 49553 h 3192694"/>
              <a:gd name="connsiteX4521" fmla="*/ 4143487 w 8115305"/>
              <a:gd name="connsiteY4521" fmla="*/ 48466 h 3192694"/>
              <a:gd name="connsiteX4522" fmla="*/ 4168113 w 8115305"/>
              <a:gd name="connsiteY4522" fmla="*/ 52268 h 3192694"/>
              <a:gd name="connsiteX4523" fmla="*/ 4145296 w 8115305"/>
              <a:gd name="connsiteY4523" fmla="*/ 56253 h 3192694"/>
              <a:gd name="connsiteX4524" fmla="*/ 4119945 w 8115305"/>
              <a:gd name="connsiteY4524" fmla="*/ 52450 h 3192694"/>
              <a:gd name="connsiteX4525" fmla="*/ 4143487 w 8115305"/>
              <a:gd name="connsiteY4525" fmla="*/ 48466 h 3192694"/>
              <a:gd name="connsiteX4526" fmla="*/ 5048512 w 8115305"/>
              <a:gd name="connsiteY4526" fmla="*/ 47017 h 3192694"/>
              <a:gd name="connsiteX4527" fmla="*/ 5062816 w 8115305"/>
              <a:gd name="connsiteY4527" fmla="*/ 49190 h 3192694"/>
              <a:gd name="connsiteX4528" fmla="*/ 5053219 w 8115305"/>
              <a:gd name="connsiteY4528" fmla="*/ 50820 h 3192694"/>
              <a:gd name="connsiteX4529" fmla="*/ 5039457 w 8115305"/>
              <a:gd name="connsiteY4529" fmla="*/ 48829 h 3192694"/>
              <a:gd name="connsiteX4530" fmla="*/ 5048512 w 8115305"/>
              <a:gd name="connsiteY4530" fmla="*/ 47017 h 3192694"/>
              <a:gd name="connsiteX4531" fmla="*/ 4044617 w 8115305"/>
              <a:gd name="connsiteY4531" fmla="*/ 46836 h 3192694"/>
              <a:gd name="connsiteX4532" fmla="*/ 4067795 w 8115305"/>
              <a:gd name="connsiteY4532" fmla="*/ 50638 h 3192694"/>
              <a:gd name="connsiteX4533" fmla="*/ 4043710 w 8115305"/>
              <a:gd name="connsiteY4533" fmla="*/ 54442 h 3192694"/>
              <a:gd name="connsiteX4534" fmla="*/ 4020533 w 8115305"/>
              <a:gd name="connsiteY4534" fmla="*/ 50457 h 3192694"/>
              <a:gd name="connsiteX4535" fmla="*/ 4044617 w 8115305"/>
              <a:gd name="connsiteY4535" fmla="*/ 46836 h 3192694"/>
              <a:gd name="connsiteX4536" fmla="*/ 3945026 w 8115305"/>
              <a:gd name="connsiteY4536" fmla="*/ 45749 h 3192694"/>
              <a:gd name="connsiteX4537" fmla="*/ 3968022 w 8115305"/>
              <a:gd name="connsiteY4537" fmla="*/ 49551 h 3192694"/>
              <a:gd name="connsiteX4538" fmla="*/ 3943577 w 8115305"/>
              <a:gd name="connsiteY4538" fmla="*/ 53172 h 3192694"/>
              <a:gd name="connsiteX4539" fmla="*/ 3921304 w 8115305"/>
              <a:gd name="connsiteY4539" fmla="*/ 49189 h 3192694"/>
              <a:gd name="connsiteX4540" fmla="*/ 3945026 w 8115305"/>
              <a:gd name="connsiteY4540" fmla="*/ 45749 h 3192694"/>
              <a:gd name="connsiteX4541" fmla="*/ 4946384 w 8115305"/>
              <a:gd name="connsiteY4541" fmla="*/ 44844 h 3192694"/>
              <a:gd name="connsiteX4542" fmla="*/ 4963406 w 8115305"/>
              <a:gd name="connsiteY4542" fmla="*/ 47380 h 3192694"/>
              <a:gd name="connsiteX4543" fmla="*/ 4951635 w 8115305"/>
              <a:gd name="connsiteY4543" fmla="*/ 49372 h 3192694"/>
              <a:gd name="connsiteX4544" fmla="*/ 4935158 w 8115305"/>
              <a:gd name="connsiteY4544" fmla="*/ 47199 h 3192694"/>
              <a:gd name="connsiteX4545" fmla="*/ 4946384 w 8115305"/>
              <a:gd name="connsiteY4545" fmla="*/ 44844 h 3192694"/>
              <a:gd name="connsiteX4546" fmla="*/ 3843440 w 8115305"/>
              <a:gd name="connsiteY4546" fmla="*/ 44121 h 3192694"/>
              <a:gd name="connsiteX4547" fmla="*/ 3864264 w 8115305"/>
              <a:gd name="connsiteY4547" fmla="*/ 47743 h 3192694"/>
              <a:gd name="connsiteX4548" fmla="*/ 3840723 w 8115305"/>
              <a:gd name="connsiteY4548" fmla="*/ 51364 h 3192694"/>
              <a:gd name="connsiteX4549" fmla="*/ 3820805 w 8115305"/>
              <a:gd name="connsiteY4549" fmla="*/ 47560 h 3192694"/>
              <a:gd name="connsiteX4550" fmla="*/ 3843440 w 8115305"/>
              <a:gd name="connsiteY4550" fmla="*/ 44121 h 3192694"/>
              <a:gd name="connsiteX4551" fmla="*/ 4844800 w 8115305"/>
              <a:gd name="connsiteY4551" fmla="*/ 43576 h 3192694"/>
              <a:gd name="connsiteX4552" fmla="*/ 4862907 w 8115305"/>
              <a:gd name="connsiteY4552" fmla="*/ 46112 h 3192694"/>
              <a:gd name="connsiteX4553" fmla="*/ 4850231 w 8115305"/>
              <a:gd name="connsiteY4553" fmla="*/ 48465 h 3192694"/>
              <a:gd name="connsiteX4554" fmla="*/ 4832123 w 8115305"/>
              <a:gd name="connsiteY4554" fmla="*/ 46112 h 3192694"/>
              <a:gd name="connsiteX4555" fmla="*/ 4844800 w 8115305"/>
              <a:gd name="connsiteY4555" fmla="*/ 43576 h 3192694"/>
              <a:gd name="connsiteX4556" fmla="*/ 3745658 w 8115305"/>
              <a:gd name="connsiteY4556" fmla="*/ 43215 h 3192694"/>
              <a:gd name="connsiteX4557" fmla="*/ 3765214 w 8115305"/>
              <a:gd name="connsiteY4557" fmla="*/ 46476 h 3192694"/>
              <a:gd name="connsiteX4558" fmla="*/ 3741312 w 8115305"/>
              <a:gd name="connsiteY4558" fmla="*/ 50097 h 3192694"/>
              <a:gd name="connsiteX4559" fmla="*/ 3723204 w 8115305"/>
              <a:gd name="connsiteY4559" fmla="*/ 46476 h 3192694"/>
              <a:gd name="connsiteX4560" fmla="*/ 3745658 w 8115305"/>
              <a:gd name="connsiteY4560" fmla="*/ 43215 h 3192694"/>
              <a:gd name="connsiteX4561" fmla="*/ 4741585 w 8115305"/>
              <a:gd name="connsiteY4561" fmla="*/ 41586 h 3192694"/>
              <a:gd name="connsiteX4562" fmla="*/ 4761322 w 8115305"/>
              <a:gd name="connsiteY4562" fmla="*/ 44301 h 3192694"/>
              <a:gd name="connsiteX4563" fmla="*/ 4747016 w 8115305"/>
              <a:gd name="connsiteY4563" fmla="*/ 47017 h 3192694"/>
              <a:gd name="connsiteX4564" fmla="*/ 4727099 w 8115305"/>
              <a:gd name="connsiteY4564" fmla="*/ 44301 h 3192694"/>
              <a:gd name="connsiteX4565" fmla="*/ 4741585 w 8115305"/>
              <a:gd name="connsiteY4565" fmla="*/ 41586 h 3192694"/>
              <a:gd name="connsiteX4566" fmla="*/ 3649687 w 8115305"/>
              <a:gd name="connsiteY4566" fmla="*/ 41585 h 3192694"/>
              <a:gd name="connsiteX4567" fmla="*/ 3667795 w 8115305"/>
              <a:gd name="connsiteY4567" fmla="*/ 44846 h 3192694"/>
              <a:gd name="connsiteX4568" fmla="*/ 3644436 w 8115305"/>
              <a:gd name="connsiteY4568" fmla="*/ 48285 h 3192694"/>
              <a:gd name="connsiteX4569" fmla="*/ 3625422 w 8115305"/>
              <a:gd name="connsiteY4569" fmla="*/ 45027 h 3192694"/>
              <a:gd name="connsiteX4570" fmla="*/ 3649687 w 8115305"/>
              <a:gd name="connsiteY4570" fmla="*/ 41585 h 3192694"/>
              <a:gd name="connsiteX4571" fmla="*/ 3550999 w 8115305"/>
              <a:gd name="connsiteY4571" fmla="*/ 40678 h 3192694"/>
              <a:gd name="connsiteX4572" fmla="*/ 3567116 w 8115305"/>
              <a:gd name="connsiteY4572" fmla="*/ 43756 h 3192694"/>
              <a:gd name="connsiteX4573" fmla="*/ 3546111 w 8115305"/>
              <a:gd name="connsiteY4573" fmla="*/ 46653 h 3192694"/>
              <a:gd name="connsiteX4574" fmla="*/ 3529994 w 8115305"/>
              <a:gd name="connsiteY4574" fmla="*/ 43756 h 3192694"/>
              <a:gd name="connsiteX4575" fmla="*/ 3550999 w 8115305"/>
              <a:gd name="connsiteY4575" fmla="*/ 40678 h 3192694"/>
              <a:gd name="connsiteX4576" fmla="*/ 4643080 w 8115305"/>
              <a:gd name="connsiteY4576" fmla="*/ 40317 h 3192694"/>
              <a:gd name="connsiteX4577" fmla="*/ 4662454 w 8115305"/>
              <a:gd name="connsiteY4577" fmla="*/ 43215 h 3192694"/>
              <a:gd name="connsiteX4578" fmla="*/ 4647968 w 8115305"/>
              <a:gd name="connsiteY4578" fmla="*/ 46112 h 3192694"/>
              <a:gd name="connsiteX4579" fmla="*/ 4627507 w 8115305"/>
              <a:gd name="connsiteY4579" fmla="*/ 43032 h 3192694"/>
              <a:gd name="connsiteX4580" fmla="*/ 4643080 w 8115305"/>
              <a:gd name="connsiteY4580" fmla="*/ 40317 h 3192694"/>
              <a:gd name="connsiteX4581" fmla="*/ 3454123 w 8115305"/>
              <a:gd name="connsiteY4581" fmla="*/ 39230 h 3192694"/>
              <a:gd name="connsiteX4582" fmla="*/ 3468609 w 8115305"/>
              <a:gd name="connsiteY4582" fmla="*/ 42128 h 3192694"/>
              <a:gd name="connsiteX4583" fmla="*/ 3447785 w 8115305"/>
              <a:gd name="connsiteY4583" fmla="*/ 44844 h 3192694"/>
              <a:gd name="connsiteX4584" fmla="*/ 3434204 w 8115305"/>
              <a:gd name="connsiteY4584" fmla="*/ 41766 h 3192694"/>
              <a:gd name="connsiteX4585" fmla="*/ 3454123 w 8115305"/>
              <a:gd name="connsiteY4585" fmla="*/ 39230 h 3192694"/>
              <a:gd name="connsiteX4586" fmla="*/ 4541494 w 8115305"/>
              <a:gd name="connsiteY4586" fmla="*/ 38506 h 3192694"/>
              <a:gd name="connsiteX4587" fmla="*/ 4563043 w 8115305"/>
              <a:gd name="connsiteY4587" fmla="*/ 41403 h 3192694"/>
              <a:gd name="connsiteX4588" fmla="*/ 4547289 w 8115305"/>
              <a:gd name="connsiteY4588" fmla="*/ 44483 h 3192694"/>
              <a:gd name="connsiteX4589" fmla="*/ 4526464 w 8115305"/>
              <a:gd name="connsiteY4589" fmla="*/ 41403 h 3192694"/>
              <a:gd name="connsiteX4590" fmla="*/ 4541494 w 8115305"/>
              <a:gd name="connsiteY4590" fmla="*/ 38506 h 3192694"/>
              <a:gd name="connsiteX4591" fmla="*/ 3352176 w 8115305"/>
              <a:gd name="connsiteY4591" fmla="*/ 38506 h 3192694"/>
              <a:gd name="connsiteX4592" fmla="*/ 3366480 w 8115305"/>
              <a:gd name="connsiteY4592" fmla="*/ 40861 h 3192694"/>
              <a:gd name="connsiteX4593" fmla="*/ 3348372 w 8115305"/>
              <a:gd name="connsiteY4593" fmla="*/ 43395 h 3192694"/>
              <a:gd name="connsiteX4594" fmla="*/ 3335698 w 8115305"/>
              <a:gd name="connsiteY4594" fmla="*/ 40861 h 3192694"/>
              <a:gd name="connsiteX4595" fmla="*/ 3352176 w 8115305"/>
              <a:gd name="connsiteY4595" fmla="*/ 38506 h 3192694"/>
              <a:gd name="connsiteX4596" fmla="*/ 4442988 w 8115305"/>
              <a:gd name="connsiteY4596" fmla="*/ 37240 h 3192694"/>
              <a:gd name="connsiteX4597" fmla="*/ 4465442 w 8115305"/>
              <a:gd name="connsiteY4597" fmla="*/ 40317 h 3192694"/>
              <a:gd name="connsiteX4598" fmla="*/ 4449144 w 8115305"/>
              <a:gd name="connsiteY4598" fmla="*/ 43395 h 3192694"/>
              <a:gd name="connsiteX4599" fmla="*/ 4426510 w 8115305"/>
              <a:gd name="connsiteY4599" fmla="*/ 40317 h 3192694"/>
              <a:gd name="connsiteX4600" fmla="*/ 4442988 w 8115305"/>
              <a:gd name="connsiteY4600" fmla="*/ 37240 h 3192694"/>
              <a:gd name="connsiteX4601" fmla="*/ 3257654 w 8115305"/>
              <a:gd name="connsiteY4601" fmla="*/ 37057 h 3192694"/>
              <a:gd name="connsiteX4602" fmla="*/ 3269062 w 8115305"/>
              <a:gd name="connsiteY4602" fmla="*/ 39230 h 3192694"/>
              <a:gd name="connsiteX4603" fmla="*/ 3252584 w 8115305"/>
              <a:gd name="connsiteY4603" fmla="*/ 41402 h 3192694"/>
              <a:gd name="connsiteX4604" fmla="*/ 3242080 w 8115305"/>
              <a:gd name="connsiteY4604" fmla="*/ 39230 h 3192694"/>
              <a:gd name="connsiteX4605" fmla="*/ 3257654 w 8115305"/>
              <a:gd name="connsiteY4605" fmla="*/ 37057 h 3192694"/>
              <a:gd name="connsiteX4606" fmla="*/ 3160777 w 8115305"/>
              <a:gd name="connsiteY4606" fmla="*/ 36516 h 3192694"/>
              <a:gd name="connsiteX4607" fmla="*/ 3170554 w 8115305"/>
              <a:gd name="connsiteY4607" fmla="*/ 37964 h 3192694"/>
              <a:gd name="connsiteX4608" fmla="*/ 3157878 w 8115305"/>
              <a:gd name="connsiteY4608" fmla="*/ 39774 h 3192694"/>
              <a:gd name="connsiteX4609" fmla="*/ 3148464 w 8115305"/>
              <a:gd name="connsiteY4609" fmla="*/ 38325 h 3192694"/>
              <a:gd name="connsiteX4610" fmla="*/ 3160777 w 8115305"/>
              <a:gd name="connsiteY4610" fmla="*/ 36516 h 3192694"/>
              <a:gd name="connsiteX4611" fmla="*/ 4346474 w 8115305"/>
              <a:gd name="connsiteY4611" fmla="*/ 35428 h 3192694"/>
              <a:gd name="connsiteX4612" fmla="*/ 4367479 w 8115305"/>
              <a:gd name="connsiteY4612" fmla="*/ 38688 h 3192694"/>
              <a:gd name="connsiteX4613" fmla="*/ 4347379 w 8115305"/>
              <a:gd name="connsiteY4613" fmla="*/ 41946 h 3192694"/>
              <a:gd name="connsiteX4614" fmla="*/ 4327098 w 8115305"/>
              <a:gd name="connsiteY4614" fmla="*/ 38507 h 3192694"/>
              <a:gd name="connsiteX4615" fmla="*/ 4346474 w 8115305"/>
              <a:gd name="connsiteY4615" fmla="*/ 35428 h 3192694"/>
              <a:gd name="connsiteX4616" fmla="*/ 4248873 w 8115305"/>
              <a:gd name="connsiteY4616" fmla="*/ 34342 h 3192694"/>
              <a:gd name="connsiteX4617" fmla="*/ 4269697 w 8115305"/>
              <a:gd name="connsiteY4617" fmla="*/ 37601 h 3192694"/>
              <a:gd name="connsiteX4618" fmla="*/ 4249778 w 8115305"/>
              <a:gd name="connsiteY4618" fmla="*/ 40861 h 3192694"/>
              <a:gd name="connsiteX4619" fmla="*/ 4229136 w 8115305"/>
              <a:gd name="connsiteY4619" fmla="*/ 37601 h 3192694"/>
              <a:gd name="connsiteX4620" fmla="*/ 4248873 w 8115305"/>
              <a:gd name="connsiteY4620" fmla="*/ 34342 h 3192694"/>
              <a:gd name="connsiteX4621" fmla="*/ 4148193 w 8115305"/>
              <a:gd name="connsiteY4621" fmla="*/ 32713 h 3192694"/>
              <a:gd name="connsiteX4622" fmla="*/ 4168474 w 8115305"/>
              <a:gd name="connsiteY4622" fmla="*/ 35791 h 3192694"/>
              <a:gd name="connsiteX4623" fmla="*/ 4148193 w 8115305"/>
              <a:gd name="connsiteY4623" fmla="*/ 39232 h 3192694"/>
              <a:gd name="connsiteX4624" fmla="*/ 4127732 w 8115305"/>
              <a:gd name="connsiteY4624" fmla="*/ 35611 h 3192694"/>
              <a:gd name="connsiteX4625" fmla="*/ 4148193 w 8115305"/>
              <a:gd name="connsiteY4625" fmla="*/ 32713 h 3192694"/>
              <a:gd name="connsiteX4626" fmla="*/ 4051497 w 8115305"/>
              <a:gd name="connsiteY4626" fmla="*/ 31625 h 3192694"/>
              <a:gd name="connsiteX4627" fmla="*/ 4071054 w 8115305"/>
              <a:gd name="connsiteY4627" fmla="*/ 34884 h 3192694"/>
              <a:gd name="connsiteX4628" fmla="*/ 4051317 w 8115305"/>
              <a:gd name="connsiteY4628" fmla="*/ 37961 h 3192694"/>
              <a:gd name="connsiteX4629" fmla="*/ 4030855 w 8115305"/>
              <a:gd name="connsiteY4629" fmla="*/ 34703 h 3192694"/>
              <a:gd name="connsiteX4630" fmla="*/ 4051497 w 8115305"/>
              <a:gd name="connsiteY4630" fmla="*/ 31625 h 3192694"/>
              <a:gd name="connsiteX4631" fmla="*/ 3954622 w 8115305"/>
              <a:gd name="connsiteY4631" fmla="*/ 29996 h 3192694"/>
              <a:gd name="connsiteX4632" fmla="*/ 3973816 w 8115305"/>
              <a:gd name="connsiteY4632" fmla="*/ 33254 h 3192694"/>
              <a:gd name="connsiteX4633" fmla="*/ 3952991 w 8115305"/>
              <a:gd name="connsiteY4633" fmla="*/ 36334 h 3192694"/>
              <a:gd name="connsiteX4634" fmla="*/ 3934883 w 8115305"/>
              <a:gd name="connsiteY4634" fmla="*/ 32893 h 3192694"/>
              <a:gd name="connsiteX4635" fmla="*/ 3954622 w 8115305"/>
              <a:gd name="connsiteY4635" fmla="*/ 29996 h 3192694"/>
              <a:gd name="connsiteX4636" fmla="*/ 4929907 w 8115305"/>
              <a:gd name="connsiteY4636" fmla="*/ 29995 h 3192694"/>
              <a:gd name="connsiteX4637" fmla="*/ 4942401 w 8115305"/>
              <a:gd name="connsiteY4637" fmla="*/ 31444 h 3192694"/>
              <a:gd name="connsiteX4638" fmla="*/ 4934253 w 8115305"/>
              <a:gd name="connsiteY4638" fmla="*/ 33075 h 3192694"/>
              <a:gd name="connsiteX4639" fmla="*/ 4922301 w 8115305"/>
              <a:gd name="connsiteY4639" fmla="*/ 31444 h 3192694"/>
              <a:gd name="connsiteX4640" fmla="*/ 4929907 w 8115305"/>
              <a:gd name="connsiteY4640" fmla="*/ 29995 h 3192694"/>
              <a:gd name="connsiteX4641" fmla="*/ 3857745 w 8115305"/>
              <a:gd name="connsiteY4641" fmla="*/ 29090 h 3192694"/>
              <a:gd name="connsiteX4642" fmla="*/ 3875853 w 8115305"/>
              <a:gd name="connsiteY4642" fmla="*/ 31987 h 3192694"/>
              <a:gd name="connsiteX4643" fmla="*/ 3857745 w 8115305"/>
              <a:gd name="connsiteY4643" fmla="*/ 34884 h 3192694"/>
              <a:gd name="connsiteX4644" fmla="*/ 3839637 w 8115305"/>
              <a:gd name="connsiteY4644" fmla="*/ 32168 h 3192694"/>
              <a:gd name="connsiteX4645" fmla="*/ 3857745 w 8115305"/>
              <a:gd name="connsiteY4645" fmla="*/ 29090 h 3192694"/>
              <a:gd name="connsiteX4646" fmla="*/ 4832125 w 8115305"/>
              <a:gd name="connsiteY4646" fmla="*/ 28185 h 3192694"/>
              <a:gd name="connsiteX4647" fmla="*/ 4844800 w 8115305"/>
              <a:gd name="connsiteY4647" fmla="*/ 29814 h 3192694"/>
              <a:gd name="connsiteX4648" fmla="*/ 4835384 w 8115305"/>
              <a:gd name="connsiteY4648" fmla="*/ 31626 h 3192694"/>
              <a:gd name="connsiteX4649" fmla="*/ 4822709 w 8115305"/>
              <a:gd name="connsiteY4649" fmla="*/ 29814 h 3192694"/>
              <a:gd name="connsiteX4650" fmla="*/ 4832125 w 8115305"/>
              <a:gd name="connsiteY4650" fmla="*/ 28185 h 3192694"/>
              <a:gd name="connsiteX4651" fmla="*/ 3762678 w 8115305"/>
              <a:gd name="connsiteY4651" fmla="*/ 27642 h 3192694"/>
              <a:gd name="connsiteX4652" fmla="*/ 3779520 w 8115305"/>
              <a:gd name="connsiteY4652" fmla="*/ 30539 h 3192694"/>
              <a:gd name="connsiteX4653" fmla="*/ 3760688 w 8115305"/>
              <a:gd name="connsiteY4653" fmla="*/ 33255 h 3192694"/>
              <a:gd name="connsiteX4654" fmla="*/ 3744570 w 8115305"/>
              <a:gd name="connsiteY4654" fmla="*/ 30539 h 3192694"/>
              <a:gd name="connsiteX4655" fmla="*/ 3762678 w 8115305"/>
              <a:gd name="connsiteY4655" fmla="*/ 27642 h 3192694"/>
              <a:gd name="connsiteX4656" fmla="*/ 3664174 w 8115305"/>
              <a:gd name="connsiteY4656" fmla="*/ 26738 h 3192694"/>
              <a:gd name="connsiteX4657" fmla="*/ 3679927 w 8115305"/>
              <a:gd name="connsiteY4657" fmla="*/ 29453 h 3192694"/>
              <a:gd name="connsiteX4658" fmla="*/ 3661819 w 8115305"/>
              <a:gd name="connsiteY4658" fmla="*/ 31989 h 3192694"/>
              <a:gd name="connsiteX4659" fmla="*/ 3646066 w 8115305"/>
              <a:gd name="connsiteY4659" fmla="*/ 29272 h 3192694"/>
              <a:gd name="connsiteX4660" fmla="*/ 3664174 w 8115305"/>
              <a:gd name="connsiteY4660" fmla="*/ 26738 h 3192694"/>
              <a:gd name="connsiteX4661" fmla="*/ 4734524 w 8115305"/>
              <a:gd name="connsiteY4661" fmla="*/ 26736 h 3192694"/>
              <a:gd name="connsiteX4662" fmla="*/ 4749734 w 8115305"/>
              <a:gd name="connsiteY4662" fmla="*/ 28728 h 3192694"/>
              <a:gd name="connsiteX4663" fmla="*/ 4739411 w 8115305"/>
              <a:gd name="connsiteY4663" fmla="*/ 30901 h 3192694"/>
              <a:gd name="connsiteX4664" fmla="*/ 4723115 w 8115305"/>
              <a:gd name="connsiteY4664" fmla="*/ 28728 h 3192694"/>
              <a:gd name="connsiteX4665" fmla="*/ 4734524 w 8115305"/>
              <a:gd name="connsiteY4665" fmla="*/ 26736 h 3192694"/>
              <a:gd name="connsiteX4666" fmla="*/ 3569830 w 8115305"/>
              <a:gd name="connsiteY4666" fmla="*/ 25832 h 3192694"/>
              <a:gd name="connsiteX4667" fmla="*/ 3583412 w 8115305"/>
              <a:gd name="connsiteY4667" fmla="*/ 28365 h 3192694"/>
              <a:gd name="connsiteX4668" fmla="*/ 3565304 w 8115305"/>
              <a:gd name="connsiteY4668" fmla="*/ 30719 h 3192694"/>
              <a:gd name="connsiteX4669" fmla="*/ 3551723 w 8115305"/>
              <a:gd name="connsiteY4669" fmla="*/ 28004 h 3192694"/>
              <a:gd name="connsiteX4670" fmla="*/ 3569830 w 8115305"/>
              <a:gd name="connsiteY4670" fmla="*/ 25832 h 3192694"/>
              <a:gd name="connsiteX4671" fmla="*/ 4637647 w 8115305"/>
              <a:gd name="connsiteY4671" fmla="*/ 25468 h 3192694"/>
              <a:gd name="connsiteX4672" fmla="*/ 4653399 w 8115305"/>
              <a:gd name="connsiteY4672" fmla="*/ 27824 h 3192694"/>
              <a:gd name="connsiteX4673" fmla="*/ 4641086 w 8115305"/>
              <a:gd name="connsiteY4673" fmla="*/ 29996 h 3192694"/>
              <a:gd name="connsiteX4674" fmla="*/ 4625334 w 8115305"/>
              <a:gd name="connsiteY4674" fmla="*/ 27641 h 3192694"/>
              <a:gd name="connsiteX4675" fmla="*/ 4637647 w 8115305"/>
              <a:gd name="connsiteY4675" fmla="*/ 25468 h 3192694"/>
              <a:gd name="connsiteX4676" fmla="*/ 3476397 w 8115305"/>
              <a:gd name="connsiteY4676" fmla="*/ 24564 h 3192694"/>
              <a:gd name="connsiteX4677" fmla="*/ 3487081 w 8115305"/>
              <a:gd name="connsiteY4677" fmla="*/ 26917 h 3192694"/>
              <a:gd name="connsiteX4678" fmla="*/ 3471508 w 8115305"/>
              <a:gd name="connsiteY4678" fmla="*/ 28729 h 3192694"/>
              <a:gd name="connsiteX4679" fmla="*/ 3459919 w 8115305"/>
              <a:gd name="connsiteY4679" fmla="*/ 26556 h 3192694"/>
              <a:gd name="connsiteX4680" fmla="*/ 3476397 w 8115305"/>
              <a:gd name="connsiteY4680" fmla="*/ 24564 h 3192694"/>
              <a:gd name="connsiteX4681" fmla="*/ 4539501 w 8115305"/>
              <a:gd name="connsiteY4681" fmla="*/ 23839 h 3192694"/>
              <a:gd name="connsiteX4682" fmla="*/ 4556704 w 8115305"/>
              <a:gd name="connsiteY4682" fmla="*/ 26012 h 3192694"/>
              <a:gd name="connsiteX4683" fmla="*/ 4544028 w 8115305"/>
              <a:gd name="connsiteY4683" fmla="*/ 28366 h 3192694"/>
              <a:gd name="connsiteX4684" fmla="*/ 4527732 w 8115305"/>
              <a:gd name="connsiteY4684" fmla="*/ 26374 h 3192694"/>
              <a:gd name="connsiteX4685" fmla="*/ 4539501 w 8115305"/>
              <a:gd name="connsiteY4685" fmla="*/ 23839 h 3192694"/>
              <a:gd name="connsiteX4686" fmla="*/ 3380605 w 8115305"/>
              <a:gd name="connsiteY4686" fmla="*/ 23658 h 3192694"/>
              <a:gd name="connsiteX4687" fmla="*/ 3391470 w 8115305"/>
              <a:gd name="connsiteY4687" fmla="*/ 25468 h 3192694"/>
              <a:gd name="connsiteX4688" fmla="*/ 3378432 w 8115305"/>
              <a:gd name="connsiteY4688" fmla="*/ 27460 h 3192694"/>
              <a:gd name="connsiteX4689" fmla="*/ 3366843 w 8115305"/>
              <a:gd name="connsiteY4689" fmla="*/ 25651 h 3192694"/>
              <a:gd name="connsiteX4690" fmla="*/ 3380605 w 8115305"/>
              <a:gd name="connsiteY4690" fmla="*/ 23658 h 3192694"/>
              <a:gd name="connsiteX4691" fmla="*/ 4441178 w 8115305"/>
              <a:gd name="connsiteY4691" fmla="*/ 22573 h 3192694"/>
              <a:gd name="connsiteX4692" fmla="*/ 4459286 w 8115305"/>
              <a:gd name="connsiteY4692" fmla="*/ 25107 h 3192694"/>
              <a:gd name="connsiteX4693" fmla="*/ 4443712 w 8115305"/>
              <a:gd name="connsiteY4693" fmla="*/ 27643 h 3192694"/>
              <a:gd name="connsiteX4694" fmla="*/ 4427234 w 8115305"/>
              <a:gd name="connsiteY4694" fmla="*/ 25107 h 3192694"/>
              <a:gd name="connsiteX4695" fmla="*/ 4441178 w 8115305"/>
              <a:gd name="connsiteY4695" fmla="*/ 22573 h 3192694"/>
              <a:gd name="connsiteX4696" fmla="*/ 3288436 w 8115305"/>
              <a:gd name="connsiteY4696" fmla="*/ 22391 h 3192694"/>
              <a:gd name="connsiteX4697" fmla="*/ 3295499 w 8115305"/>
              <a:gd name="connsiteY4697" fmla="*/ 24022 h 3192694"/>
              <a:gd name="connsiteX4698" fmla="*/ 3283730 w 8115305"/>
              <a:gd name="connsiteY4698" fmla="*/ 25471 h 3192694"/>
              <a:gd name="connsiteX4699" fmla="*/ 3275580 w 8115305"/>
              <a:gd name="connsiteY4699" fmla="*/ 24022 h 3192694"/>
              <a:gd name="connsiteX4700" fmla="*/ 3288436 w 8115305"/>
              <a:gd name="connsiteY4700" fmla="*/ 22391 h 3192694"/>
              <a:gd name="connsiteX4701" fmla="*/ 4344481 w 8115305"/>
              <a:gd name="connsiteY4701" fmla="*/ 20942 h 3192694"/>
              <a:gd name="connsiteX4702" fmla="*/ 4362589 w 8115305"/>
              <a:gd name="connsiteY4702" fmla="*/ 23476 h 3192694"/>
              <a:gd name="connsiteX4703" fmla="*/ 4348103 w 8115305"/>
              <a:gd name="connsiteY4703" fmla="*/ 26012 h 3192694"/>
              <a:gd name="connsiteX4704" fmla="*/ 4329995 w 8115305"/>
              <a:gd name="connsiteY4704" fmla="*/ 23476 h 3192694"/>
              <a:gd name="connsiteX4705" fmla="*/ 4344481 w 8115305"/>
              <a:gd name="connsiteY4705" fmla="*/ 20942 h 3192694"/>
              <a:gd name="connsiteX4706" fmla="*/ 4249416 w 8115305"/>
              <a:gd name="connsiteY4706" fmla="*/ 19856 h 3192694"/>
              <a:gd name="connsiteX4707" fmla="*/ 4267524 w 8115305"/>
              <a:gd name="connsiteY4707" fmla="*/ 22392 h 3192694"/>
              <a:gd name="connsiteX4708" fmla="*/ 4252494 w 8115305"/>
              <a:gd name="connsiteY4708" fmla="*/ 24926 h 3192694"/>
              <a:gd name="connsiteX4709" fmla="*/ 4234386 w 8115305"/>
              <a:gd name="connsiteY4709" fmla="*/ 22392 h 3192694"/>
              <a:gd name="connsiteX4710" fmla="*/ 4249416 w 8115305"/>
              <a:gd name="connsiteY4710" fmla="*/ 19856 h 3192694"/>
              <a:gd name="connsiteX4711" fmla="*/ 4155437 w 8115305"/>
              <a:gd name="connsiteY4711" fmla="*/ 18408 h 3192694"/>
              <a:gd name="connsiteX4712" fmla="*/ 4172096 w 8115305"/>
              <a:gd name="connsiteY4712" fmla="*/ 20942 h 3192694"/>
              <a:gd name="connsiteX4713" fmla="*/ 4155437 w 8115305"/>
              <a:gd name="connsiteY4713" fmla="*/ 23658 h 3192694"/>
              <a:gd name="connsiteX4714" fmla="*/ 4138958 w 8115305"/>
              <a:gd name="connsiteY4714" fmla="*/ 21124 h 3192694"/>
              <a:gd name="connsiteX4715" fmla="*/ 4155437 w 8115305"/>
              <a:gd name="connsiteY4715" fmla="*/ 18408 h 3192694"/>
              <a:gd name="connsiteX4716" fmla="*/ 4060191 w 8115305"/>
              <a:gd name="connsiteY4716" fmla="*/ 17320 h 3192694"/>
              <a:gd name="connsiteX4717" fmla="*/ 4077031 w 8115305"/>
              <a:gd name="connsiteY4717" fmla="*/ 19673 h 3192694"/>
              <a:gd name="connsiteX4718" fmla="*/ 4061277 w 8115305"/>
              <a:gd name="connsiteY4718" fmla="*/ 22390 h 3192694"/>
              <a:gd name="connsiteX4719" fmla="*/ 4044437 w 8115305"/>
              <a:gd name="connsiteY4719" fmla="*/ 19854 h 3192694"/>
              <a:gd name="connsiteX4720" fmla="*/ 4060191 w 8115305"/>
              <a:gd name="connsiteY4720" fmla="*/ 17320 h 3192694"/>
              <a:gd name="connsiteX4721" fmla="*/ 3965485 w 8115305"/>
              <a:gd name="connsiteY4721" fmla="*/ 15691 h 3192694"/>
              <a:gd name="connsiteX4722" fmla="*/ 3979610 w 8115305"/>
              <a:gd name="connsiteY4722" fmla="*/ 18227 h 3192694"/>
              <a:gd name="connsiteX4723" fmla="*/ 3962227 w 8115305"/>
              <a:gd name="connsiteY4723" fmla="*/ 20581 h 3192694"/>
              <a:gd name="connsiteX4724" fmla="*/ 3947377 w 8115305"/>
              <a:gd name="connsiteY4724" fmla="*/ 18045 h 3192694"/>
              <a:gd name="connsiteX4725" fmla="*/ 3965485 w 8115305"/>
              <a:gd name="connsiteY4725" fmla="*/ 15691 h 3192694"/>
              <a:gd name="connsiteX4726" fmla="*/ 3870239 w 8115305"/>
              <a:gd name="connsiteY4726" fmla="*/ 14966 h 3192694"/>
              <a:gd name="connsiteX4727" fmla="*/ 3883457 w 8115305"/>
              <a:gd name="connsiteY4727" fmla="*/ 16959 h 3192694"/>
              <a:gd name="connsiteX4728" fmla="*/ 3868971 w 8115305"/>
              <a:gd name="connsiteY4728" fmla="*/ 19312 h 3192694"/>
              <a:gd name="connsiteX4729" fmla="*/ 3854848 w 8115305"/>
              <a:gd name="connsiteY4729" fmla="*/ 17139 h 3192694"/>
              <a:gd name="connsiteX4730" fmla="*/ 3870239 w 8115305"/>
              <a:gd name="connsiteY4730" fmla="*/ 14966 h 3192694"/>
              <a:gd name="connsiteX4731" fmla="*/ 3776984 w 8115305"/>
              <a:gd name="connsiteY4731" fmla="*/ 13518 h 3192694"/>
              <a:gd name="connsiteX4732" fmla="*/ 3789480 w 8115305"/>
              <a:gd name="connsiteY4732" fmla="*/ 15691 h 3192694"/>
              <a:gd name="connsiteX4733" fmla="*/ 3774450 w 8115305"/>
              <a:gd name="connsiteY4733" fmla="*/ 17683 h 3192694"/>
              <a:gd name="connsiteX4734" fmla="*/ 3762137 w 8115305"/>
              <a:gd name="connsiteY4734" fmla="*/ 15510 h 3192694"/>
              <a:gd name="connsiteX4735" fmla="*/ 3776984 w 8115305"/>
              <a:gd name="connsiteY4735" fmla="*/ 13518 h 3192694"/>
              <a:gd name="connsiteX4736" fmla="*/ 3683547 w 8115305"/>
              <a:gd name="connsiteY4736" fmla="*/ 12613 h 3192694"/>
              <a:gd name="connsiteX4737" fmla="*/ 3695680 w 8115305"/>
              <a:gd name="connsiteY4737" fmla="*/ 14606 h 3192694"/>
              <a:gd name="connsiteX4738" fmla="*/ 3681557 w 8115305"/>
              <a:gd name="connsiteY4738" fmla="*/ 16596 h 3192694"/>
              <a:gd name="connsiteX4739" fmla="*/ 3669424 w 8115305"/>
              <a:gd name="connsiteY4739" fmla="*/ 14423 h 3192694"/>
              <a:gd name="connsiteX4740" fmla="*/ 3683547 w 8115305"/>
              <a:gd name="connsiteY4740" fmla="*/ 12613 h 3192694"/>
              <a:gd name="connsiteX4741" fmla="*/ 3593009 w 8115305"/>
              <a:gd name="connsiteY4741" fmla="*/ 11164 h 3192694"/>
              <a:gd name="connsiteX4742" fmla="*/ 3601883 w 8115305"/>
              <a:gd name="connsiteY4742" fmla="*/ 13155 h 3192694"/>
              <a:gd name="connsiteX4743" fmla="*/ 3587758 w 8115305"/>
              <a:gd name="connsiteY4743" fmla="*/ 14966 h 3192694"/>
              <a:gd name="connsiteX4744" fmla="*/ 3578161 w 8115305"/>
              <a:gd name="connsiteY4744" fmla="*/ 12974 h 3192694"/>
              <a:gd name="connsiteX4745" fmla="*/ 3593009 w 8115305"/>
              <a:gd name="connsiteY4745" fmla="*/ 11164 h 3192694"/>
              <a:gd name="connsiteX4746" fmla="*/ 4628592 w 8115305"/>
              <a:gd name="connsiteY4746" fmla="*/ 10982 h 3192694"/>
              <a:gd name="connsiteX4747" fmla="*/ 4640725 w 8115305"/>
              <a:gd name="connsiteY4747" fmla="*/ 12430 h 3192694"/>
              <a:gd name="connsiteX4748" fmla="*/ 4631853 w 8115305"/>
              <a:gd name="connsiteY4748" fmla="*/ 14061 h 3192694"/>
              <a:gd name="connsiteX4749" fmla="*/ 4620444 w 8115305"/>
              <a:gd name="connsiteY4749" fmla="*/ 12430 h 3192694"/>
              <a:gd name="connsiteX4750" fmla="*/ 4628592 w 8115305"/>
              <a:gd name="connsiteY4750" fmla="*/ 10982 h 3192694"/>
              <a:gd name="connsiteX4751" fmla="*/ 3498850 w 8115305"/>
              <a:gd name="connsiteY4751" fmla="*/ 10440 h 3192694"/>
              <a:gd name="connsiteX4752" fmla="*/ 3507542 w 8115305"/>
              <a:gd name="connsiteY4752" fmla="*/ 12069 h 3192694"/>
              <a:gd name="connsiteX4753" fmla="*/ 3495409 w 8115305"/>
              <a:gd name="connsiteY4753" fmla="*/ 13517 h 3192694"/>
              <a:gd name="connsiteX4754" fmla="*/ 3487442 w 8115305"/>
              <a:gd name="connsiteY4754" fmla="*/ 12069 h 3192694"/>
              <a:gd name="connsiteX4755" fmla="*/ 3498850 w 8115305"/>
              <a:gd name="connsiteY4755" fmla="*/ 10440 h 3192694"/>
              <a:gd name="connsiteX4756" fmla="*/ 4535155 w 8115305"/>
              <a:gd name="connsiteY4756" fmla="*/ 9897 h 3192694"/>
              <a:gd name="connsiteX4757" fmla="*/ 4547105 w 8115305"/>
              <a:gd name="connsiteY4757" fmla="*/ 11345 h 3192694"/>
              <a:gd name="connsiteX4758" fmla="*/ 4537689 w 8115305"/>
              <a:gd name="connsiteY4758" fmla="*/ 13157 h 3192694"/>
              <a:gd name="connsiteX4759" fmla="*/ 4525739 w 8115305"/>
              <a:gd name="connsiteY4759" fmla="*/ 11528 h 3192694"/>
              <a:gd name="connsiteX4760" fmla="*/ 4535155 w 8115305"/>
              <a:gd name="connsiteY4760" fmla="*/ 9897 h 3192694"/>
              <a:gd name="connsiteX4761" fmla="*/ 4441541 w 8115305"/>
              <a:gd name="connsiteY4761" fmla="*/ 8268 h 3192694"/>
              <a:gd name="connsiteX4762" fmla="*/ 4454035 w 8115305"/>
              <a:gd name="connsiteY4762" fmla="*/ 10077 h 3192694"/>
              <a:gd name="connsiteX4763" fmla="*/ 4441902 w 8115305"/>
              <a:gd name="connsiteY4763" fmla="*/ 11889 h 3192694"/>
              <a:gd name="connsiteX4764" fmla="*/ 4430133 w 8115305"/>
              <a:gd name="connsiteY4764" fmla="*/ 9897 h 3192694"/>
              <a:gd name="connsiteX4765" fmla="*/ 4441541 w 8115305"/>
              <a:gd name="connsiteY4765" fmla="*/ 8268 h 3192694"/>
              <a:gd name="connsiteX4766" fmla="*/ 4349190 w 8115305"/>
              <a:gd name="connsiteY4766" fmla="*/ 7182 h 3192694"/>
              <a:gd name="connsiteX4767" fmla="*/ 4360960 w 8115305"/>
              <a:gd name="connsiteY4767" fmla="*/ 8992 h 3192694"/>
              <a:gd name="connsiteX4768" fmla="*/ 4349008 w 8115305"/>
              <a:gd name="connsiteY4768" fmla="*/ 10803 h 3192694"/>
              <a:gd name="connsiteX4769" fmla="*/ 4336153 w 8115305"/>
              <a:gd name="connsiteY4769" fmla="*/ 8811 h 3192694"/>
              <a:gd name="connsiteX4770" fmla="*/ 4349190 w 8115305"/>
              <a:gd name="connsiteY4770" fmla="*/ 7182 h 3192694"/>
              <a:gd name="connsiteX4771" fmla="*/ 4251950 w 8115305"/>
              <a:gd name="connsiteY4771" fmla="*/ 5550 h 3192694"/>
              <a:gd name="connsiteX4772" fmla="*/ 4265349 w 8115305"/>
              <a:gd name="connsiteY4772" fmla="*/ 7360 h 3192694"/>
              <a:gd name="connsiteX4773" fmla="*/ 4253943 w 8115305"/>
              <a:gd name="connsiteY4773" fmla="*/ 9352 h 3192694"/>
              <a:gd name="connsiteX4774" fmla="*/ 4239637 w 8115305"/>
              <a:gd name="connsiteY4774" fmla="*/ 7360 h 3192694"/>
              <a:gd name="connsiteX4775" fmla="*/ 4251950 w 8115305"/>
              <a:gd name="connsiteY4775" fmla="*/ 5550 h 3192694"/>
              <a:gd name="connsiteX4776" fmla="*/ 4159421 w 8115305"/>
              <a:gd name="connsiteY4776" fmla="*/ 4645 h 3192694"/>
              <a:gd name="connsiteX4777" fmla="*/ 4171915 w 8115305"/>
              <a:gd name="connsiteY4777" fmla="*/ 6457 h 3192694"/>
              <a:gd name="connsiteX4778" fmla="*/ 4159963 w 8115305"/>
              <a:gd name="connsiteY4778" fmla="*/ 8447 h 3192694"/>
              <a:gd name="connsiteX4779" fmla="*/ 4146564 w 8115305"/>
              <a:gd name="connsiteY4779" fmla="*/ 6637 h 3192694"/>
              <a:gd name="connsiteX4780" fmla="*/ 4159421 w 8115305"/>
              <a:gd name="connsiteY4780" fmla="*/ 4645 h 3192694"/>
              <a:gd name="connsiteX4781" fmla="*/ 4067071 w 8115305"/>
              <a:gd name="connsiteY4781" fmla="*/ 3560 h 3192694"/>
              <a:gd name="connsiteX4782" fmla="*/ 4079203 w 8115305"/>
              <a:gd name="connsiteY4782" fmla="*/ 5550 h 3192694"/>
              <a:gd name="connsiteX4783" fmla="*/ 4065805 w 8115305"/>
              <a:gd name="connsiteY4783" fmla="*/ 7362 h 3192694"/>
              <a:gd name="connsiteX4784" fmla="*/ 4054577 w 8115305"/>
              <a:gd name="connsiteY4784" fmla="*/ 5189 h 3192694"/>
              <a:gd name="connsiteX4785" fmla="*/ 4067071 w 8115305"/>
              <a:gd name="connsiteY4785" fmla="*/ 3560 h 3192694"/>
              <a:gd name="connsiteX4786" fmla="*/ 3974722 w 8115305"/>
              <a:gd name="connsiteY4786" fmla="*/ 2292 h 3192694"/>
              <a:gd name="connsiteX4787" fmla="*/ 3987216 w 8115305"/>
              <a:gd name="connsiteY4787" fmla="*/ 4102 h 3192694"/>
              <a:gd name="connsiteX4788" fmla="*/ 3975627 w 8115305"/>
              <a:gd name="connsiteY4788" fmla="*/ 5734 h 3192694"/>
              <a:gd name="connsiteX4789" fmla="*/ 3963677 w 8115305"/>
              <a:gd name="connsiteY4789" fmla="*/ 4102 h 3192694"/>
              <a:gd name="connsiteX4790" fmla="*/ 3974722 w 8115305"/>
              <a:gd name="connsiteY4790" fmla="*/ 2292 h 3192694"/>
              <a:gd name="connsiteX4791" fmla="*/ 3882915 w 8115305"/>
              <a:gd name="connsiteY4791" fmla="*/ 1385 h 3192694"/>
              <a:gd name="connsiteX4792" fmla="*/ 3893780 w 8115305"/>
              <a:gd name="connsiteY4792" fmla="*/ 3014 h 3192694"/>
              <a:gd name="connsiteX4793" fmla="*/ 3883279 w 8115305"/>
              <a:gd name="connsiteY4793" fmla="*/ 4645 h 3192694"/>
              <a:gd name="connsiteX4794" fmla="*/ 3872595 w 8115305"/>
              <a:gd name="connsiteY4794" fmla="*/ 3014 h 3192694"/>
              <a:gd name="connsiteX4795" fmla="*/ 3882915 w 8115305"/>
              <a:gd name="connsiteY4795" fmla="*/ 1385 h 3192694"/>
              <a:gd name="connsiteX4796" fmla="*/ 3792013 w 8115305"/>
              <a:gd name="connsiteY4796" fmla="*/ 119 h 3192694"/>
              <a:gd name="connsiteX4797" fmla="*/ 3801792 w 8115305"/>
              <a:gd name="connsiteY4797" fmla="*/ 1568 h 3192694"/>
              <a:gd name="connsiteX4798" fmla="*/ 3791108 w 8115305"/>
              <a:gd name="connsiteY4798" fmla="*/ 3016 h 3192694"/>
              <a:gd name="connsiteX4799" fmla="*/ 3782236 w 8115305"/>
              <a:gd name="connsiteY4799" fmla="*/ 1385 h 3192694"/>
              <a:gd name="connsiteX4800" fmla="*/ 3792013 w 8115305"/>
              <a:gd name="connsiteY4800" fmla="*/ 119 h 319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Lst>
            <a:rect l="l" t="t" r="r" b="b"/>
            <a:pathLst>
              <a:path w="8115305" h="3192694">
                <a:moveTo>
                  <a:pt x="4234736" y="3069959"/>
                </a:moveTo>
                <a:cubicBezTo>
                  <a:pt x="4237818" y="3069761"/>
                  <a:pt x="4240909" y="3069814"/>
                  <a:pt x="4243983" y="3070105"/>
                </a:cubicBezTo>
                <a:cubicBezTo>
                  <a:pt x="4276710" y="3073689"/>
                  <a:pt x="4302218" y="3100108"/>
                  <a:pt x="4304644" y="3132937"/>
                </a:cubicBezTo>
                <a:cubicBezTo>
                  <a:pt x="4304946" y="3165640"/>
                  <a:pt x="4278683" y="3192386"/>
                  <a:pt x="4245983" y="3192694"/>
                </a:cubicBezTo>
                <a:cubicBezTo>
                  <a:pt x="4245557" y="3192694"/>
                  <a:pt x="4245133" y="3192694"/>
                  <a:pt x="4244707" y="3192694"/>
                </a:cubicBezTo>
                <a:cubicBezTo>
                  <a:pt x="4211007" y="3191914"/>
                  <a:pt x="4183034" y="3166419"/>
                  <a:pt x="4179158" y="3132937"/>
                </a:cubicBezTo>
                <a:cubicBezTo>
                  <a:pt x="4177112" y="3100199"/>
                  <a:pt x="4201996" y="3072006"/>
                  <a:pt x="4234736" y="3069959"/>
                </a:cubicBezTo>
                <a:close/>
                <a:moveTo>
                  <a:pt x="3636106" y="3007634"/>
                </a:moveTo>
                <a:cubicBezTo>
                  <a:pt x="3664050" y="3004664"/>
                  <a:pt x="3689114" y="3024890"/>
                  <a:pt x="3692089" y="3052849"/>
                </a:cubicBezTo>
                <a:cubicBezTo>
                  <a:pt x="3692414" y="3055874"/>
                  <a:pt x="3692462" y="3058915"/>
                  <a:pt x="3692239" y="3061957"/>
                </a:cubicBezTo>
                <a:cubicBezTo>
                  <a:pt x="3692241" y="3099549"/>
                  <a:pt x="3661925" y="3130114"/>
                  <a:pt x="3624337" y="3130405"/>
                </a:cubicBezTo>
                <a:cubicBezTo>
                  <a:pt x="3595397" y="3134987"/>
                  <a:pt x="3568215" y="3115248"/>
                  <a:pt x="3563624" y="3086312"/>
                </a:cubicBezTo>
                <a:cubicBezTo>
                  <a:pt x="3562734" y="3080700"/>
                  <a:pt x="3562751" y="3074995"/>
                  <a:pt x="3563675" y="3069381"/>
                </a:cubicBezTo>
                <a:cubicBezTo>
                  <a:pt x="3567035" y="3032532"/>
                  <a:pt x="3599197" y="3005117"/>
                  <a:pt x="3636106" y="3007634"/>
                </a:cubicBezTo>
                <a:close/>
                <a:moveTo>
                  <a:pt x="3062089" y="2969970"/>
                </a:moveTo>
                <a:cubicBezTo>
                  <a:pt x="3086535" y="2967200"/>
                  <a:pt x="3108593" y="2984783"/>
                  <a:pt x="3111357" y="3009227"/>
                </a:cubicBezTo>
                <a:cubicBezTo>
                  <a:pt x="3111870" y="3013773"/>
                  <a:pt x="3111682" y="3018354"/>
                  <a:pt x="3110798" y="3022844"/>
                </a:cubicBezTo>
                <a:cubicBezTo>
                  <a:pt x="3101979" y="3056343"/>
                  <a:pt x="3074210" y="3081496"/>
                  <a:pt x="3039999" y="3086947"/>
                </a:cubicBezTo>
                <a:cubicBezTo>
                  <a:pt x="3015313" y="3092017"/>
                  <a:pt x="2991187" y="3076135"/>
                  <a:pt x="2986109" y="3051437"/>
                </a:cubicBezTo>
                <a:cubicBezTo>
                  <a:pt x="2984459" y="3043433"/>
                  <a:pt x="2984997" y="3035104"/>
                  <a:pt x="2987666" y="3027371"/>
                </a:cubicBezTo>
                <a:cubicBezTo>
                  <a:pt x="2998983" y="2995229"/>
                  <a:pt x="3028132" y="2972759"/>
                  <a:pt x="3062089" y="2969970"/>
                </a:cubicBezTo>
                <a:close/>
                <a:moveTo>
                  <a:pt x="2514513" y="2932123"/>
                </a:moveTo>
                <a:cubicBezTo>
                  <a:pt x="2543302" y="2935925"/>
                  <a:pt x="2555616" y="2963992"/>
                  <a:pt x="2540768" y="2992965"/>
                </a:cubicBezTo>
                <a:cubicBezTo>
                  <a:pt x="2523221" y="3024454"/>
                  <a:pt x="2490591" y="3044608"/>
                  <a:pt x="2454575" y="3046203"/>
                </a:cubicBezTo>
                <a:cubicBezTo>
                  <a:pt x="2418360" y="3044752"/>
                  <a:pt x="2405866" y="3011436"/>
                  <a:pt x="2427052" y="2978659"/>
                </a:cubicBezTo>
                <a:cubicBezTo>
                  <a:pt x="2446625" y="2949533"/>
                  <a:pt x="2479419" y="2932079"/>
                  <a:pt x="2514513" y="2932123"/>
                </a:cubicBezTo>
                <a:close/>
                <a:moveTo>
                  <a:pt x="6417275" y="2735474"/>
                </a:moveTo>
                <a:cubicBezTo>
                  <a:pt x="6456043" y="2736080"/>
                  <a:pt x="6492350" y="2754600"/>
                  <a:pt x="6515600" y="2785632"/>
                </a:cubicBezTo>
                <a:cubicBezTo>
                  <a:pt x="6539683" y="2817501"/>
                  <a:pt x="6530811" y="2839955"/>
                  <a:pt x="6494052" y="2839955"/>
                </a:cubicBezTo>
                <a:cubicBezTo>
                  <a:pt x="6454342" y="2837402"/>
                  <a:pt x="6418132" y="2816347"/>
                  <a:pt x="6396270" y="2783098"/>
                </a:cubicBezTo>
                <a:cubicBezTo>
                  <a:pt x="6378162" y="2753582"/>
                  <a:pt x="6385588" y="2737284"/>
                  <a:pt x="6417275" y="2735474"/>
                </a:cubicBezTo>
                <a:close/>
                <a:moveTo>
                  <a:pt x="5858834" y="2681512"/>
                </a:moveTo>
                <a:cubicBezTo>
                  <a:pt x="5894879" y="2683626"/>
                  <a:pt x="5927520" y="2703507"/>
                  <a:pt x="5945932" y="2734569"/>
                </a:cubicBezTo>
                <a:cubicBezTo>
                  <a:pt x="5966576" y="2768973"/>
                  <a:pt x="5952632" y="2792514"/>
                  <a:pt x="5911889" y="2790702"/>
                </a:cubicBezTo>
                <a:cubicBezTo>
                  <a:pt x="5875067" y="2788791"/>
                  <a:pt x="5841728" y="2768340"/>
                  <a:pt x="5823343" y="2736379"/>
                </a:cubicBezTo>
                <a:cubicBezTo>
                  <a:pt x="5804511" y="2702156"/>
                  <a:pt x="5818997" y="2680246"/>
                  <a:pt x="5858834" y="2681512"/>
                </a:cubicBezTo>
                <a:close/>
                <a:moveTo>
                  <a:pt x="5293689" y="2641494"/>
                </a:moveTo>
                <a:cubicBezTo>
                  <a:pt x="5329180" y="2642038"/>
                  <a:pt x="5378433" y="2674995"/>
                  <a:pt x="5388030" y="2704872"/>
                </a:cubicBezTo>
                <a:cubicBezTo>
                  <a:pt x="5394691" y="2730523"/>
                  <a:pt x="5379294" y="2756716"/>
                  <a:pt x="5353643" y="2763376"/>
                </a:cubicBezTo>
                <a:cubicBezTo>
                  <a:pt x="5347134" y="2765066"/>
                  <a:pt x="5340341" y="2765370"/>
                  <a:pt x="5333707" y="2764266"/>
                </a:cubicBezTo>
                <a:cubicBezTo>
                  <a:pt x="5295862" y="2761005"/>
                  <a:pt x="5248782" y="2724790"/>
                  <a:pt x="5243168" y="2694551"/>
                </a:cubicBezTo>
                <a:cubicBezTo>
                  <a:pt x="5240109" y="2668429"/>
                  <a:pt x="5258804" y="2644770"/>
                  <a:pt x="5284927" y="2641709"/>
                </a:cubicBezTo>
                <a:cubicBezTo>
                  <a:pt x="5287836" y="2641369"/>
                  <a:pt x="5290769" y="2641296"/>
                  <a:pt x="5293689" y="2641494"/>
                </a:cubicBezTo>
                <a:close/>
                <a:moveTo>
                  <a:pt x="4759512" y="2591153"/>
                </a:moveTo>
                <a:cubicBezTo>
                  <a:pt x="4798625" y="2589705"/>
                  <a:pt x="4841721" y="2619945"/>
                  <a:pt x="4849327" y="2654892"/>
                </a:cubicBezTo>
                <a:cubicBezTo>
                  <a:pt x="4856389" y="2687306"/>
                  <a:pt x="4831219" y="2716098"/>
                  <a:pt x="4792650" y="2717366"/>
                </a:cubicBezTo>
                <a:cubicBezTo>
                  <a:pt x="4750820" y="2718632"/>
                  <a:pt x="4707362" y="2686945"/>
                  <a:pt x="4702111" y="2651271"/>
                </a:cubicBezTo>
                <a:cubicBezTo>
                  <a:pt x="4696677" y="2619401"/>
                  <a:pt x="4722753" y="2592241"/>
                  <a:pt x="4759512" y="2591153"/>
                </a:cubicBezTo>
                <a:close/>
                <a:moveTo>
                  <a:pt x="4245432" y="2559828"/>
                </a:moveTo>
                <a:cubicBezTo>
                  <a:pt x="4287081" y="2559104"/>
                  <a:pt x="4322028" y="2586266"/>
                  <a:pt x="4324925" y="2621938"/>
                </a:cubicBezTo>
                <a:cubicBezTo>
                  <a:pt x="4327823" y="2658153"/>
                  <a:pt x="4295409" y="2686945"/>
                  <a:pt x="4252494" y="2685496"/>
                </a:cubicBezTo>
                <a:cubicBezTo>
                  <a:pt x="4215868" y="2686713"/>
                  <a:pt x="4183884" y="2660895"/>
                  <a:pt x="4177346" y="2624835"/>
                </a:cubicBezTo>
                <a:cubicBezTo>
                  <a:pt x="4173544" y="2588620"/>
                  <a:pt x="4203785" y="2560552"/>
                  <a:pt x="4245432" y="2559828"/>
                </a:cubicBezTo>
                <a:close/>
                <a:moveTo>
                  <a:pt x="3742036" y="2514196"/>
                </a:moveTo>
                <a:cubicBezTo>
                  <a:pt x="3784590" y="2513472"/>
                  <a:pt x="3814468" y="2538279"/>
                  <a:pt x="3812295" y="2573589"/>
                </a:cubicBezTo>
                <a:cubicBezTo>
                  <a:pt x="3810122" y="2608900"/>
                  <a:pt x="3776440" y="2637691"/>
                  <a:pt x="3733525" y="2638416"/>
                </a:cubicBezTo>
                <a:cubicBezTo>
                  <a:pt x="3689523" y="2638416"/>
                  <a:pt x="3659826" y="2612702"/>
                  <a:pt x="3663267" y="2576486"/>
                </a:cubicBezTo>
                <a:cubicBezTo>
                  <a:pt x="3666708" y="2540271"/>
                  <a:pt x="3699483" y="2514920"/>
                  <a:pt x="3742036" y="2514196"/>
                </a:cubicBezTo>
                <a:close/>
                <a:moveTo>
                  <a:pt x="3249687" y="2485950"/>
                </a:moveTo>
                <a:cubicBezTo>
                  <a:pt x="3291697" y="2485950"/>
                  <a:pt x="3317048" y="2509670"/>
                  <a:pt x="3309805" y="2544256"/>
                </a:cubicBezTo>
                <a:cubicBezTo>
                  <a:pt x="3298237" y="2582998"/>
                  <a:pt x="3262031" y="2609093"/>
                  <a:pt x="3221619" y="2607815"/>
                </a:cubicBezTo>
                <a:cubicBezTo>
                  <a:pt x="3177800" y="2607815"/>
                  <a:pt x="3152629" y="2582645"/>
                  <a:pt x="3161865" y="2547154"/>
                </a:cubicBezTo>
                <a:cubicBezTo>
                  <a:pt x="3174651" y="2509779"/>
                  <a:pt x="3210196" y="2485007"/>
                  <a:pt x="3249687" y="2485950"/>
                </a:cubicBezTo>
                <a:close/>
                <a:moveTo>
                  <a:pt x="2772383" y="2443758"/>
                </a:moveTo>
                <a:cubicBezTo>
                  <a:pt x="2812581" y="2443758"/>
                  <a:pt x="2834131" y="2468745"/>
                  <a:pt x="2820550" y="2501702"/>
                </a:cubicBezTo>
                <a:cubicBezTo>
                  <a:pt x="2801380" y="2538570"/>
                  <a:pt x="2762858" y="2561274"/>
                  <a:pt x="2721318" y="2560191"/>
                </a:cubicBezTo>
                <a:cubicBezTo>
                  <a:pt x="2683835" y="2558742"/>
                  <a:pt x="2665003" y="2534477"/>
                  <a:pt x="2676955" y="2503695"/>
                </a:cubicBezTo>
                <a:cubicBezTo>
                  <a:pt x="2695097" y="2467491"/>
                  <a:pt x="2731894" y="2444389"/>
                  <a:pt x="2772383" y="2443758"/>
                </a:cubicBezTo>
                <a:close/>
                <a:moveTo>
                  <a:pt x="2285460" y="2416958"/>
                </a:moveTo>
                <a:cubicBezTo>
                  <a:pt x="2319863" y="2417863"/>
                  <a:pt x="2336341" y="2441765"/>
                  <a:pt x="2321674" y="2470196"/>
                </a:cubicBezTo>
                <a:cubicBezTo>
                  <a:pt x="2297952" y="2506012"/>
                  <a:pt x="2258315" y="2528089"/>
                  <a:pt x="2215381" y="2529407"/>
                </a:cubicBezTo>
                <a:cubicBezTo>
                  <a:pt x="2179528" y="2528502"/>
                  <a:pt x="2163773" y="2502970"/>
                  <a:pt x="2180251" y="2473998"/>
                </a:cubicBezTo>
                <a:cubicBezTo>
                  <a:pt x="2204388" y="2439489"/>
                  <a:pt x="2243373" y="2418357"/>
                  <a:pt x="2285460" y="2416958"/>
                </a:cubicBezTo>
                <a:close/>
                <a:moveTo>
                  <a:pt x="1830592" y="2376760"/>
                </a:moveTo>
                <a:cubicBezTo>
                  <a:pt x="1863367" y="2378028"/>
                  <a:pt x="1876223" y="2402835"/>
                  <a:pt x="1857029" y="2429454"/>
                </a:cubicBezTo>
                <a:cubicBezTo>
                  <a:pt x="1830048" y="2460350"/>
                  <a:pt x="1792294" y="2479781"/>
                  <a:pt x="1751460" y="2483777"/>
                </a:cubicBezTo>
                <a:cubicBezTo>
                  <a:pt x="1712347" y="2485045"/>
                  <a:pt x="1699310" y="2456253"/>
                  <a:pt x="1724660" y="2426376"/>
                </a:cubicBezTo>
                <a:cubicBezTo>
                  <a:pt x="1752619" y="2397297"/>
                  <a:pt x="1790356" y="2379619"/>
                  <a:pt x="1830592" y="2376760"/>
                </a:cubicBezTo>
                <a:close/>
                <a:moveTo>
                  <a:pt x="7166577" y="2374043"/>
                </a:moveTo>
                <a:cubicBezTo>
                  <a:pt x="7203498" y="2376370"/>
                  <a:pt x="7238392" y="2391702"/>
                  <a:pt x="7265083" y="2417321"/>
                </a:cubicBezTo>
                <a:cubicBezTo>
                  <a:pt x="7292605" y="2443396"/>
                  <a:pt x="7288623" y="2460055"/>
                  <a:pt x="7254580" y="2459511"/>
                </a:cubicBezTo>
                <a:cubicBezTo>
                  <a:pt x="7217079" y="2457207"/>
                  <a:pt x="7181697" y="2441381"/>
                  <a:pt x="7154988" y="2414967"/>
                </a:cubicBezTo>
                <a:cubicBezTo>
                  <a:pt x="7128913" y="2389434"/>
                  <a:pt x="7133620" y="2373499"/>
                  <a:pt x="7166577" y="2374043"/>
                </a:cubicBezTo>
                <a:close/>
                <a:moveTo>
                  <a:pt x="1372644" y="2354307"/>
                </a:moveTo>
                <a:cubicBezTo>
                  <a:pt x="1401433" y="2354307"/>
                  <a:pt x="1410850" y="2377848"/>
                  <a:pt x="1390751" y="2400843"/>
                </a:cubicBezTo>
                <a:cubicBezTo>
                  <a:pt x="1360547" y="2430806"/>
                  <a:pt x="1320566" y="2448872"/>
                  <a:pt x="1278120" y="2451726"/>
                </a:cubicBezTo>
                <a:cubicBezTo>
                  <a:pt x="1249691" y="2449555"/>
                  <a:pt x="1245164" y="2423480"/>
                  <a:pt x="1268342" y="2400119"/>
                </a:cubicBezTo>
                <a:cubicBezTo>
                  <a:pt x="1297441" y="2374293"/>
                  <a:pt x="1333928" y="2358267"/>
                  <a:pt x="1372644" y="2354307"/>
                </a:cubicBezTo>
                <a:close/>
                <a:moveTo>
                  <a:pt x="6638192" y="2339640"/>
                </a:moveTo>
                <a:cubicBezTo>
                  <a:pt x="6679314" y="2343607"/>
                  <a:pt x="6717993" y="2360976"/>
                  <a:pt x="6748287" y="2389074"/>
                </a:cubicBezTo>
                <a:cubicBezTo>
                  <a:pt x="6771464" y="2414244"/>
                  <a:pt x="6760961" y="2441224"/>
                  <a:pt x="6728006" y="2440138"/>
                </a:cubicBezTo>
                <a:cubicBezTo>
                  <a:pt x="6686232" y="2434768"/>
                  <a:pt x="6647444" y="2415656"/>
                  <a:pt x="6617730" y="2385815"/>
                </a:cubicBezTo>
                <a:cubicBezTo>
                  <a:pt x="6600708" y="2363723"/>
                  <a:pt x="6611212" y="2340545"/>
                  <a:pt x="6638192" y="2339640"/>
                </a:cubicBezTo>
                <a:close/>
                <a:moveTo>
                  <a:pt x="938235" y="2321713"/>
                </a:moveTo>
                <a:cubicBezTo>
                  <a:pt x="967025" y="2323342"/>
                  <a:pt x="967932" y="2340545"/>
                  <a:pt x="939684" y="2365535"/>
                </a:cubicBezTo>
                <a:cubicBezTo>
                  <a:pt x="912485" y="2389817"/>
                  <a:pt x="877445" y="2403505"/>
                  <a:pt x="840995" y="2404104"/>
                </a:cubicBezTo>
                <a:cubicBezTo>
                  <a:pt x="810936" y="2402474"/>
                  <a:pt x="810936" y="2384547"/>
                  <a:pt x="840995" y="2359377"/>
                </a:cubicBezTo>
                <a:cubicBezTo>
                  <a:pt x="867941" y="2335729"/>
                  <a:pt x="902381" y="2322386"/>
                  <a:pt x="938235" y="2321713"/>
                </a:cubicBezTo>
                <a:close/>
                <a:moveTo>
                  <a:pt x="6137149" y="2295999"/>
                </a:moveTo>
                <a:cubicBezTo>
                  <a:pt x="6178825" y="2297373"/>
                  <a:pt x="6217890" y="2316643"/>
                  <a:pt x="6244347" y="2348873"/>
                </a:cubicBezTo>
                <a:cubicBezTo>
                  <a:pt x="6268067" y="2380019"/>
                  <a:pt x="6256297" y="2403197"/>
                  <a:pt x="6216099" y="2403197"/>
                </a:cubicBezTo>
                <a:cubicBezTo>
                  <a:pt x="6173637" y="2402028"/>
                  <a:pt x="6133864" y="2382140"/>
                  <a:pt x="6107453" y="2348873"/>
                </a:cubicBezTo>
                <a:cubicBezTo>
                  <a:pt x="6085541" y="2318452"/>
                  <a:pt x="6098217" y="2296179"/>
                  <a:pt x="6137149" y="2295999"/>
                </a:cubicBezTo>
                <a:close/>
                <a:moveTo>
                  <a:pt x="5654577" y="2269199"/>
                </a:moveTo>
                <a:cubicBezTo>
                  <a:pt x="5696528" y="2267522"/>
                  <a:pt x="5736274" y="2288014"/>
                  <a:pt x="5759241" y="2323161"/>
                </a:cubicBezTo>
                <a:cubicBezTo>
                  <a:pt x="5779883" y="2357747"/>
                  <a:pt x="5763767" y="2380018"/>
                  <a:pt x="5717774" y="2379294"/>
                </a:cubicBezTo>
                <a:cubicBezTo>
                  <a:pt x="5675114" y="2379978"/>
                  <a:pt x="5635475" y="2357348"/>
                  <a:pt x="5614379" y="2320264"/>
                </a:cubicBezTo>
                <a:cubicBezTo>
                  <a:pt x="5599349" y="2289299"/>
                  <a:pt x="5614379" y="2270106"/>
                  <a:pt x="5654577" y="2269199"/>
                </a:cubicBezTo>
                <a:close/>
                <a:moveTo>
                  <a:pt x="5185950" y="2238598"/>
                </a:moveTo>
                <a:cubicBezTo>
                  <a:pt x="5225243" y="2239503"/>
                  <a:pt x="5277394" y="2269199"/>
                  <a:pt x="5289163" y="2299984"/>
                </a:cubicBezTo>
                <a:cubicBezTo>
                  <a:pt x="5301476" y="2330948"/>
                  <a:pt x="5272867" y="2361731"/>
                  <a:pt x="5231762" y="2360645"/>
                </a:cubicBezTo>
                <a:cubicBezTo>
                  <a:pt x="5190657" y="2359558"/>
                  <a:pt x="5138145" y="2327327"/>
                  <a:pt x="5127642" y="2296723"/>
                </a:cubicBezTo>
                <a:cubicBezTo>
                  <a:pt x="5117140" y="2266122"/>
                  <a:pt x="5146654" y="2237693"/>
                  <a:pt x="5185950" y="2238598"/>
                </a:cubicBezTo>
                <a:close/>
                <a:moveTo>
                  <a:pt x="4724020" y="2200570"/>
                </a:moveTo>
                <a:cubicBezTo>
                  <a:pt x="4767479" y="2202382"/>
                  <a:pt x="4806050" y="2228457"/>
                  <a:pt x="4814559" y="2259059"/>
                </a:cubicBezTo>
                <a:cubicBezTo>
                  <a:pt x="4825607" y="2292921"/>
                  <a:pt x="4795185" y="2322978"/>
                  <a:pt x="4749554" y="2322798"/>
                </a:cubicBezTo>
                <a:cubicBezTo>
                  <a:pt x="4703740" y="2322798"/>
                  <a:pt x="4659015" y="2292377"/>
                  <a:pt x="4652857" y="2258515"/>
                </a:cubicBezTo>
                <a:cubicBezTo>
                  <a:pt x="4646702" y="2224653"/>
                  <a:pt x="4680562" y="2198760"/>
                  <a:pt x="4724020" y="2200570"/>
                </a:cubicBezTo>
                <a:close/>
                <a:moveTo>
                  <a:pt x="4268610" y="2176668"/>
                </a:moveTo>
                <a:cubicBezTo>
                  <a:pt x="4313154" y="2176668"/>
                  <a:pt x="4351181" y="2202382"/>
                  <a:pt x="4355164" y="2235880"/>
                </a:cubicBezTo>
                <a:cubicBezTo>
                  <a:pt x="4359148" y="2269379"/>
                  <a:pt x="4325467" y="2297808"/>
                  <a:pt x="4279111" y="2297808"/>
                </a:cubicBezTo>
                <a:cubicBezTo>
                  <a:pt x="4232755" y="2297808"/>
                  <a:pt x="4194367" y="2270284"/>
                  <a:pt x="4192377" y="2236061"/>
                </a:cubicBezTo>
                <a:cubicBezTo>
                  <a:pt x="4190384" y="2201838"/>
                  <a:pt x="4224246" y="2176668"/>
                  <a:pt x="4268610" y="2176668"/>
                </a:cubicBezTo>
                <a:close/>
                <a:moveTo>
                  <a:pt x="3815916" y="2141540"/>
                </a:moveTo>
                <a:cubicBezTo>
                  <a:pt x="3861186" y="2142989"/>
                  <a:pt x="3890883" y="2168701"/>
                  <a:pt x="3887079" y="2202926"/>
                </a:cubicBezTo>
                <a:cubicBezTo>
                  <a:pt x="3883277" y="2237693"/>
                  <a:pt x="3847061" y="2261956"/>
                  <a:pt x="3798896" y="2261232"/>
                </a:cubicBezTo>
                <a:cubicBezTo>
                  <a:pt x="3748011" y="2261232"/>
                  <a:pt x="3717048" y="2231716"/>
                  <a:pt x="3725377" y="2194415"/>
                </a:cubicBezTo>
                <a:cubicBezTo>
                  <a:pt x="3732981" y="2161277"/>
                  <a:pt x="3770647" y="2140092"/>
                  <a:pt x="3815916" y="2141540"/>
                </a:cubicBezTo>
                <a:close/>
                <a:moveTo>
                  <a:pt x="3375717" y="2118906"/>
                </a:moveTo>
                <a:cubicBezTo>
                  <a:pt x="3421529" y="2118906"/>
                  <a:pt x="3449597" y="2140816"/>
                  <a:pt x="3443983" y="2173229"/>
                </a:cubicBezTo>
                <a:cubicBezTo>
                  <a:pt x="3437827" y="2209444"/>
                  <a:pt x="3395998" y="2236968"/>
                  <a:pt x="3345477" y="2235882"/>
                </a:cubicBezTo>
                <a:cubicBezTo>
                  <a:pt x="3298216" y="2235882"/>
                  <a:pt x="3273046" y="2209988"/>
                  <a:pt x="3282281" y="2175402"/>
                </a:cubicBezTo>
                <a:cubicBezTo>
                  <a:pt x="3291517" y="2140816"/>
                  <a:pt x="3330086" y="2118906"/>
                  <a:pt x="3375717" y="2118906"/>
                </a:cubicBezTo>
                <a:close/>
                <a:moveTo>
                  <a:pt x="7761054" y="2097357"/>
                </a:moveTo>
                <a:cubicBezTo>
                  <a:pt x="7795296" y="2098252"/>
                  <a:pt x="7828523" y="2109141"/>
                  <a:pt x="7856663" y="2128683"/>
                </a:cubicBezTo>
                <a:cubicBezTo>
                  <a:pt x="7887808" y="2149326"/>
                  <a:pt x="7890344" y="2164898"/>
                  <a:pt x="7862277" y="2164898"/>
                </a:cubicBezTo>
                <a:cubicBezTo>
                  <a:pt x="7827293" y="2163092"/>
                  <a:pt x="7793612" y="2151068"/>
                  <a:pt x="7765400" y="2130314"/>
                </a:cubicBezTo>
                <a:cubicBezTo>
                  <a:pt x="7739144" y="2110938"/>
                  <a:pt x="7738239" y="2099893"/>
                  <a:pt x="7761054" y="2097357"/>
                </a:cubicBezTo>
                <a:close/>
                <a:moveTo>
                  <a:pt x="2955435" y="2086854"/>
                </a:moveTo>
                <a:cubicBezTo>
                  <a:pt x="2997988" y="2086854"/>
                  <a:pt x="3022795" y="2112385"/>
                  <a:pt x="3009938" y="2143531"/>
                </a:cubicBezTo>
                <a:cubicBezTo>
                  <a:pt x="2996901" y="2175400"/>
                  <a:pt x="2950908" y="2200934"/>
                  <a:pt x="2906543" y="2200209"/>
                </a:cubicBezTo>
                <a:cubicBezTo>
                  <a:pt x="2862200" y="2199485"/>
                  <a:pt x="2838840" y="2173227"/>
                  <a:pt x="2852964" y="2141177"/>
                </a:cubicBezTo>
                <a:cubicBezTo>
                  <a:pt x="2867087" y="2109127"/>
                  <a:pt x="2912881" y="2086854"/>
                  <a:pt x="2955435" y="2086854"/>
                </a:cubicBezTo>
                <a:close/>
                <a:moveTo>
                  <a:pt x="7293329" y="2068385"/>
                </a:moveTo>
                <a:cubicBezTo>
                  <a:pt x="7332786" y="2071480"/>
                  <a:pt x="7370741" y="2084839"/>
                  <a:pt x="7403424" y="2107136"/>
                </a:cubicBezTo>
                <a:cubicBezTo>
                  <a:pt x="7430586" y="2127597"/>
                  <a:pt x="7428957" y="2150412"/>
                  <a:pt x="7399983" y="2150595"/>
                </a:cubicBezTo>
                <a:cubicBezTo>
                  <a:pt x="7362682" y="2146661"/>
                  <a:pt x="7326866" y="2133873"/>
                  <a:pt x="7295502" y="2113292"/>
                </a:cubicBezTo>
                <a:cubicBezTo>
                  <a:pt x="7267617" y="2093192"/>
                  <a:pt x="7266710" y="2070197"/>
                  <a:pt x="7293329" y="2068385"/>
                </a:cubicBezTo>
                <a:close/>
                <a:moveTo>
                  <a:pt x="2535537" y="2065125"/>
                </a:moveTo>
                <a:cubicBezTo>
                  <a:pt x="2577540" y="2065849"/>
                  <a:pt x="2599454" y="2091200"/>
                  <a:pt x="2581348" y="2121260"/>
                </a:cubicBezTo>
                <a:cubicBezTo>
                  <a:pt x="2563238" y="2151862"/>
                  <a:pt x="2510908" y="2177756"/>
                  <a:pt x="2468898" y="2175583"/>
                </a:cubicBezTo>
                <a:cubicBezTo>
                  <a:pt x="2426890" y="2173410"/>
                  <a:pt x="2408780" y="2145162"/>
                  <a:pt x="2430146" y="2115283"/>
                </a:cubicBezTo>
                <a:cubicBezTo>
                  <a:pt x="2456605" y="2084415"/>
                  <a:pt x="2494903" y="2066193"/>
                  <a:pt x="2535537" y="2065125"/>
                </a:cubicBezTo>
                <a:close/>
                <a:moveTo>
                  <a:pt x="2132635" y="2034704"/>
                </a:moveTo>
                <a:cubicBezTo>
                  <a:pt x="2168853" y="2034704"/>
                  <a:pt x="2186958" y="2058969"/>
                  <a:pt x="2170120" y="2084862"/>
                </a:cubicBezTo>
                <a:cubicBezTo>
                  <a:pt x="2153279" y="2110756"/>
                  <a:pt x="2093340" y="2141540"/>
                  <a:pt x="2052781" y="2141177"/>
                </a:cubicBezTo>
                <a:cubicBezTo>
                  <a:pt x="2015477" y="2141177"/>
                  <a:pt x="1998456" y="2115282"/>
                  <a:pt x="2016563" y="2089027"/>
                </a:cubicBezTo>
                <a:cubicBezTo>
                  <a:pt x="2034672" y="2062771"/>
                  <a:pt x="2093704" y="2034704"/>
                  <a:pt x="2132635" y="2034704"/>
                </a:cubicBezTo>
                <a:close/>
                <a:moveTo>
                  <a:pt x="6833392" y="2031986"/>
                </a:moveTo>
                <a:cubicBezTo>
                  <a:pt x="6873537" y="2033773"/>
                  <a:pt x="6911890" y="2049237"/>
                  <a:pt x="6942039" y="2075808"/>
                </a:cubicBezTo>
                <a:cubicBezTo>
                  <a:pt x="6974089" y="2104600"/>
                  <a:pt x="6967390" y="2123069"/>
                  <a:pt x="6923931" y="2121801"/>
                </a:cubicBezTo>
                <a:cubicBezTo>
                  <a:pt x="6883550" y="2119790"/>
                  <a:pt x="6845145" y="2103783"/>
                  <a:pt x="6815285" y="2076532"/>
                </a:cubicBezTo>
                <a:cubicBezTo>
                  <a:pt x="6785227" y="2048284"/>
                  <a:pt x="6793011" y="2030901"/>
                  <a:pt x="6833392" y="2031986"/>
                </a:cubicBezTo>
                <a:close/>
                <a:moveTo>
                  <a:pt x="1711085" y="2017320"/>
                </a:moveTo>
                <a:cubicBezTo>
                  <a:pt x="1745311" y="2017864"/>
                  <a:pt x="1758165" y="2040317"/>
                  <a:pt x="1737524" y="2064581"/>
                </a:cubicBezTo>
                <a:cubicBezTo>
                  <a:pt x="1707084" y="2093785"/>
                  <a:pt x="1667483" y="2111570"/>
                  <a:pt x="1625435" y="2114921"/>
                </a:cubicBezTo>
                <a:cubicBezTo>
                  <a:pt x="1589221" y="2116189"/>
                  <a:pt x="1573830" y="2093916"/>
                  <a:pt x="1594293" y="2068746"/>
                </a:cubicBezTo>
                <a:cubicBezTo>
                  <a:pt x="1625817" y="2038178"/>
                  <a:pt x="1667247" y="2019932"/>
                  <a:pt x="1711085" y="2017320"/>
                </a:cubicBezTo>
                <a:close/>
                <a:moveTo>
                  <a:pt x="6383959" y="2006094"/>
                </a:moveTo>
                <a:cubicBezTo>
                  <a:pt x="6427525" y="2008681"/>
                  <a:pt x="6468992" y="2025690"/>
                  <a:pt x="6501838" y="2054442"/>
                </a:cubicBezTo>
                <a:cubicBezTo>
                  <a:pt x="6524474" y="2078164"/>
                  <a:pt x="6515783" y="2102791"/>
                  <a:pt x="6483731" y="2105325"/>
                </a:cubicBezTo>
                <a:cubicBezTo>
                  <a:pt x="6439204" y="2103433"/>
                  <a:pt x="6396566" y="2086738"/>
                  <a:pt x="6362590" y="2057883"/>
                </a:cubicBezTo>
                <a:cubicBezTo>
                  <a:pt x="6337240" y="2033074"/>
                  <a:pt x="6348648" y="2007181"/>
                  <a:pt x="6383959" y="2006094"/>
                </a:cubicBezTo>
                <a:close/>
                <a:moveTo>
                  <a:pt x="1317960" y="1992152"/>
                </a:moveTo>
                <a:cubicBezTo>
                  <a:pt x="1353090" y="1992152"/>
                  <a:pt x="1360696" y="2010260"/>
                  <a:pt x="1336069" y="2033801"/>
                </a:cubicBezTo>
                <a:cubicBezTo>
                  <a:pt x="1306209" y="2060199"/>
                  <a:pt x="1268146" y="2075486"/>
                  <a:pt x="1228328" y="2077077"/>
                </a:cubicBezTo>
                <a:cubicBezTo>
                  <a:pt x="1192111" y="2077077"/>
                  <a:pt x="1185412" y="2058969"/>
                  <a:pt x="1212031" y="2034162"/>
                </a:cubicBezTo>
                <a:cubicBezTo>
                  <a:pt x="1241636" y="2008678"/>
                  <a:pt x="1278938" y="1993884"/>
                  <a:pt x="1317960" y="1992152"/>
                </a:cubicBezTo>
                <a:close/>
                <a:moveTo>
                  <a:pt x="925203" y="1974044"/>
                </a:moveTo>
                <a:cubicBezTo>
                  <a:pt x="953994" y="1974044"/>
                  <a:pt x="959609" y="1992152"/>
                  <a:pt x="936792" y="2011708"/>
                </a:cubicBezTo>
                <a:cubicBezTo>
                  <a:pt x="904489" y="2036468"/>
                  <a:pt x="865520" y="2050973"/>
                  <a:pt x="824886" y="2053357"/>
                </a:cubicBezTo>
                <a:cubicBezTo>
                  <a:pt x="796999" y="2051908"/>
                  <a:pt x="795733" y="2031989"/>
                  <a:pt x="821808" y="2011889"/>
                </a:cubicBezTo>
                <a:cubicBezTo>
                  <a:pt x="852338" y="1990389"/>
                  <a:pt x="888010" y="1977335"/>
                  <a:pt x="925203" y="1974044"/>
                </a:cubicBezTo>
                <a:close/>
                <a:moveTo>
                  <a:pt x="5943035" y="1972776"/>
                </a:moveTo>
                <a:cubicBezTo>
                  <a:pt x="5986124" y="1973460"/>
                  <a:pt x="6027070" y="1991709"/>
                  <a:pt x="6056388" y="2023297"/>
                </a:cubicBezTo>
                <a:cubicBezTo>
                  <a:pt x="6079566" y="2052630"/>
                  <a:pt x="6064175" y="2076171"/>
                  <a:pt x="6021802" y="2076352"/>
                </a:cubicBezTo>
                <a:cubicBezTo>
                  <a:pt x="5977767" y="2075755"/>
                  <a:pt x="5936022" y="2056624"/>
                  <a:pt x="5906819" y="2023658"/>
                </a:cubicBezTo>
                <a:cubicBezTo>
                  <a:pt x="5885995" y="1995049"/>
                  <a:pt x="5902473" y="1972776"/>
                  <a:pt x="5943035" y="1972776"/>
                </a:cubicBezTo>
                <a:close/>
                <a:moveTo>
                  <a:pt x="5524383" y="1950322"/>
                </a:moveTo>
                <a:cubicBezTo>
                  <a:pt x="5571283" y="1952314"/>
                  <a:pt x="5614198" y="1975673"/>
                  <a:pt x="5630676" y="2007181"/>
                </a:cubicBezTo>
                <a:cubicBezTo>
                  <a:pt x="5647155" y="2038870"/>
                  <a:pt x="5624338" y="2060056"/>
                  <a:pt x="5575265" y="2057883"/>
                </a:cubicBezTo>
                <a:cubicBezTo>
                  <a:pt x="5526195" y="2055710"/>
                  <a:pt x="5483097" y="2030903"/>
                  <a:pt x="5468250" y="1998670"/>
                </a:cubicBezTo>
                <a:cubicBezTo>
                  <a:pt x="5453400" y="1966439"/>
                  <a:pt x="5477483" y="1948332"/>
                  <a:pt x="5524383" y="1950322"/>
                </a:cubicBezTo>
                <a:close/>
                <a:moveTo>
                  <a:pt x="546202" y="1950322"/>
                </a:moveTo>
                <a:cubicBezTo>
                  <a:pt x="575355" y="1950322"/>
                  <a:pt x="574994" y="1964989"/>
                  <a:pt x="545115" y="1985089"/>
                </a:cubicBezTo>
                <a:cubicBezTo>
                  <a:pt x="518515" y="2003489"/>
                  <a:pt x="487261" y="2014033"/>
                  <a:pt x="454939" y="2015510"/>
                </a:cubicBezTo>
                <a:cubicBezTo>
                  <a:pt x="425062" y="2015510"/>
                  <a:pt x="426328" y="2000480"/>
                  <a:pt x="457473" y="1979294"/>
                </a:cubicBezTo>
                <a:cubicBezTo>
                  <a:pt x="483893" y="1961804"/>
                  <a:pt x="514549" y="1951791"/>
                  <a:pt x="546202" y="1950322"/>
                </a:cubicBezTo>
                <a:close/>
                <a:moveTo>
                  <a:pt x="162318" y="1934388"/>
                </a:moveTo>
                <a:cubicBezTo>
                  <a:pt x="184952" y="1934388"/>
                  <a:pt x="185313" y="1946701"/>
                  <a:pt x="163404" y="1961731"/>
                </a:cubicBezTo>
                <a:cubicBezTo>
                  <a:pt x="137256" y="1978210"/>
                  <a:pt x="107740" y="1988607"/>
                  <a:pt x="77030" y="1992152"/>
                </a:cubicBezTo>
                <a:cubicBezTo>
                  <a:pt x="49143" y="1993781"/>
                  <a:pt x="49506" y="1978934"/>
                  <a:pt x="77030" y="1961731"/>
                </a:cubicBezTo>
                <a:cubicBezTo>
                  <a:pt x="102997" y="1946220"/>
                  <a:pt x="132167" y="1936865"/>
                  <a:pt x="162318" y="1934388"/>
                </a:cubicBezTo>
                <a:close/>
                <a:moveTo>
                  <a:pt x="5080200" y="1916643"/>
                </a:moveTo>
                <a:cubicBezTo>
                  <a:pt x="5122752" y="1916279"/>
                  <a:pt x="5174360" y="1942174"/>
                  <a:pt x="5188846" y="1970785"/>
                </a:cubicBezTo>
                <a:cubicBezTo>
                  <a:pt x="5203694" y="1999575"/>
                  <a:pt x="5177438" y="2029455"/>
                  <a:pt x="5134523" y="2031627"/>
                </a:cubicBezTo>
                <a:cubicBezTo>
                  <a:pt x="5091607" y="2033800"/>
                  <a:pt x="5031128" y="2003379"/>
                  <a:pt x="5019539" y="1972415"/>
                </a:cubicBezTo>
                <a:cubicBezTo>
                  <a:pt x="5007950" y="1941450"/>
                  <a:pt x="5037646" y="1917004"/>
                  <a:pt x="5080200" y="1916643"/>
                </a:cubicBezTo>
                <a:close/>
                <a:moveTo>
                  <a:pt x="4671688" y="1896180"/>
                </a:moveTo>
                <a:cubicBezTo>
                  <a:pt x="4718044" y="1895999"/>
                  <a:pt x="4765306" y="1922255"/>
                  <a:pt x="4774359" y="1953220"/>
                </a:cubicBezTo>
                <a:cubicBezTo>
                  <a:pt x="4783595" y="1984909"/>
                  <a:pt x="4749189" y="2013157"/>
                  <a:pt x="4701928" y="2012252"/>
                </a:cubicBezTo>
                <a:cubicBezTo>
                  <a:pt x="4654667" y="2011347"/>
                  <a:pt x="4605595" y="1981648"/>
                  <a:pt x="4601068" y="1950505"/>
                </a:cubicBezTo>
                <a:cubicBezTo>
                  <a:pt x="4596542" y="1919358"/>
                  <a:pt x="4629316" y="1896180"/>
                  <a:pt x="4671688" y="1896180"/>
                </a:cubicBezTo>
                <a:close/>
                <a:moveTo>
                  <a:pt x="4280199" y="1867207"/>
                </a:moveTo>
                <a:cubicBezTo>
                  <a:pt x="4326555" y="1870285"/>
                  <a:pt x="4363314" y="1896903"/>
                  <a:pt x="4363675" y="1928229"/>
                </a:cubicBezTo>
                <a:cubicBezTo>
                  <a:pt x="4364038" y="1959557"/>
                  <a:pt x="4325287" y="1984908"/>
                  <a:pt x="4276216" y="1982915"/>
                </a:cubicBezTo>
                <a:cubicBezTo>
                  <a:pt x="4227505" y="1980923"/>
                  <a:pt x="4189479" y="1953399"/>
                  <a:pt x="4189660" y="1921530"/>
                </a:cubicBezTo>
                <a:cubicBezTo>
                  <a:pt x="4189841" y="1889660"/>
                  <a:pt x="4230585" y="1865034"/>
                  <a:pt x="4280199" y="1867207"/>
                </a:cubicBezTo>
                <a:close/>
                <a:moveTo>
                  <a:pt x="3878389" y="1849824"/>
                </a:moveTo>
                <a:cubicBezTo>
                  <a:pt x="3924201" y="1850909"/>
                  <a:pt x="3960780" y="1874087"/>
                  <a:pt x="3959873" y="1905052"/>
                </a:cubicBezTo>
                <a:cubicBezTo>
                  <a:pt x="3958968" y="1936741"/>
                  <a:pt x="3920579" y="1962272"/>
                  <a:pt x="3871870" y="1962997"/>
                </a:cubicBezTo>
                <a:cubicBezTo>
                  <a:pt x="3820444" y="1962997"/>
                  <a:pt x="3782599" y="1936378"/>
                  <a:pt x="3787850" y="1903060"/>
                </a:cubicBezTo>
                <a:cubicBezTo>
                  <a:pt x="3792739" y="1872458"/>
                  <a:pt x="3832576" y="1848737"/>
                  <a:pt x="3878389" y="1849824"/>
                </a:cubicBezTo>
                <a:close/>
                <a:moveTo>
                  <a:pt x="7838916" y="1838961"/>
                </a:moveTo>
                <a:cubicBezTo>
                  <a:pt x="7870044" y="1841284"/>
                  <a:pt x="7900121" y="1851166"/>
                  <a:pt x="7926557" y="1867751"/>
                </a:cubicBezTo>
                <a:cubicBezTo>
                  <a:pt x="7956798" y="1885859"/>
                  <a:pt x="7956617" y="1899079"/>
                  <a:pt x="7926557" y="1897992"/>
                </a:cubicBezTo>
                <a:cubicBezTo>
                  <a:pt x="7894832" y="1895654"/>
                  <a:pt x="7864158" y="1885515"/>
                  <a:pt x="7837287" y="1868476"/>
                </a:cubicBezTo>
                <a:cubicBezTo>
                  <a:pt x="7808134" y="1850368"/>
                  <a:pt x="7809039" y="1837874"/>
                  <a:pt x="7838916" y="1838961"/>
                </a:cubicBezTo>
                <a:close/>
                <a:moveTo>
                  <a:pt x="3488708" y="1823388"/>
                </a:moveTo>
                <a:cubicBezTo>
                  <a:pt x="3538685" y="1823388"/>
                  <a:pt x="3571823" y="1846929"/>
                  <a:pt x="3564036" y="1879521"/>
                </a:cubicBezTo>
                <a:cubicBezTo>
                  <a:pt x="3556251" y="1912117"/>
                  <a:pt x="3514422" y="1934570"/>
                  <a:pt x="3465169" y="1934207"/>
                </a:cubicBezTo>
                <a:cubicBezTo>
                  <a:pt x="3416096" y="1934207"/>
                  <a:pt x="3385314" y="1909400"/>
                  <a:pt x="3392738" y="1877711"/>
                </a:cubicBezTo>
                <a:cubicBezTo>
                  <a:pt x="3400161" y="1846022"/>
                  <a:pt x="3441810" y="1823388"/>
                  <a:pt x="3488708" y="1823388"/>
                </a:cubicBezTo>
                <a:close/>
                <a:moveTo>
                  <a:pt x="7411935" y="1814152"/>
                </a:moveTo>
                <a:cubicBezTo>
                  <a:pt x="7450687" y="1816950"/>
                  <a:pt x="7488007" y="1830013"/>
                  <a:pt x="7520040" y="1851997"/>
                </a:cubicBezTo>
                <a:cubicBezTo>
                  <a:pt x="7548288" y="1872821"/>
                  <a:pt x="7543035" y="1888212"/>
                  <a:pt x="7507907" y="1886583"/>
                </a:cubicBezTo>
                <a:cubicBezTo>
                  <a:pt x="7471167" y="1883161"/>
                  <a:pt x="7435838" y="1870720"/>
                  <a:pt x="7405055" y="1850367"/>
                </a:cubicBezTo>
                <a:cubicBezTo>
                  <a:pt x="7376444" y="1829906"/>
                  <a:pt x="7379705" y="1814152"/>
                  <a:pt x="7411935" y="1814152"/>
                </a:cubicBezTo>
                <a:close/>
                <a:moveTo>
                  <a:pt x="3095951" y="1805824"/>
                </a:moveTo>
                <a:cubicBezTo>
                  <a:pt x="3141582" y="1805641"/>
                  <a:pt x="3170374" y="1827553"/>
                  <a:pt x="3160776" y="1857250"/>
                </a:cubicBezTo>
                <a:cubicBezTo>
                  <a:pt x="3151179" y="1887671"/>
                  <a:pt x="3106452" y="1913202"/>
                  <a:pt x="3058106" y="1914651"/>
                </a:cubicBezTo>
                <a:cubicBezTo>
                  <a:pt x="3006861" y="1916280"/>
                  <a:pt x="2977164" y="1890748"/>
                  <a:pt x="2991470" y="1858516"/>
                </a:cubicBezTo>
                <a:cubicBezTo>
                  <a:pt x="3005773" y="1826285"/>
                  <a:pt x="3050319" y="1806004"/>
                  <a:pt x="3095951" y="1805824"/>
                </a:cubicBezTo>
                <a:close/>
                <a:moveTo>
                  <a:pt x="6991472" y="1791155"/>
                </a:moveTo>
                <a:cubicBezTo>
                  <a:pt x="7033790" y="1793767"/>
                  <a:pt x="7074695" y="1807441"/>
                  <a:pt x="7110078" y="1830811"/>
                </a:cubicBezTo>
                <a:cubicBezTo>
                  <a:pt x="7138870" y="1852178"/>
                  <a:pt x="7134161" y="1874270"/>
                  <a:pt x="7100299" y="1874451"/>
                </a:cubicBezTo>
                <a:cubicBezTo>
                  <a:pt x="7057149" y="1871375"/>
                  <a:pt x="7015665" y="1856465"/>
                  <a:pt x="6980427" y="1831353"/>
                </a:cubicBezTo>
                <a:cubicBezTo>
                  <a:pt x="6957430" y="1811979"/>
                  <a:pt x="6962319" y="1792603"/>
                  <a:pt x="6991472" y="1791155"/>
                </a:cubicBezTo>
                <a:close/>
                <a:moveTo>
                  <a:pt x="2720782" y="1789345"/>
                </a:moveTo>
                <a:cubicBezTo>
                  <a:pt x="2764600" y="1789345"/>
                  <a:pt x="2790315" y="1813247"/>
                  <a:pt x="2775104" y="1841495"/>
                </a:cubicBezTo>
                <a:cubicBezTo>
                  <a:pt x="2759893" y="1869744"/>
                  <a:pt x="2704661" y="1895819"/>
                  <a:pt x="2659937" y="1895819"/>
                </a:cubicBezTo>
                <a:cubicBezTo>
                  <a:pt x="2618107" y="1894733"/>
                  <a:pt x="2594751" y="1870287"/>
                  <a:pt x="2609240" y="1843307"/>
                </a:cubicBezTo>
                <a:cubicBezTo>
                  <a:pt x="2623722" y="1816325"/>
                  <a:pt x="2676960" y="1789708"/>
                  <a:pt x="2720782" y="1789345"/>
                </a:cubicBezTo>
                <a:close/>
                <a:moveTo>
                  <a:pt x="2355367" y="1765623"/>
                </a:moveTo>
                <a:cubicBezTo>
                  <a:pt x="2395385" y="1765080"/>
                  <a:pt x="2418380" y="1787172"/>
                  <a:pt x="2402623" y="1812342"/>
                </a:cubicBezTo>
                <a:cubicBezTo>
                  <a:pt x="2387054" y="1838054"/>
                  <a:pt x="2332730" y="1863949"/>
                  <a:pt x="2289089" y="1866666"/>
                </a:cubicBezTo>
                <a:cubicBezTo>
                  <a:pt x="2245450" y="1869380"/>
                  <a:pt x="2220642" y="1842400"/>
                  <a:pt x="2241469" y="1815057"/>
                </a:cubicBezTo>
                <a:cubicBezTo>
                  <a:pt x="2262289" y="1787716"/>
                  <a:pt x="2315347" y="1766167"/>
                  <a:pt x="2355367" y="1765623"/>
                </a:cubicBezTo>
                <a:close/>
                <a:moveTo>
                  <a:pt x="6583144" y="1762726"/>
                </a:moveTo>
                <a:cubicBezTo>
                  <a:pt x="6625245" y="1763912"/>
                  <a:pt x="6665771" y="1779073"/>
                  <a:pt x="6698310" y="1805821"/>
                </a:cubicBezTo>
                <a:cubicBezTo>
                  <a:pt x="6729094" y="1832984"/>
                  <a:pt x="6718410" y="1852360"/>
                  <a:pt x="6672597" y="1850548"/>
                </a:cubicBezTo>
                <a:cubicBezTo>
                  <a:pt x="6629827" y="1848635"/>
                  <a:pt x="6588994" y="1832151"/>
                  <a:pt x="6556888" y="1803831"/>
                </a:cubicBezTo>
                <a:cubicBezTo>
                  <a:pt x="6532081" y="1778841"/>
                  <a:pt x="6542946" y="1762182"/>
                  <a:pt x="6583144" y="1762726"/>
                </a:cubicBezTo>
                <a:close/>
                <a:moveTo>
                  <a:pt x="1988498" y="1752586"/>
                </a:moveTo>
                <a:cubicBezTo>
                  <a:pt x="2031232" y="1752586"/>
                  <a:pt x="2045903" y="1769606"/>
                  <a:pt x="2024715" y="1796044"/>
                </a:cubicBezTo>
                <a:cubicBezTo>
                  <a:pt x="1994982" y="1826687"/>
                  <a:pt x="1954059" y="1843885"/>
                  <a:pt x="1911358" y="1843668"/>
                </a:cubicBezTo>
                <a:cubicBezTo>
                  <a:pt x="1866814" y="1843668"/>
                  <a:pt x="1853052" y="1825560"/>
                  <a:pt x="1877134" y="1798398"/>
                </a:cubicBezTo>
                <a:cubicBezTo>
                  <a:pt x="1906778" y="1769068"/>
                  <a:pt x="1946793" y="1752605"/>
                  <a:pt x="1988498" y="1752586"/>
                </a:cubicBezTo>
                <a:close/>
                <a:moveTo>
                  <a:pt x="6167934" y="1742082"/>
                </a:moveTo>
                <a:cubicBezTo>
                  <a:pt x="6210788" y="1743314"/>
                  <a:pt x="6252138" y="1758152"/>
                  <a:pt x="6285994" y="1784455"/>
                </a:cubicBezTo>
                <a:cubicBezTo>
                  <a:pt x="6314244" y="1809806"/>
                  <a:pt x="6303017" y="1835881"/>
                  <a:pt x="6262636" y="1837147"/>
                </a:cubicBezTo>
                <a:cubicBezTo>
                  <a:pt x="6218801" y="1835980"/>
                  <a:pt x="6176561" y="1820457"/>
                  <a:pt x="6142400" y="1792964"/>
                </a:cubicBezTo>
                <a:cubicBezTo>
                  <a:pt x="6116144" y="1767976"/>
                  <a:pt x="6129001" y="1743169"/>
                  <a:pt x="6167934" y="1742082"/>
                </a:cubicBezTo>
                <a:close/>
                <a:moveTo>
                  <a:pt x="1639746" y="1729769"/>
                </a:moveTo>
                <a:cubicBezTo>
                  <a:pt x="1678132" y="1729769"/>
                  <a:pt x="1688092" y="1747877"/>
                  <a:pt x="1663466" y="1771418"/>
                </a:cubicBezTo>
                <a:cubicBezTo>
                  <a:pt x="1632173" y="1798940"/>
                  <a:pt x="1592140" y="1814468"/>
                  <a:pt x="1550476" y="1815238"/>
                </a:cubicBezTo>
                <a:cubicBezTo>
                  <a:pt x="1509190" y="1815238"/>
                  <a:pt x="1497781" y="1798759"/>
                  <a:pt x="1522587" y="1774133"/>
                </a:cubicBezTo>
                <a:cubicBezTo>
                  <a:pt x="1554911" y="1745535"/>
                  <a:pt x="1596592" y="1729755"/>
                  <a:pt x="1639746" y="1729769"/>
                </a:cubicBezTo>
                <a:close/>
                <a:moveTo>
                  <a:pt x="1282656" y="1715102"/>
                </a:moveTo>
                <a:cubicBezTo>
                  <a:pt x="1317241" y="1715102"/>
                  <a:pt x="1325391" y="1735383"/>
                  <a:pt x="1298590" y="1756751"/>
                </a:cubicBezTo>
                <a:cubicBezTo>
                  <a:pt x="1265057" y="1779737"/>
                  <a:pt x="1225978" y="1793362"/>
                  <a:pt x="1185417" y="1796225"/>
                </a:cubicBezTo>
                <a:cubicBezTo>
                  <a:pt x="1149201" y="1796225"/>
                  <a:pt x="1142682" y="1774858"/>
                  <a:pt x="1171112" y="1753310"/>
                </a:cubicBezTo>
                <a:cubicBezTo>
                  <a:pt x="1204341" y="1731096"/>
                  <a:pt x="1242783" y="1717929"/>
                  <a:pt x="1282656" y="1715102"/>
                </a:cubicBezTo>
                <a:close/>
                <a:moveTo>
                  <a:pt x="5774090" y="1714559"/>
                </a:moveTo>
                <a:cubicBezTo>
                  <a:pt x="5814471" y="1713835"/>
                  <a:pt x="5870967" y="1735564"/>
                  <a:pt x="5893240" y="1762727"/>
                </a:cubicBezTo>
                <a:cubicBezTo>
                  <a:pt x="5915874" y="1790612"/>
                  <a:pt x="5896679" y="1814514"/>
                  <a:pt x="5850867" y="1814153"/>
                </a:cubicBezTo>
                <a:cubicBezTo>
                  <a:pt x="5805054" y="1813790"/>
                  <a:pt x="5750187" y="1789526"/>
                  <a:pt x="5732080" y="1761639"/>
                </a:cubicBezTo>
                <a:cubicBezTo>
                  <a:pt x="5713972" y="1733754"/>
                  <a:pt x="5733709" y="1715283"/>
                  <a:pt x="5774090" y="1714559"/>
                </a:cubicBezTo>
                <a:close/>
                <a:moveTo>
                  <a:pt x="5395276" y="1697538"/>
                </a:moveTo>
                <a:cubicBezTo>
                  <a:pt x="5442898" y="1697538"/>
                  <a:pt x="5490341" y="1718543"/>
                  <a:pt x="5508629" y="1748059"/>
                </a:cubicBezTo>
                <a:cubicBezTo>
                  <a:pt x="5526918" y="1777575"/>
                  <a:pt x="5503740" y="1799665"/>
                  <a:pt x="5453221" y="1798580"/>
                </a:cubicBezTo>
                <a:cubicBezTo>
                  <a:pt x="5403785" y="1797673"/>
                  <a:pt x="5355619" y="1773953"/>
                  <a:pt x="5340953" y="1744257"/>
                </a:cubicBezTo>
                <a:cubicBezTo>
                  <a:pt x="5327552" y="1716914"/>
                  <a:pt x="5350369" y="1697538"/>
                  <a:pt x="5395276" y="1697538"/>
                </a:cubicBezTo>
                <a:close/>
                <a:moveTo>
                  <a:pt x="927562" y="1695185"/>
                </a:moveTo>
                <a:cubicBezTo>
                  <a:pt x="959073" y="1695185"/>
                  <a:pt x="963779" y="1707859"/>
                  <a:pt x="938428" y="1727418"/>
                </a:cubicBezTo>
                <a:cubicBezTo>
                  <a:pt x="907626" y="1750651"/>
                  <a:pt x="870506" y="1763976"/>
                  <a:pt x="831953" y="1765624"/>
                </a:cubicBezTo>
                <a:cubicBezTo>
                  <a:pt x="795738" y="1765624"/>
                  <a:pt x="791392" y="1752225"/>
                  <a:pt x="821813" y="1729408"/>
                </a:cubicBezTo>
                <a:cubicBezTo>
                  <a:pt x="852903" y="1707781"/>
                  <a:pt x="889700" y="1695871"/>
                  <a:pt x="927562" y="1695185"/>
                </a:cubicBezTo>
                <a:close/>
                <a:moveTo>
                  <a:pt x="579889" y="1683596"/>
                </a:moveTo>
                <a:cubicBezTo>
                  <a:pt x="604516" y="1683596"/>
                  <a:pt x="605784" y="1698806"/>
                  <a:pt x="582243" y="1714198"/>
                </a:cubicBezTo>
                <a:cubicBezTo>
                  <a:pt x="552421" y="1731853"/>
                  <a:pt x="518994" y="1742560"/>
                  <a:pt x="484461" y="1745526"/>
                </a:cubicBezTo>
                <a:cubicBezTo>
                  <a:pt x="457662" y="1745526"/>
                  <a:pt x="454222" y="1731944"/>
                  <a:pt x="477037" y="1716190"/>
                </a:cubicBezTo>
                <a:cubicBezTo>
                  <a:pt x="508165" y="1697113"/>
                  <a:pt x="543457" y="1685925"/>
                  <a:pt x="579889" y="1683596"/>
                </a:cubicBezTo>
                <a:close/>
                <a:moveTo>
                  <a:pt x="5012657" y="1670919"/>
                </a:moveTo>
                <a:cubicBezTo>
                  <a:pt x="5056116" y="1669471"/>
                  <a:pt x="5110439" y="1692468"/>
                  <a:pt x="5125650" y="1721077"/>
                </a:cubicBezTo>
                <a:cubicBezTo>
                  <a:pt x="5140860" y="1749688"/>
                  <a:pt x="5112612" y="1776125"/>
                  <a:pt x="5063903" y="1776488"/>
                </a:cubicBezTo>
                <a:cubicBezTo>
                  <a:pt x="5015374" y="1776488"/>
                  <a:pt x="4963404" y="1750956"/>
                  <a:pt x="4952179" y="1722165"/>
                </a:cubicBezTo>
                <a:cubicBezTo>
                  <a:pt x="4940951" y="1693373"/>
                  <a:pt x="4969199" y="1672368"/>
                  <a:pt x="5012657" y="1670919"/>
                </a:cubicBezTo>
                <a:close/>
                <a:moveTo>
                  <a:pt x="241809" y="1666212"/>
                </a:moveTo>
                <a:cubicBezTo>
                  <a:pt x="266979" y="1666212"/>
                  <a:pt x="267884" y="1675084"/>
                  <a:pt x="243620" y="1689753"/>
                </a:cubicBezTo>
                <a:cubicBezTo>
                  <a:pt x="218541" y="1704861"/>
                  <a:pt x="190111" y="1713568"/>
                  <a:pt x="160867" y="1715104"/>
                </a:cubicBezTo>
                <a:cubicBezTo>
                  <a:pt x="135155" y="1715104"/>
                  <a:pt x="134791" y="1706049"/>
                  <a:pt x="159962" y="1691201"/>
                </a:cubicBezTo>
                <a:cubicBezTo>
                  <a:pt x="184788" y="1676305"/>
                  <a:pt x="212891" y="1667725"/>
                  <a:pt x="241809" y="1666212"/>
                </a:cubicBezTo>
                <a:close/>
                <a:moveTo>
                  <a:pt x="4647061" y="1653175"/>
                </a:moveTo>
                <a:cubicBezTo>
                  <a:pt x="4694866" y="1652088"/>
                  <a:pt x="4744843" y="1677619"/>
                  <a:pt x="4754259" y="1706411"/>
                </a:cubicBezTo>
                <a:cubicBezTo>
                  <a:pt x="4763675" y="1735203"/>
                  <a:pt x="4728728" y="1760734"/>
                  <a:pt x="4681828" y="1761821"/>
                </a:cubicBezTo>
                <a:cubicBezTo>
                  <a:pt x="4635835" y="1762907"/>
                  <a:pt x="4585314" y="1738280"/>
                  <a:pt x="4574630" y="1710032"/>
                </a:cubicBezTo>
                <a:cubicBezTo>
                  <a:pt x="4563948" y="1681784"/>
                  <a:pt x="4599257" y="1654261"/>
                  <a:pt x="4647061" y="1653175"/>
                </a:cubicBezTo>
                <a:close/>
                <a:moveTo>
                  <a:pt x="7909176" y="1635065"/>
                </a:moveTo>
                <a:cubicBezTo>
                  <a:pt x="7940230" y="1636888"/>
                  <a:pt x="7970380" y="1646074"/>
                  <a:pt x="7997179" y="1661864"/>
                </a:cubicBezTo>
                <a:cubicBezTo>
                  <a:pt x="8019996" y="1675626"/>
                  <a:pt x="8019089" y="1684680"/>
                  <a:pt x="7994463" y="1684500"/>
                </a:cubicBezTo>
                <a:cubicBezTo>
                  <a:pt x="7962865" y="1682785"/>
                  <a:pt x="7932172" y="1673400"/>
                  <a:pt x="7905011" y="1657157"/>
                </a:cubicBezTo>
                <a:cubicBezTo>
                  <a:pt x="7883825" y="1643576"/>
                  <a:pt x="7885274" y="1634884"/>
                  <a:pt x="7909176" y="1635065"/>
                </a:cubicBezTo>
                <a:close/>
                <a:moveTo>
                  <a:pt x="4275672" y="1629997"/>
                </a:moveTo>
                <a:cubicBezTo>
                  <a:pt x="4323296" y="1629997"/>
                  <a:pt x="4368023" y="1656253"/>
                  <a:pt x="4370016" y="1684320"/>
                </a:cubicBezTo>
                <a:cubicBezTo>
                  <a:pt x="4372006" y="1712388"/>
                  <a:pt x="4329272" y="1739548"/>
                  <a:pt x="4279477" y="1737556"/>
                </a:cubicBezTo>
                <a:cubicBezTo>
                  <a:pt x="4229680" y="1735566"/>
                  <a:pt x="4190204" y="1709671"/>
                  <a:pt x="4188938" y="1681967"/>
                </a:cubicBezTo>
                <a:cubicBezTo>
                  <a:pt x="4187670" y="1654262"/>
                  <a:pt x="4229136" y="1629997"/>
                  <a:pt x="4275672" y="1629997"/>
                </a:cubicBezTo>
                <a:close/>
                <a:moveTo>
                  <a:pt x="3919673" y="1614604"/>
                </a:moveTo>
                <a:cubicBezTo>
                  <a:pt x="3967116" y="1614967"/>
                  <a:pt x="4006773" y="1639230"/>
                  <a:pt x="4005685" y="1667659"/>
                </a:cubicBezTo>
                <a:cubicBezTo>
                  <a:pt x="4004600" y="1696089"/>
                  <a:pt x="3961141" y="1721982"/>
                  <a:pt x="3911164" y="1721982"/>
                </a:cubicBezTo>
                <a:cubicBezTo>
                  <a:pt x="3861186" y="1721982"/>
                  <a:pt x="3821891" y="1695726"/>
                  <a:pt x="3825332" y="1666210"/>
                </a:cubicBezTo>
                <a:cubicBezTo>
                  <a:pt x="3828773" y="1637781"/>
                  <a:pt x="3872232" y="1614242"/>
                  <a:pt x="3919673" y="1614604"/>
                </a:cubicBezTo>
                <a:close/>
                <a:moveTo>
                  <a:pt x="7508630" y="1606817"/>
                </a:moveTo>
                <a:cubicBezTo>
                  <a:pt x="7544085" y="1608920"/>
                  <a:pt x="7578490" y="1619743"/>
                  <a:pt x="7608767" y="1638325"/>
                </a:cubicBezTo>
                <a:cubicBezTo>
                  <a:pt x="7636291" y="1656433"/>
                  <a:pt x="7633211" y="1668566"/>
                  <a:pt x="7600980" y="1667841"/>
                </a:cubicBezTo>
                <a:cubicBezTo>
                  <a:pt x="7565073" y="1665636"/>
                  <a:pt x="7530270" y="1654494"/>
                  <a:pt x="7499757" y="1635428"/>
                </a:cubicBezTo>
                <a:cubicBezTo>
                  <a:pt x="7473502" y="1617321"/>
                  <a:pt x="7477304" y="1605912"/>
                  <a:pt x="7508630" y="1606817"/>
                </a:cubicBezTo>
                <a:close/>
                <a:moveTo>
                  <a:pt x="3570918" y="1593419"/>
                </a:moveTo>
                <a:cubicBezTo>
                  <a:pt x="3618361" y="1593782"/>
                  <a:pt x="3653128" y="1617321"/>
                  <a:pt x="3647514" y="1645208"/>
                </a:cubicBezTo>
                <a:cubicBezTo>
                  <a:pt x="3641539" y="1673999"/>
                  <a:pt x="3594276" y="1698626"/>
                  <a:pt x="3545023" y="1698082"/>
                </a:cubicBezTo>
                <a:cubicBezTo>
                  <a:pt x="3495770" y="1697538"/>
                  <a:pt x="3461003" y="1672007"/>
                  <a:pt x="3469153" y="1643759"/>
                </a:cubicBezTo>
                <a:cubicBezTo>
                  <a:pt x="3477301" y="1615511"/>
                  <a:pt x="3523477" y="1593057"/>
                  <a:pt x="3570918" y="1593419"/>
                </a:cubicBezTo>
                <a:close/>
                <a:moveTo>
                  <a:pt x="7113881" y="1586358"/>
                </a:moveTo>
                <a:cubicBezTo>
                  <a:pt x="7152705" y="1589466"/>
                  <a:pt x="7190314" y="1601420"/>
                  <a:pt x="7223796" y="1621305"/>
                </a:cubicBezTo>
                <a:cubicBezTo>
                  <a:pt x="7252768" y="1640500"/>
                  <a:pt x="7247698" y="1659332"/>
                  <a:pt x="7213475" y="1658788"/>
                </a:cubicBezTo>
                <a:cubicBezTo>
                  <a:pt x="7173945" y="1655492"/>
                  <a:pt x="7135701" y="1643097"/>
                  <a:pt x="7101750" y="1622573"/>
                </a:cubicBezTo>
                <a:cubicBezTo>
                  <a:pt x="7074407" y="1603561"/>
                  <a:pt x="7080743" y="1586358"/>
                  <a:pt x="7113881" y="1586358"/>
                </a:cubicBezTo>
                <a:close/>
                <a:moveTo>
                  <a:pt x="3224336" y="1578932"/>
                </a:moveTo>
                <a:cubicBezTo>
                  <a:pt x="3267976" y="1578932"/>
                  <a:pt x="3303467" y="1603015"/>
                  <a:pt x="3293326" y="1629997"/>
                </a:cubicBezTo>
                <a:cubicBezTo>
                  <a:pt x="3282823" y="1658062"/>
                  <a:pt x="3230131" y="1683052"/>
                  <a:pt x="3182326" y="1681965"/>
                </a:cubicBezTo>
                <a:cubicBezTo>
                  <a:pt x="3134522" y="1680879"/>
                  <a:pt x="3104101" y="1654080"/>
                  <a:pt x="3118405" y="1626556"/>
                </a:cubicBezTo>
                <a:cubicBezTo>
                  <a:pt x="3132710" y="1599032"/>
                  <a:pt x="3180695" y="1578932"/>
                  <a:pt x="3224336" y="1578932"/>
                </a:cubicBezTo>
                <a:close/>
                <a:moveTo>
                  <a:pt x="6730541" y="1562636"/>
                </a:moveTo>
                <a:cubicBezTo>
                  <a:pt x="6771482" y="1562805"/>
                  <a:pt x="6811392" y="1575436"/>
                  <a:pt x="6844982" y="1598851"/>
                </a:cubicBezTo>
                <a:cubicBezTo>
                  <a:pt x="6875946" y="1621849"/>
                  <a:pt x="6870876" y="1638325"/>
                  <a:pt x="6831764" y="1639052"/>
                </a:cubicBezTo>
                <a:cubicBezTo>
                  <a:pt x="6789989" y="1638892"/>
                  <a:pt x="6749283" y="1625727"/>
                  <a:pt x="6715330" y="1601387"/>
                </a:cubicBezTo>
                <a:cubicBezTo>
                  <a:pt x="6686358" y="1578751"/>
                  <a:pt x="6692696" y="1563180"/>
                  <a:pt x="6730541" y="1562636"/>
                </a:cubicBezTo>
                <a:close/>
                <a:moveTo>
                  <a:pt x="2890066" y="1558471"/>
                </a:moveTo>
                <a:cubicBezTo>
                  <a:pt x="2935156" y="1558471"/>
                  <a:pt x="2962498" y="1584183"/>
                  <a:pt x="2946382" y="1610439"/>
                </a:cubicBezTo>
                <a:cubicBezTo>
                  <a:pt x="2930267" y="1636697"/>
                  <a:pt x="2875580" y="1659331"/>
                  <a:pt x="2831239" y="1658607"/>
                </a:cubicBezTo>
                <a:cubicBezTo>
                  <a:pt x="2783975" y="1658607"/>
                  <a:pt x="2757537" y="1631083"/>
                  <a:pt x="2776915" y="1604283"/>
                </a:cubicBezTo>
                <a:cubicBezTo>
                  <a:pt x="2796292" y="1577484"/>
                  <a:pt x="2847532" y="1557564"/>
                  <a:pt x="2890066" y="1558471"/>
                </a:cubicBezTo>
                <a:close/>
                <a:moveTo>
                  <a:pt x="2550566" y="1546157"/>
                </a:moveTo>
                <a:cubicBezTo>
                  <a:pt x="2593660" y="1545616"/>
                  <a:pt x="2618648" y="1566801"/>
                  <a:pt x="2602898" y="1592152"/>
                </a:cubicBezTo>
                <a:cubicBezTo>
                  <a:pt x="2586781" y="1617683"/>
                  <a:pt x="2531914" y="1641224"/>
                  <a:pt x="2485920" y="1641766"/>
                </a:cubicBezTo>
                <a:cubicBezTo>
                  <a:pt x="2439929" y="1642310"/>
                  <a:pt x="2416931" y="1619495"/>
                  <a:pt x="2435038" y="1593781"/>
                </a:cubicBezTo>
                <a:cubicBezTo>
                  <a:pt x="2453146" y="1568069"/>
                  <a:pt x="2507469" y="1546701"/>
                  <a:pt x="2550566" y="1546157"/>
                </a:cubicBezTo>
                <a:close/>
                <a:moveTo>
                  <a:pt x="6366032" y="1543985"/>
                </a:moveTo>
                <a:cubicBezTo>
                  <a:pt x="6409983" y="1545116"/>
                  <a:pt x="6452494" y="1559859"/>
                  <a:pt x="6487716" y="1586175"/>
                </a:cubicBezTo>
                <a:cubicBezTo>
                  <a:pt x="6514515" y="1610078"/>
                  <a:pt x="6501478" y="1629997"/>
                  <a:pt x="6458561" y="1629092"/>
                </a:cubicBezTo>
                <a:cubicBezTo>
                  <a:pt x="6415646" y="1628185"/>
                  <a:pt x="6359150" y="1607180"/>
                  <a:pt x="6336335" y="1583641"/>
                </a:cubicBezTo>
                <a:cubicBezTo>
                  <a:pt x="6313518" y="1560100"/>
                  <a:pt x="6328368" y="1544348"/>
                  <a:pt x="6366032" y="1543985"/>
                </a:cubicBezTo>
                <a:close/>
                <a:moveTo>
                  <a:pt x="2209960" y="1528593"/>
                </a:moveTo>
                <a:cubicBezTo>
                  <a:pt x="2255230" y="1528593"/>
                  <a:pt x="2273335" y="1544889"/>
                  <a:pt x="2253417" y="1570060"/>
                </a:cubicBezTo>
                <a:cubicBezTo>
                  <a:pt x="2233499" y="1595230"/>
                  <a:pt x="2185154" y="1615511"/>
                  <a:pt x="2138617" y="1616416"/>
                </a:cubicBezTo>
                <a:cubicBezTo>
                  <a:pt x="2091353" y="1616416"/>
                  <a:pt x="2074149" y="1598308"/>
                  <a:pt x="2096424" y="1573138"/>
                </a:cubicBezTo>
                <a:cubicBezTo>
                  <a:pt x="2127077" y="1544156"/>
                  <a:pt x="2167770" y="1528188"/>
                  <a:pt x="2209960" y="1528593"/>
                </a:cubicBezTo>
                <a:close/>
                <a:moveTo>
                  <a:pt x="6004601" y="1521350"/>
                </a:moveTo>
                <a:cubicBezTo>
                  <a:pt x="6047505" y="1520871"/>
                  <a:pt x="6089085" y="1536215"/>
                  <a:pt x="6121396" y="1564446"/>
                </a:cubicBezTo>
                <a:cubicBezTo>
                  <a:pt x="6146384" y="1590884"/>
                  <a:pt x="6131717" y="1609172"/>
                  <a:pt x="6085180" y="1608992"/>
                </a:cubicBezTo>
                <a:cubicBezTo>
                  <a:pt x="6041640" y="1609663"/>
                  <a:pt x="5999506" y="1593587"/>
                  <a:pt x="5967479" y="1564085"/>
                </a:cubicBezTo>
                <a:cubicBezTo>
                  <a:pt x="5944120" y="1539458"/>
                  <a:pt x="5959874" y="1521350"/>
                  <a:pt x="6004601" y="1521350"/>
                </a:cubicBezTo>
                <a:close/>
                <a:moveTo>
                  <a:pt x="1884198" y="1516642"/>
                </a:moveTo>
                <a:cubicBezTo>
                  <a:pt x="1924578" y="1516461"/>
                  <a:pt x="1939611" y="1533481"/>
                  <a:pt x="1918060" y="1556298"/>
                </a:cubicBezTo>
                <a:cubicBezTo>
                  <a:pt x="1885682" y="1583556"/>
                  <a:pt x="1845012" y="1599006"/>
                  <a:pt x="1802714" y="1600118"/>
                </a:cubicBezTo>
                <a:cubicBezTo>
                  <a:pt x="1757084" y="1601386"/>
                  <a:pt x="1742413" y="1582010"/>
                  <a:pt x="1769031" y="1557203"/>
                </a:cubicBezTo>
                <a:cubicBezTo>
                  <a:pt x="1802062" y="1531658"/>
                  <a:pt x="1842444" y="1517434"/>
                  <a:pt x="1884198" y="1516642"/>
                </a:cubicBezTo>
                <a:close/>
                <a:moveTo>
                  <a:pt x="5660553" y="1504872"/>
                </a:moveTo>
                <a:cubicBezTo>
                  <a:pt x="5707996" y="1508132"/>
                  <a:pt x="5763044" y="1532939"/>
                  <a:pt x="5775718" y="1557385"/>
                </a:cubicBezTo>
                <a:cubicBezTo>
                  <a:pt x="5788394" y="1581831"/>
                  <a:pt x="5760871" y="1601568"/>
                  <a:pt x="5715963" y="1598490"/>
                </a:cubicBezTo>
                <a:cubicBezTo>
                  <a:pt x="5666167" y="1595049"/>
                  <a:pt x="5610756" y="1568793"/>
                  <a:pt x="5600074" y="1544167"/>
                </a:cubicBezTo>
                <a:cubicBezTo>
                  <a:pt x="5589390" y="1519540"/>
                  <a:pt x="5617638" y="1501974"/>
                  <a:pt x="5660553" y="1504872"/>
                </a:cubicBezTo>
                <a:close/>
                <a:moveTo>
                  <a:pt x="1572926" y="1497810"/>
                </a:moveTo>
                <a:cubicBezTo>
                  <a:pt x="1606607" y="1499620"/>
                  <a:pt x="1616206" y="1518815"/>
                  <a:pt x="1592120" y="1538191"/>
                </a:cubicBezTo>
                <a:cubicBezTo>
                  <a:pt x="1557119" y="1561819"/>
                  <a:pt x="1516254" y="1575294"/>
                  <a:pt x="1474058" y="1577123"/>
                </a:cubicBezTo>
                <a:cubicBezTo>
                  <a:pt x="1435670" y="1577123"/>
                  <a:pt x="1426979" y="1555030"/>
                  <a:pt x="1455949" y="1534025"/>
                </a:cubicBezTo>
                <a:cubicBezTo>
                  <a:pt x="1491098" y="1511916"/>
                  <a:pt x="1531442" y="1499428"/>
                  <a:pt x="1572926" y="1497810"/>
                </a:cubicBezTo>
                <a:close/>
                <a:moveTo>
                  <a:pt x="1248616" y="1489481"/>
                </a:moveTo>
                <a:cubicBezTo>
                  <a:pt x="1283201" y="1489481"/>
                  <a:pt x="1289178" y="1503062"/>
                  <a:pt x="1263464" y="1522799"/>
                </a:cubicBezTo>
                <a:cubicBezTo>
                  <a:pt x="1230488" y="1546017"/>
                  <a:pt x="1191161" y="1558477"/>
                  <a:pt x="1150834" y="1558471"/>
                </a:cubicBezTo>
                <a:cubicBezTo>
                  <a:pt x="1114619" y="1558471"/>
                  <a:pt x="1110094" y="1544167"/>
                  <a:pt x="1137616" y="1524067"/>
                </a:cubicBezTo>
                <a:cubicBezTo>
                  <a:pt x="1170283" y="1501604"/>
                  <a:pt x="1208979" y="1489547"/>
                  <a:pt x="1248616" y="1489481"/>
                </a:cubicBezTo>
                <a:close/>
                <a:moveTo>
                  <a:pt x="5293870" y="1483506"/>
                </a:moveTo>
                <a:cubicBezTo>
                  <a:pt x="5340589" y="1485135"/>
                  <a:pt x="5388030" y="1503243"/>
                  <a:pt x="5405052" y="1530223"/>
                </a:cubicBezTo>
                <a:cubicBezTo>
                  <a:pt x="5423160" y="1558471"/>
                  <a:pt x="5398170" y="1579839"/>
                  <a:pt x="5346383" y="1578934"/>
                </a:cubicBezTo>
                <a:cubicBezTo>
                  <a:pt x="5294594" y="1578027"/>
                  <a:pt x="5249326" y="1557205"/>
                  <a:pt x="5233935" y="1530223"/>
                </a:cubicBezTo>
                <a:cubicBezTo>
                  <a:pt x="5218542" y="1503243"/>
                  <a:pt x="5244256" y="1482782"/>
                  <a:pt x="5293870" y="1483506"/>
                </a:cubicBezTo>
                <a:close/>
                <a:moveTo>
                  <a:pt x="931366" y="1478616"/>
                </a:moveTo>
                <a:cubicBezTo>
                  <a:pt x="959434" y="1478616"/>
                  <a:pt x="963238" y="1495094"/>
                  <a:pt x="938610" y="1510848"/>
                </a:cubicBezTo>
                <a:cubicBezTo>
                  <a:pt x="905564" y="1529463"/>
                  <a:pt x="868731" y="1540358"/>
                  <a:pt x="830870" y="1542718"/>
                </a:cubicBezTo>
                <a:cubicBezTo>
                  <a:pt x="801897" y="1542718"/>
                  <a:pt x="799181" y="1524610"/>
                  <a:pt x="825078" y="1509217"/>
                </a:cubicBezTo>
                <a:cubicBezTo>
                  <a:pt x="857778" y="1491222"/>
                  <a:pt x="894102" y="1480768"/>
                  <a:pt x="931366" y="1478616"/>
                </a:cubicBezTo>
                <a:close/>
                <a:moveTo>
                  <a:pt x="4949822" y="1469924"/>
                </a:moveTo>
                <a:cubicBezTo>
                  <a:pt x="4998895" y="1469381"/>
                  <a:pt x="5043982" y="1487851"/>
                  <a:pt x="5059375" y="1515375"/>
                </a:cubicBezTo>
                <a:cubicBezTo>
                  <a:pt x="5074767" y="1543803"/>
                  <a:pt x="5049416" y="1565171"/>
                  <a:pt x="4998170" y="1565896"/>
                </a:cubicBezTo>
                <a:cubicBezTo>
                  <a:pt x="4946925" y="1566620"/>
                  <a:pt x="4900208" y="1546520"/>
                  <a:pt x="4887351" y="1518272"/>
                </a:cubicBezTo>
                <a:cubicBezTo>
                  <a:pt x="4874494" y="1490024"/>
                  <a:pt x="4900752" y="1470468"/>
                  <a:pt x="4949822" y="1469924"/>
                </a:cubicBezTo>
                <a:close/>
                <a:moveTo>
                  <a:pt x="620091" y="1464130"/>
                </a:moveTo>
                <a:cubicBezTo>
                  <a:pt x="649425" y="1463406"/>
                  <a:pt x="653229" y="1473907"/>
                  <a:pt x="629144" y="1489118"/>
                </a:cubicBezTo>
                <a:cubicBezTo>
                  <a:pt x="600534" y="1505931"/>
                  <a:pt x="568302" y="1515621"/>
                  <a:pt x="535165" y="1517366"/>
                </a:cubicBezTo>
                <a:cubicBezTo>
                  <a:pt x="505287" y="1517366"/>
                  <a:pt x="502028" y="1507225"/>
                  <a:pt x="527378" y="1491654"/>
                </a:cubicBezTo>
                <a:cubicBezTo>
                  <a:pt x="555716" y="1475367"/>
                  <a:pt x="587460" y="1465942"/>
                  <a:pt x="620091" y="1464130"/>
                </a:cubicBezTo>
                <a:close/>
                <a:moveTo>
                  <a:pt x="7943760" y="1456887"/>
                </a:moveTo>
                <a:cubicBezTo>
                  <a:pt x="7971991" y="1457623"/>
                  <a:pt x="7999677" y="1464805"/>
                  <a:pt x="8024702" y="1477892"/>
                </a:cubicBezTo>
                <a:cubicBezTo>
                  <a:pt x="8047880" y="1489844"/>
                  <a:pt x="8049510" y="1497811"/>
                  <a:pt x="8028685" y="1498353"/>
                </a:cubicBezTo>
                <a:cubicBezTo>
                  <a:pt x="8000057" y="1497667"/>
                  <a:pt x="7971991" y="1490353"/>
                  <a:pt x="7946657" y="1476987"/>
                </a:cubicBezTo>
                <a:cubicBezTo>
                  <a:pt x="7924567" y="1465398"/>
                  <a:pt x="7923118" y="1457431"/>
                  <a:pt x="7943760" y="1456887"/>
                </a:cubicBezTo>
                <a:close/>
                <a:moveTo>
                  <a:pt x="4620808" y="1454897"/>
                </a:moveTo>
                <a:cubicBezTo>
                  <a:pt x="4666620" y="1455982"/>
                  <a:pt x="4718046" y="1479523"/>
                  <a:pt x="4723297" y="1505959"/>
                </a:cubicBezTo>
                <a:cubicBezTo>
                  <a:pt x="4729454" y="1533483"/>
                  <a:pt x="4690883" y="1556480"/>
                  <a:pt x="4640364" y="1554307"/>
                </a:cubicBezTo>
                <a:cubicBezTo>
                  <a:pt x="4589843" y="1552134"/>
                  <a:pt x="4542762" y="1526420"/>
                  <a:pt x="4540951" y="1499984"/>
                </a:cubicBezTo>
                <a:cubicBezTo>
                  <a:pt x="4539141" y="1473546"/>
                  <a:pt x="4574993" y="1453809"/>
                  <a:pt x="4620808" y="1454897"/>
                </a:cubicBezTo>
                <a:close/>
                <a:moveTo>
                  <a:pt x="295233" y="1454714"/>
                </a:moveTo>
                <a:cubicBezTo>
                  <a:pt x="319679" y="1453446"/>
                  <a:pt x="321489" y="1465579"/>
                  <a:pt x="298855" y="1477711"/>
                </a:cubicBezTo>
                <a:cubicBezTo>
                  <a:pt x="272381" y="1490333"/>
                  <a:pt x="243861" y="1498119"/>
                  <a:pt x="214654" y="1500709"/>
                </a:cubicBezTo>
                <a:cubicBezTo>
                  <a:pt x="193650" y="1500709"/>
                  <a:pt x="192381" y="1490025"/>
                  <a:pt x="212118" y="1478797"/>
                </a:cubicBezTo>
                <a:cubicBezTo>
                  <a:pt x="238177" y="1465911"/>
                  <a:pt x="266316" y="1457758"/>
                  <a:pt x="295233" y="1454714"/>
                </a:cubicBezTo>
                <a:close/>
                <a:moveTo>
                  <a:pt x="7585953" y="1439140"/>
                </a:moveTo>
                <a:cubicBezTo>
                  <a:pt x="7618600" y="1440455"/>
                  <a:pt x="7650542" y="1449120"/>
                  <a:pt x="7679389" y="1464491"/>
                </a:cubicBezTo>
                <a:cubicBezTo>
                  <a:pt x="7706550" y="1479520"/>
                  <a:pt x="7706369" y="1490746"/>
                  <a:pt x="7679389" y="1490929"/>
                </a:cubicBezTo>
                <a:cubicBezTo>
                  <a:pt x="7646251" y="1489520"/>
                  <a:pt x="7613874" y="1480606"/>
                  <a:pt x="7584685" y="1464854"/>
                </a:cubicBezTo>
                <a:cubicBezTo>
                  <a:pt x="7557885" y="1450004"/>
                  <a:pt x="7558971" y="1439140"/>
                  <a:pt x="7585953" y="1439140"/>
                </a:cubicBezTo>
                <a:close/>
                <a:moveTo>
                  <a:pt x="4287624" y="1434614"/>
                </a:moveTo>
                <a:cubicBezTo>
                  <a:pt x="4335246" y="1434614"/>
                  <a:pt x="4384138" y="1459421"/>
                  <a:pt x="4386672" y="1485496"/>
                </a:cubicBezTo>
                <a:cubicBezTo>
                  <a:pt x="4389208" y="1511571"/>
                  <a:pt x="4347922" y="1535656"/>
                  <a:pt x="4300298" y="1535656"/>
                </a:cubicBezTo>
                <a:cubicBezTo>
                  <a:pt x="4252675" y="1535656"/>
                  <a:pt x="4201249" y="1509037"/>
                  <a:pt x="4201068" y="1482238"/>
                </a:cubicBezTo>
                <a:cubicBezTo>
                  <a:pt x="4200887" y="1455438"/>
                  <a:pt x="4242173" y="1434614"/>
                  <a:pt x="4287624" y="1434614"/>
                </a:cubicBezTo>
                <a:close/>
                <a:moveTo>
                  <a:pt x="3966572" y="1422120"/>
                </a:moveTo>
                <a:cubicBezTo>
                  <a:pt x="4015101" y="1423025"/>
                  <a:pt x="4057111" y="1448015"/>
                  <a:pt x="4054396" y="1474270"/>
                </a:cubicBezTo>
                <a:cubicBezTo>
                  <a:pt x="4051680" y="1500526"/>
                  <a:pt x="4004780" y="1523523"/>
                  <a:pt x="3956976" y="1522438"/>
                </a:cubicBezTo>
                <a:cubicBezTo>
                  <a:pt x="3905913" y="1521350"/>
                  <a:pt x="3863540" y="1494551"/>
                  <a:pt x="3869515" y="1468115"/>
                </a:cubicBezTo>
                <a:cubicBezTo>
                  <a:pt x="3875492" y="1441677"/>
                  <a:pt x="3921304" y="1421215"/>
                  <a:pt x="3966572" y="1422120"/>
                </a:cubicBezTo>
                <a:close/>
                <a:moveTo>
                  <a:pt x="7222347" y="1415419"/>
                </a:moveTo>
                <a:cubicBezTo>
                  <a:pt x="7260483" y="1417001"/>
                  <a:pt x="7297693" y="1427546"/>
                  <a:pt x="7330994" y="1446203"/>
                </a:cubicBezTo>
                <a:cubicBezTo>
                  <a:pt x="7358698" y="1463404"/>
                  <a:pt x="7354172" y="1477890"/>
                  <a:pt x="7320853" y="1477166"/>
                </a:cubicBezTo>
                <a:cubicBezTo>
                  <a:pt x="7284438" y="1474687"/>
                  <a:pt x="7248983" y="1464372"/>
                  <a:pt x="7216914" y="1446927"/>
                </a:cubicBezTo>
                <a:cubicBezTo>
                  <a:pt x="7188304" y="1430810"/>
                  <a:pt x="7191382" y="1415599"/>
                  <a:pt x="7222347" y="1415419"/>
                </a:cubicBezTo>
                <a:close/>
                <a:moveTo>
                  <a:pt x="3647876" y="1404737"/>
                </a:moveTo>
                <a:cubicBezTo>
                  <a:pt x="3695317" y="1405822"/>
                  <a:pt x="3730991" y="1427371"/>
                  <a:pt x="3727006" y="1451997"/>
                </a:cubicBezTo>
                <a:cubicBezTo>
                  <a:pt x="3722116" y="1478797"/>
                  <a:pt x="3671778" y="1503243"/>
                  <a:pt x="3621981" y="1503243"/>
                </a:cubicBezTo>
                <a:cubicBezTo>
                  <a:pt x="3572184" y="1503243"/>
                  <a:pt x="3537237" y="1478073"/>
                  <a:pt x="3543394" y="1452722"/>
                </a:cubicBezTo>
                <a:cubicBezTo>
                  <a:pt x="3549550" y="1427371"/>
                  <a:pt x="3600432" y="1403650"/>
                  <a:pt x="3647876" y="1404737"/>
                </a:cubicBezTo>
                <a:close/>
                <a:moveTo>
                  <a:pt x="6876309" y="1399123"/>
                </a:moveTo>
                <a:cubicBezTo>
                  <a:pt x="6917376" y="1401096"/>
                  <a:pt x="6957396" y="1412761"/>
                  <a:pt x="6993104" y="1433165"/>
                </a:cubicBezTo>
                <a:cubicBezTo>
                  <a:pt x="7018274" y="1450005"/>
                  <a:pt x="7014109" y="1467208"/>
                  <a:pt x="6984049" y="1469381"/>
                </a:cubicBezTo>
                <a:cubicBezTo>
                  <a:pt x="6942077" y="1467949"/>
                  <a:pt x="6901080" y="1456394"/>
                  <a:pt x="6864539" y="1435701"/>
                </a:cubicBezTo>
                <a:cubicBezTo>
                  <a:pt x="6837921" y="1417774"/>
                  <a:pt x="6844076" y="1399667"/>
                  <a:pt x="6876309" y="1399123"/>
                </a:cubicBezTo>
                <a:close/>
                <a:moveTo>
                  <a:pt x="3322118" y="1392423"/>
                </a:moveTo>
                <a:cubicBezTo>
                  <a:pt x="3367567" y="1393691"/>
                  <a:pt x="3399800" y="1416326"/>
                  <a:pt x="3391289" y="1440228"/>
                </a:cubicBezTo>
                <a:cubicBezTo>
                  <a:pt x="3382236" y="1466122"/>
                  <a:pt x="3326281" y="1490567"/>
                  <a:pt x="3278659" y="1489118"/>
                </a:cubicBezTo>
                <a:cubicBezTo>
                  <a:pt x="3231035" y="1487669"/>
                  <a:pt x="3199708" y="1463406"/>
                  <a:pt x="3210392" y="1438960"/>
                </a:cubicBezTo>
                <a:cubicBezTo>
                  <a:pt x="3221076" y="1414514"/>
                  <a:pt x="3276667" y="1391155"/>
                  <a:pt x="3322118" y="1392423"/>
                </a:cubicBezTo>
                <a:close/>
                <a:moveTo>
                  <a:pt x="6535882" y="1379205"/>
                </a:moveTo>
                <a:cubicBezTo>
                  <a:pt x="6576552" y="1380359"/>
                  <a:pt x="6616081" y="1392906"/>
                  <a:pt x="6649962" y="1415420"/>
                </a:cubicBezTo>
                <a:cubicBezTo>
                  <a:pt x="6676942" y="1436062"/>
                  <a:pt x="6668070" y="1451636"/>
                  <a:pt x="6628774" y="1451636"/>
                </a:cubicBezTo>
                <a:cubicBezTo>
                  <a:pt x="6585588" y="1451345"/>
                  <a:pt x="6543541" y="1437752"/>
                  <a:pt x="6508358" y="1412704"/>
                </a:cubicBezTo>
                <a:cubicBezTo>
                  <a:pt x="6484819" y="1393328"/>
                  <a:pt x="6496950" y="1378661"/>
                  <a:pt x="6535882" y="1379205"/>
                </a:cubicBezTo>
                <a:close/>
                <a:moveTo>
                  <a:pt x="3013741" y="1375764"/>
                </a:moveTo>
                <a:cubicBezTo>
                  <a:pt x="3057743" y="1377032"/>
                  <a:pt x="3086172" y="1399485"/>
                  <a:pt x="3072229" y="1423388"/>
                </a:cubicBezTo>
                <a:cubicBezTo>
                  <a:pt x="3058287" y="1447290"/>
                  <a:pt x="3001971" y="1470285"/>
                  <a:pt x="2955796" y="1468656"/>
                </a:cubicBezTo>
                <a:cubicBezTo>
                  <a:pt x="2909623" y="1467027"/>
                  <a:pt x="2881916" y="1443305"/>
                  <a:pt x="2898758" y="1418859"/>
                </a:cubicBezTo>
                <a:cubicBezTo>
                  <a:pt x="2915598" y="1394596"/>
                  <a:pt x="2969740" y="1374496"/>
                  <a:pt x="3013741" y="1375764"/>
                </a:cubicBezTo>
                <a:close/>
                <a:moveTo>
                  <a:pt x="2705026" y="1366529"/>
                </a:moveTo>
                <a:cubicBezTo>
                  <a:pt x="2752290" y="1367433"/>
                  <a:pt x="2771299" y="1385180"/>
                  <a:pt x="2753554" y="1410531"/>
                </a:cubicBezTo>
                <a:cubicBezTo>
                  <a:pt x="2735447" y="1436062"/>
                  <a:pt x="2689093" y="1453806"/>
                  <a:pt x="2639474" y="1453626"/>
                </a:cubicBezTo>
                <a:cubicBezTo>
                  <a:pt x="2589861" y="1453445"/>
                  <a:pt x="2568132" y="1433526"/>
                  <a:pt x="2590762" y="1406185"/>
                </a:cubicBezTo>
                <a:cubicBezTo>
                  <a:pt x="2613399" y="1378842"/>
                  <a:pt x="2657764" y="1365624"/>
                  <a:pt x="2705026" y="1366529"/>
                </a:cubicBezTo>
                <a:close/>
                <a:moveTo>
                  <a:pt x="6192017" y="1363449"/>
                </a:moveTo>
                <a:cubicBezTo>
                  <a:pt x="6234896" y="1365202"/>
                  <a:pt x="6276374" y="1379216"/>
                  <a:pt x="6311529" y="1403830"/>
                </a:cubicBezTo>
                <a:cubicBezTo>
                  <a:pt x="6335070" y="1425015"/>
                  <a:pt x="6320220" y="1444391"/>
                  <a:pt x="6279478" y="1444391"/>
                </a:cubicBezTo>
                <a:cubicBezTo>
                  <a:pt x="6238736" y="1444391"/>
                  <a:pt x="6174272" y="1422481"/>
                  <a:pt x="6153992" y="1400932"/>
                </a:cubicBezTo>
                <a:cubicBezTo>
                  <a:pt x="6133711" y="1379384"/>
                  <a:pt x="6152724" y="1362544"/>
                  <a:pt x="6192017" y="1363449"/>
                </a:cubicBezTo>
                <a:close/>
                <a:moveTo>
                  <a:pt x="2397740" y="1350233"/>
                </a:moveTo>
                <a:cubicBezTo>
                  <a:pt x="2444637" y="1349326"/>
                  <a:pt x="2466366" y="1365985"/>
                  <a:pt x="2447898" y="1389887"/>
                </a:cubicBezTo>
                <a:cubicBezTo>
                  <a:pt x="2429788" y="1414697"/>
                  <a:pt x="2379087" y="1433709"/>
                  <a:pt x="2330918" y="1433890"/>
                </a:cubicBezTo>
                <a:cubicBezTo>
                  <a:pt x="2282754" y="1434070"/>
                  <a:pt x="2263924" y="1415782"/>
                  <a:pt x="2286376" y="1390975"/>
                </a:cubicBezTo>
                <a:cubicBezTo>
                  <a:pt x="2308829" y="1366168"/>
                  <a:pt x="2353737" y="1351138"/>
                  <a:pt x="2397740" y="1350233"/>
                </a:cubicBezTo>
                <a:close/>
                <a:moveTo>
                  <a:pt x="5864267" y="1344980"/>
                </a:moveTo>
                <a:cubicBezTo>
                  <a:pt x="5911708" y="1346429"/>
                  <a:pt x="5957159" y="1363812"/>
                  <a:pt x="5978525" y="1386629"/>
                </a:cubicBezTo>
                <a:cubicBezTo>
                  <a:pt x="6000435" y="1409988"/>
                  <a:pt x="5983415" y="1427552"/>
                  <a:pt x="5938145" y="1427552"/>
                </a:cubicBezTo>
                <a:cubicBezTo>
                  <a:pt x="5892876" y="1427552"/>
                  <a:pt x="5837829" y="1408539"/>
                  <a:pt x="5816824" y="1383912"/>
                </a:cubicBezTo>
                <a:cubicBezTo>
                  <a:pt x="5795819" y="1359286"/>
                  <a:pt x="5816824" y="1343531"/>
                  <a:pt x="5864267" y="1344980"/>
                </a:cubicBezTo>
                <a:close/>
                <a:moveTo>
                  <a:pt x="2101130" y="1340273"/>
                </a:moveTo>
                <a:cubicBezTo>
                  <a:pt x="2142056" y="1340273"/>
                  <a:pt x="2159798" y="1359829"/>
                  <a:pt x="2137349" y="1381015"/>
                </a:cubicBezTo>
                <a:cubicBezTo>
                  <a:pt x="2103211" y="1405921"/>
                  <a:pt x="2062253" y="1419704"/>
                  <a:pt x="2020008" y="1420491"/>
                </a:cubicBezTo>
                <a:cubicBezTo>
                  <a:pt x="1977456" y="1420491"/>
                  <a:pt x="1961156" y="1399666"/>
                  <a:pt x="1985784" y="1378118"/>
                </a:cubicBezTo>
                <a:cubicBezTo>
                  <a:pt x="2019679" y="1354455"/>
                  <a:pt x="2059808" y="1341292"/>
                  <a:pt x="2101130" y="1340273"/>
                </a:cubicBezTo>
                <a:close/>
                <a:moveTo>
                  <a:pt x="5535972" y="1330857"/>
                </a:moveTo>
                <a:cubicBezTo>
                  <a:pt x="5580335" y="1330857"/>
                  <a:pt x="5636651" y="1348965"/>
                  <a:pt x="5656570" y="1373410"/>
                </a:cubicBezTo>
                <a:cubicBezTo>
                  <a:pt x="5676488" y="1397856"/>
                  <a:pt x="5656570" y="1416869"/>
                  <a:pt x="5612205" y="1418318"/>
                </a:cubicBezTo>
                <a:cubicBezTo>
                  <a:pt x="5567841" y="1419766"/>
                  <a:pt x="5508629" y="1400210"/>
                  <a:pt x="5488348" y="1375403"/>
                </a:cubicBezTo>
                <a:cubicBezTo>
                  <a:pt x="5468067" y="1350594"/>
                  <a:pt x="5491428" y="1331581"/>
                  <a:pt x="5535972" y="1330857"/>
                </a:cubicBezTo>
                <a:close/>
                <a:moveTo>
                  <a:pt x="1807241" y="1325785"/>
                </a:moveTo>
                <a:cubicBezTo>
                  <a:pt x="1847260" y="1324700"/>
                  <a:pt x="1862471" y="1341359"/>
                  <a:pt x="1839837" y="1361820"/>
                </a:cubicBezTo>
                <a:cubicBezTo>
                  <a:pt x="1804763" y="1386382"/>
                  <a:pt x="1763132" y="1399878"/>
                  <a:pt x="1720323" y="1400572"/>
                </a:cubicBezTo>
                <a:cubicBezTo>
                  <a:pt x="1681756" y="1400572"/>
                  <a:pt x="1668537" y="1383730"/>
                  <a:pt x="1690445" y="1364356"/>
                </a:cubicBezTo>
                <a:cubicBezTo>
                  <a:pt x="1724759" y="1340347"/>
                  <a:pt x="1765376" y="1326937"/>
                  <a:pt x="1807241" y="1325785"/>
                </a:cubicBezTo>
                <a:close/>
                <a:moveTo>
                  <a:pt x="1503393" y="1316915"/>
                </a:moveTo>
                <a:cubicBezTo>
                  <a:pt x="1539244" y="1317639"/>
                  <a:pt x="1549206" y="1331945"/>
                  <a:pt x="1524762" y="1350596"/>
                </a:cubicBezTo>
                <a:cubicBezTo>
                  <a:pt x="1491390" y="1372308"/>
                  <a:pt x="1452655" y="1384342"/>
                  <a:pt x="1412856" y="1385363"/>
                </a:cubicBezTo>
                <a:cubicBezTo>
                  <a:pt x="1372292" y="1385363"/>
                  <a:pt x="1363421" y="1369789"/>
                  <a:pt x="1392394" y="1349147"/>
                </a:cubicBezTo>
                <a:cubicBezTo>
                  <a:pt x="1425873" y="1328726"/>
                  <a:pt x="1464188" y="1317599"/>
                  <a:pt x="1503393" y="1316915"/>
                </a:cubicBezTo>
                <a:close/>
                <a:moveTo>
                  <a:pt x="5220534" y="1312568"/>
                </a:moveTo>
                <a:cubicBezTo>
                  <a:pt x="5266529" y="1313110"/>
                  <a:pt x="5316867" y="1332486"/>
                  <a:pt x="5333707" y="1355120"/>
                </a:cubicBezTo>
                <a:cubicBezTo>
                  <a:pt x="5350549" y="1377756"/>
                  <a:pt x="5324654" y="1402019"/>
                  <a:pt x="5276669" y="1402563"/>
                </a:cubicBezTo>
                <a:cubicBezTo>
                  <a:pt x="5229045" y="1402563"/>
                  <a:pt x="5172549" y="1380653"/>
                  <a:pt x="5158607" y="1356388"/>
                </a:cubicBezTo>
                <a:cubicBezTo>
                  <a:pt x="5144662" y="1332124"/>
                  <a:pt x="5174541" y="1312025"/>
                  <a:pt x="5220534" y="1312568"/>
                </a:cubicBezTo>
                <a:close/>
                <a:moveTo>
                  <a:pt x="7991021" y="1306050"/>
                </a:moveTo>
                <a:cubicBezTo>
                  <a:pt x="8015304" y="1307253"/>
                  <a:pt x="8039097" y="1313414"/>
                  <a:pt x="8060918" y="1324157"/>
                </a:cubicBezTo>
                <a:cubicBezTo>
                  <a:pt x="8082647" y="1334478"/>
                  <a:pt x="8083008" y="1341180"/>
                  <a:pt x="8060918" y="1340997"/>
                </a:cubicBezTo>
                <a:cubicBezTo>
                  <a:pt x="8036400" y="1339757"/>
                  <a:pt x="8012389" y="1333598"/>
                  <a:pt x="7990297" y="1322889"/>
                </a:cubicBezTo>
                <a:cubicBezTo>
                  <a:pt x="7969836" y="1312205"/>
                  <a:pt x="7969836" y="1305869"/>
                  <a:pt x="7991021" y="1306050"/>
                </a:cubicBezTo>
                <a:close/>
                <a:moveTo>
                  <a:pt x="1220910" y="1304058"/>
                </a:moveTo>
                <a:cubicBezTo>
                  <a:pt x="1252054" y="1304058"/>
                  <a:pt x="1257127" y="1321080"/>
                  <a:pt x="1229060" y="1337196"/>
                </a:cubicBezTo>
                <a:cubicBezTo>
                  <a:pt x="1195957" y="1354697"/>
                  <a:pt x="1159290" y="1364360"/>
                  <a:pt x="1121861" y="1365444"/>
                </a:cubicBezTo>
                <a:cubicBezTo>
                  <a:pt x="1089631" y="1364539"/>
                  <a:pt x="1086732" y="1347336"/>
                  <a:pt x="1115342" y="1331220"/>
                </a:cubicBezTo>
                <a:cubicBezTo>
                  <a:pt x="1148115" y="1314563"/>
                  <a:pt x="1184154" y="1305292"/>
                  <a:pt x="1220910" y="1304058"/>
                </a:cubicBezTo>
                <a:close/>
                <a:moveTo>
                  <a:pt x="4914333" y="1300978"/>
                </a:moveTo>
                <a:cubicBezTo>
                  <a:pt x="4962499" y="1302426"/>
                  <a:pt x="5007769" y="1322163"/>
                  <a:pt x="5019176" y="1346609"/>
                </a:cubicBezTo>
                <a:cubicBezTo>
                  <a:pt x="5031308" y="1372865"/>
                  <a:pt x="4999078" y="1392965"/>
                  <a:pt x="4945478" y="1391517"/>
                </a:cubicBezTo>
                <a:cubicBezTo>
                  <a:pt x="4894957" y="1390068"/>
                  <a:pt x="4849326" y="1369063"/>
                  <a:pt x="4839910" y="1343712"/>
                </a:cubicBezTo>
                <a:cubicBezTo>
                  <a:pt x="4830494" y="1318361"/>
                  <a:pt x="4862907" y="1299710"/>
                  <a:pt x="4914333" y="1300978"/>
                </a:cubicBezTo>
                <a:close/>
                <a:moveTo>
                  <a:pt x="925031" y="1295908"/>
                </a:moveTo>
                <a:cubicBezTo>
                  <a:pt x="955453" y="1295366"/>
                  <a:pt x="961429" y="1307497"/>
                  <a:pt x="937708" y="1322164"/>
                </a:cubicBezTo>
                <a:cubicBezTo>
                  <a:pt x="906416" y="1339287"/>
                  <a:pt x="871576" y="1348954"/>
                  <a:pt x="835941" y="1350414"/>
                </a:cubicBezTo>
                <a:cubicBezTo>
                  <a:pt x="805882" y="1350414"/>
                  <a:pt x="803165" y="1337013"/>
                  <a:pt x="829603" y="1321983"/>
                </a:cubicBezTo>
                <a:cubicBezTo>
                  <a:pt x="859281" y="1306835"/>
                  <a:pt x="891768" y="1297959"/>
                  <a:pt x="925031" y="1295908"/>
                </a:cubicBezTo>
                <a:close/>
                <a:moveTo>
                  <a:pt x="7655306" y="1290113"/>
                </a:moveTo>
                <a:cubicBezTo>
                  <a:pt x="7685383" y="1291223"/>
                  <a:pt x="7714897" y="1298496"/>
                  <a:pt x="7742040" y="1311481"/>
                </a:cubicBezTo>
                <a:cubicBezTo>
                  <a:pt x="7768116" y="1324518"/>
                  <a:pt x="7768840" y="1334115"/>
                  <a:pt x="7743489" y="1334476"/>
                </a:cubicBezTo>
                <a:cubicBezTo>
                  <a:pt x="7712887" y="1333415"/>
                  <a:pt x="7682846" y="1325951"/>
                  <a:pt x="7655306" y="1312566"/>
                </a:cubicBezTo>
                <a:cubicBezTo>
                  <a:pt x="7630135" y="1299892"/>
                  <a:pt x="7630135" y="1290476"/>
                  <a:pt x="7655306" y="1290113"/>
                </a:cubicBezTo>
                <a:close/>
                <a:moveTo>
                  <a:pt x="4601250" y="1284138"/>
                </a:moveTo>
                <a:cubicBezTo>
                  <a:pt x="4651771" y="1284138"/>
                  <a:pt x="4694867" y="1302246"/>
                  <a:pt x="4704463" y="1327777"/>
                </a:cubicBezTo>
                <a:cubicBezTo>
                  <a:pt x="4714062" y="1353310"/>
                  <a:pt x="4681829" y="1376488"/>
                  <a:pt x="4625696" y="1374857"/>
                </a:cubicBezTo>
                <a:cubicBezTo>
                  <a:pt x="4573002" y="1374857"/>
                  <a:pt x="4530268" y="1354035"/>
                  <a:pt x="4524293" y="1327596"/>
                </a:cubicBezTo>
                <a:cubicBezTo>
                  <a:pt x="4518316" y="1301160"/>
                  <a:pt x="4550549" y="1284138"/>
                  <a:pt x="4601250" y="1284138"/>
                </a:cubicBezTo>
                <a:close/>
                <a:moveTo>
                  <a:pt x="649429" y="1283777"/>
                </a:moveTo>
                <a:cubicBezTo>
                  <a:pt x="675142" y="1283777"/>
                  <a:pt x="677497" y="1292288"/>
                  <a:pt x="655042" y="1305325"/>
                </a:cubicBezTo>
                <a:cubicBezTo>
                  <a:pt x="627337" y="1320507"/>
                  <a:pt x="596447" y="1328942"/>
                  <a:pt x="564865" y="1329952"/>
                </a:cubicBezTo>
                <a:cubicBezTo>
                  <a:pt x="534806" y="1329952"/>
                  <a:pt x="532996" y="1321079"/>
                  <a:pt x="559796" y="1306593"/>
                </a:cubicBezTo>
                <a:cubicBezTo>
                  <a:pt x="587519" y="1292172"/>
                  <a:pt x="618193" y="1284364"/>
                  <a:pt x="649429" y="1283777"/>
                </a:cubicBezTo>
                <a:close/>
                <a:moveTo>
                  <a:pt x="367303" y="1276351"/>
                </a:moveTo>
                <a:cubicBezTo>
                  <a:pt x="382875" y="1277619"/>
                  <a:pt x="381065" y="1287579"/>
                  <a:pt x="363499" y="1296271"/>
                </a:cubicBezTo>
                <a:cubicBezTo>
                  <a:pt x="337606" y="1307650"/>
                  <a:pt x="309883" y="1314335"/>
                  <a:pt x="281651" y="1316008"/>
                </a:cubicBezTo>
                <a:cubicBezTo>
                  <a:pt x="262638" y="1316008"/>
                  <a:pt x="265175" y="1304056"/>
                  <a:pt x="286541" y="1294459"/>
                </a:cubicBezTo>
                <a:cubicBezTo>
                  <a:pt x="312164" y="1283661"/>
                  <a:pt x="339524" y="1277528"/>
                  <a:pt x="367303" y="1276351"/>
                </a:cubicBezTo>
                <a:close/>
                <a:moveTo>
                  <a:pt x="4288710" y="1273093"/>
                </a:moveTo>
                <a:cubicBezTo>
                  <a:pt x="4340860" y="1273093"/>
                  <a:pt x="4382146" y="1291201"/>
                  <a:pt x="4385767" y="1318724"/>
                </a:cubicBezTo>
                <a:cubicBezTo>
                  <a:pt x="4389389" y="1346248"/>
                  <a:pt x="4354078" y="1363995"/>
                  <a:pt x="4301384" y="1363995"/>
                </a:cubicBezTo>
                <a:cubicBezTo>
                  <a:pt x="4248692" y="1363995"/>
                  <a:pt x="4205233" y="1343532"/>
                  <a:pt x="4203965" y="1316190"/>
                </a:cubicBezTo>
                <a:cubicBezTo>
                  <a:pt x="4202697" y="1288847"/>
                  <a:pt x="4238552" y="1273093"/>
                  <a:pt x="4288710" y="1273093"/>
                </a:cubicBezTo>
                <a:close/>
                <a:moveTo>
                  <a:pt x="7322665" y="1269832"/>
                </a:moveTo>
                <a:cubicBezTo>
                  <a:pt x="7356092" y="1272273"/>
                  <a:pt x="7388722" y="1281321"/>
                  <a:pt x="7418635" y="1296451"/>
                </a:cubicBezTo>
                <a:cubicBezTo>
                  <a:pt x="7445254" y="1311118"/>
                  <a:pt x="7441271" y="1323431"/>
                  <a:pt x="7410487" y="1322165"/>
                </a:cubicBezTo>
                <a:cubicBezTo>
                  <a:pt x="7374525" y="1320319"/>
                  <a:pt x="7339378" y="1310747"/>
                  <a:pt x="7307455" y="1294098"/>
                </a:cubicBezTo>
                <a:cubicBezTo>
                  <a:pt x="7284277" y="1279611"/>
                  <a:pt x="7291520" y="1268384"/>
                  <a:pt x="7322665" y="1269832"/>
                </a:cubicBezTo>
                <a:close/>
                <a:moveTo>
                  <a:pt x="78115" y="1264762"/>
                </a:moveTo>
                <a:cubicBezTo>
                  <a:pt x="94957" y="1264762"/>
                  <a:pt x="96223" y="1271100"/>
                  <a:pt x="79022" y="1279067"/>
                </a:cubicBezTo>
                <a:cubicBezTo>
                  <a:pt x="57293" y="1288930"/>
                  <a:pt x="33879" y="1294525"/>
                  <a:pt x="10030" y="1295546"/>
                </a:cubicBezTo>
                <a:cubicBezTo>
                  <a:pt x="-5180" y="1295546"/>
                  <a:pt x="-2825" y="1287759"/>
                  <a:pt x="15282" y="1279611"/>
                </a:cubicBezTo>
                <a:cubicBezTo>
                  <a:pt x="35237" y="1271146"/>
                  <a:pt x="56477" y="1266125"/>
                  <a:pt x="78115" y="1264762"/>
                </a:cubicBezTo>
                <a:close/>
                <a:moveTo>
                  <a:pt x="3992466" y="1256434"/>
                </a:moveTo>
                <a:cubicBezTo>
                  <a:pt x="4041176" y="1256434"/>
                  <a:pt x="4083005" y="1277619"/>
                  <a:pt x="4083005" y="1301882"/>
                </a:cubicBezTo>
                <a:cubicBezTo>
                  <a:pt x="4083005" y="1326148"/>
                  <a:pt x="4038459" y="1348782"/>
                  <a:pt x="3987757" y="1348238"/>
                </a:cubicBezTo>
                <a:cubicBezTo>
                  <a:pt x="3937056" y="1347696"/>
                  <a:pt x="3895046" y="1325423"/>
                  <a:pt x="3897219" y="1300616"/>
                </a:cubicBezTo>
                <a:cubicBezTo>
                  <a:pt x="3899392" y="1275807"/>
                  <a:pt x="3944118" y="1256070"/>
                  <a:pt x="3992466" y="1256434"/>
                </a:cubicBezTo>
                <a:close/>
                <a:moveTo>
                  <a:pt x="6984956" y="1255890"/>
                </a:moveTo>
                <a:cubicBezTo>
                  <a:pt x="7023309" y="1257563"/>
                  <a:pt x="7060846" y="1267443"/>
                  <a:pt x="7095052" y="1284862"/>
                </a:cubicBezTo>
                <a:cubicBezTo>
                  <a:pt x="7121127" y="1300253"/>
                  <a:pt x="7115874" y="1315826"/>
                  <a:pt x="7083824" y="1315646"/>
                </a:cubicBezTo>
                <a:cubicBezTo>
                  <a:pt x="7046631" y="1313511"/>
                  <a:pt x="7010271" y="1303774"/>
                  <a:pt x="6976989" y="1287035"/>
                </a:cubicBezTo>
                <a:cubicBezTo>
                  <a:pt x="6951094" y="1272188"/>
                  <a:pt x="6955440" y="1256614"/>
                  <a:pt x="6984956" y="1255890"/>
                </a:cubicBezTo>
                <a:close/>
                <a:moveTo>
                  <a:pt x="3698758" y="1246293"/>
                </a:moveTo>
                <a:cubicBezTo>
                  <a:pt x="3745838" y="1246837"/>
                  <a:pt x="3785314" y="1267842"/>
                  <a:pt x="3780968" y="1291200"/>
                </a:cubicBezTo>
                <a:cubicBezTo>
                  <a:pt x="3776622" y="1314559"/>
                  <a:pt x="3729179" y="1337556"/>
                  <a:pt x="3678841" y="1337012"/>
                </a:cubicBezTo>
                <a:cubicBezTo>
                  <a:pt x="3628139" y="1337012"/>
                  <a:pt x="3590475" y="1314378"/>
                  <a:pt x="3597355" y="1289932"/>
                </a:cubicBezTo>
                <a:cubicBezTo>
                  <a:pt x="3604237" y="1265486"/>
                  <a:pt x="3651678" y="1245750"/>
                  <a:pt x="3698758" y="1246293"/>
                </a:cubicBezTo>
                <a:close/>
                <a:moveTo>
                  <a:pt x="6665897" y="1238326"/>
                </a:moveTo>
                <a:cubicBezTo>
                  <a:pt x="6705570" y="1238822"/>
                  <a:pt x="6744375" y="1249884"/>
                  <a:pt x="6778345" y="1270376"/>
                </a:cubicBezTo>
                <a:cubicBezTo>
                  <a:pt x="6806049" y="1289028"/>
                  <a:pt x="6797177" y="1302789"/>
                  <a:pt x="6756796" y="1302065"/>
                </a:cubicBezTo>
                <a:cubicBezTo>
                  <a:pt x="6716687" y="1301305"/>
                  <a:pt x="6677594" y="1289459"/>
                  <a:pt x="6643804" y="1267842"/>
                </a:cubicBezTo>
                <a:cubicBezTo>
                  <a:pt x="6620807" y="1249734"/>
                  <a:pt x="6630223" y="1238326"/>
                  <a:pt x="6665897" y="1238326"/>
                </a:cubicBezTo>
                <a:close/>
                <a:moveTo>
                  <a:pt x="3407768" y="1231627"/>
                </a:moveTo>
                <a:cubicBezTo>
                  <a:pt x="3455572" y="1231627"/>
                  <a:pt x="3491244" y="1249735"/>
                  <a:pt x="3484906" y="1274180"/>
                </a:cubicBezTo>
                <a:cubicBezTo>
                  <a:pt x="3478568" y="1298263"/>
                  <a:pt x="3429315" y="1319993"/>
                  <a:pt x="3378796" y="1320536"/>
                </a:cubicBezTo>
                <a:cubicBezTo>
                  <a:pt x="3328274" y="1321080"/>
                  <a:pt x="3293327" y="1299712"/>
                  <a:pt x="3302199" y="1275448"/>
                </a:cubicBezTo>
                <a:cubicBezTo>
                  <a:pt x="3311071" y="1251183"/>
                  <a:pt x="3359963" y="1231627"/>
                  <a:pt x="3407768" y="1231627"/>
                </a:cubicBezTo>
                <a:close/>
                <a:moveTo>
                  <a:pt x="6360599" y="1224564"/>
                </a:moveTo>
                <a:cubicBezTo>
                  <a:pt x="6400799" y="1225832"/>
                  <a:pt x="6458020" y="1244120"/>
                  <a:pt x="6478481" y="1262591"/>
                </a:cubicBezTo>
                <a:cubicBezTo>
                  <a:pt x="6498942" y="1281060"/>
                  <a:pt x="6482283" y="1296453"/>
                  <a:pt x="6443534" y="1295185"/>
                </a:cubicBezTo>
                <a:cubicBezTo>
                  <a:pt x="6402067" y="1293917"/>
                  <a:pt x="6343578" y="1274723"/>
                  <a:pt x="6324383" y="1256072"/>
                </a:cubicBezTo>
                <a:cubicBezTo>
                  <a:pt x="6305190" y="1237421"/>
                  <a:pt x="6322754" y="1223478"/>
                  <a:pt x="6360599" y="1224564"/>
                </a:cubicBezTo>
                <a:close/>
                <a:moveTo>
                  <a:pt x="3124562" y="1223115"/>
                </a:moveTo>
                <a:cubicBezTo>
                  <a:pt x="3172908" y="1223115"/>
                  <a:pt x="3199708" y="1241223"/>
                  <a:pt x="3188301" y="1264764"/>
                </a:cubicBezTo>
                <a:cubicBezTo>
                  <a:pt x="3176893" y="1288303"/>
                  <a:pt x="3127640" y="1308766"/>
                  <a:pt x="3074402" y="1307679"/>
                </a:cubicBezTo>
                <a:cubicBezTo>
                  <a:pt x="3024607" y="1307679"/>
                  <a:pt x="2999981" y="1287579"/>
                  <a:pt x="3015191" y="1262772"/>
                </a:cubicBezTo>
                <a:cubicBezTo>
                  <a:pt x="3030402" y="1237964"/>
                  <a:pt x="3074765" y="1222573"/>
                  <a:pt x="3124562" y="1223115"/>
                </a:cubicBezTo>
                <a:close/>
                <a:moveTo>
                  <a:pt x="2834494" y="1213880"/>
                </a:moveTo>
                <a:cubicBezTo>
                  <a:pt x="2880288" y="1213155"/>
                  <a:pt x="2909985" y="1229995"/>
                  <a:pt x="2896404" y="1253173"/>
                </a:cubicBezTo>
                <a:cubicBezTo>
                  <a:pt x="2882098" y="1277256"/>
                  <a:pt x="2832864" y="1296088"/>
                  <a:pt x="2782707" y="1296271"/>
                </a:cubicBezTo>
                <a:cubicBezTo>
                  <a:pt x="2732549" y="1296451"/>
                  <a:pt x="2708104" y="1278163"/>
                  <a:pt x="2725848" y="1253717"/>
                </a:cubicBezTo>
                <a:cubicBezTo>
                  <a:pt x="2743594" y="1229271"/>
                  <a:pt x="2788683" y="1214604"/>
                  <a:pt x="2834494" y="1213880"/>
                </a:cubicBezTo>
                <a:close/>
                <a:moveTo>
                  <a:pt x="6052044" y="1213519"/>
                </a:moveTo>
                <a:cubicBezTo>
                  <a:pt x="6093586" y="1212669"/>
                  <a:pt x="6134336" y="1224963"/>
                  <a:pt x="6168475" y="1248647"/>
                </a:cubicBezTo>
                <a:cubicBezTo>
                  <a:pt x="6194370" y="1270376"/>
                  <a:pt x="6181152" y="1285949"/>
                  <a:pt x="6136425" y="1285949"/>
                </a:cubicBezTo>
                <a:cubicBezTo>
                  <a:pt x="6094097" y="1287238"/>
                  <a:pt x="6052529" y="1274507"/>
                  <a:pt x="6018182" y="1249734"/>
                </a:cubicBezTo>
                <a:cubicBezTo>
                  <a:pt x="5994823" y="1228729"/>
                  <a:pt x="6008946" y="1213519"/>
                  <a:pt x="6052044" y="1213519"/>
                </a:cubicBezTo>
                <a:close/>
                <a:moveTo>
                  <a:pt x="2551654" y="1200119"/>
                </a:moveTo>
                <a:cubicBezTo>
                  <a:pt x="2595656" y="1200480"/>
                  <a:pt x="2618110" y="1218226"/>
                  <a:pt x="2600545" y="1239412"/>
                </a:cubicBezTo>
                <a:cubicBezTo>
                  <a:pt x="2582979" y="1260598"/>
                  <a:pt x="2528112" y="1279973"/>
                  <a:pt x="2482481" y="1279793"/>
                </a:cubicBezTo>
                <a:cubicBezTo>
                  <a:pt x="2436849" y="1279612"/>
                  <a:pt x="2415119" y="1260598"/>
                  <a:pt x="2435219" y="1238507"/>
                </a:cubicBezTo>
                <a:cubicBezTo>
                  <a:pt x="2454777" y="1217139"/>
                  <a:pt x="2507651" y="1199755"/>
                  <a:pt x="2551654" y="1200119"/>
                </a:cubicBezTo>
                <a:close/>
                <a:moveTo>
                  <a:pt x="5743669" y="1195411"/>
                </a:moveTo>
                <a:cubicBezTo>
                  <a:pt x="5783867" y="1194324"/>
                  <a:pt x="5843261" y="1212251"/>
                  <a:pt x="5865714" y="1232893"/>
                </a:cubicBezTo>
                <a:cubicBezTo>
                  <a:pt x="5888531" y="1254081"/>
                  <a:pt x="5869155" y="1273998"/>
                  <a:pt x="5824429" y="1274179"/>
                </a:cubicBezTo>
                <a:cubicBezTo>
                  <a:pt x="5779702" y="1274361"/>
                  <a:pt x="5721215" y="1254986"/>
                  <a:pt x="5701839" y="1233800"/>
                </a:cubicBezTo>
                <a:cubicBezTo>
                  <a:pt x="5682464" y="1212612"/>
                  <a:pt x="5703469" y="1196497"/>
                  <a:pt x="5743669" y="1195411"/>
                </a:cubicBezTo>
                <a:close/>
                <a:moveTo>
                  <a:pt x="2273519" y="1191970"/>
                </a:moveTo>
                <a:cubicBezTo>
                  <a:pt x="2314440" y="1191970"/>
                  <a:pt x="2333455" y="1210078"/>
                  <a:pt x="2313535" y="1229634"/>
                </a:cubicBezTo>
                <a:cubicBezTo>
                  <a:pt x="2293613" y="1249190"/>
                  <a:pt x="2237299" y="1267840"/>
                  <a:pt x="2194748" y="1267840"/>
                </a:cubicBezTo>
                <a:cubicBezTo>
                  <a:pt x="2152194" y="1267840"/>
                  <a:pt x="2134449" y="1248647"/>
                  <a:pt x="2156539" y="1228547"/>
                </a:cubicBezTo>
                <a:cubicBezTo>
                  <a:pt x="2178634" y="1208447"/>
                  <a:pt x="2233499" y="1191426"/>
                  <a:pt x="2273519" y="1191970"/>
                </a:cubicBezTo>
                <a:close/>
                <a:moveTo>
                  <a:pt x="5454668" y="1184907"/>
                </a:moveTo>
                <a:cubicBezTo>
                  <a:pt x="5502473" y="1184907"/>
                  <a:pt x="5551726" y="1203015"/>
                  <a:pt x="5570015" y="1225649"/>
                </a:cubicBezTo>
                <a:cubicBezTo>
                  <a:pt x="5588303" y="1248285"/>
                  <a:pt x="5564039" y="1266030"/>
                  <a:pt x="5513157" y="1264944"/>
                </a:cubicBezTo>
                <a:cubicBezTo>
                  <a:pt x="5465170" y="1264944"/>
                  <a:pt x="5417004" y="1246837"/>
                  <a:pt x="5400165" y="1223839"/>
                </a:cubicBezTo>
                <a:cubicBezTo>
                  <a:pt x="5383323" y="1200842"/>
                  <a:pt x="5406140" y="1184546"/>
                  <a:pt x="5454668" y="1184907"/>
                </a:cubicBezTo>
                <a:close/>
                <a:moveTo>
                  <a:pt x="8041542" y="1180742"/>
                </a:moveTo>
                <a:cubicBezTo>
                  <a:pt x="8062366" y="1182316"/>
                  <a:pt x="8082792" y="1187271"/>
                  <a:pt x="8102023" y="1195411"/>
                </a:cubicBezTo>
                <a:cubicBezTo>
                  <a:pt x="8118500" y="1202654"/>
                  <a:pt x="8120131" y="1208991"/>
                  <a:pt x="8104196" y="1208991"/>
                </a:cubicBezTo>
                <a:cubicBezTo>
                  <a:pt x="8083299" y="1207896"/>
                  <a:pt x="8062728" y="1203307"/>
                  <a:pt x="8043354" y="1195411"/>
                </a:cubicBezTo>
                <a:cubicBezTo>
                  <a:pt x="8023615" y="1187261"/>
                  <a:pt x="8022891" y="1180200"/>
                  <a:pt x="8041542" y="1180742"/>
                </a:cubicBezTo>
                <a:close/>
                <a:moveTo>
                  <a:pt x="2001900" y="1180201"/>
                </a:moveTo>
                <a:cubicBezTo>
                  <a:pt x="2044274" y="1180381"/>
                  <a:pt x="2057854" y="1195411"/>
                  <a:pt x="2033951" y="1215148"/>
                </a:cubicBezTo>
                <a:cubicBezTo>
                  <a:pt x="1999513" y="1238989"/>
                  <a:pt x="1958295" y="1251114"/>
                  <a:pt x="1916428" y="1249734"/>
                </a:cubicBezTo>
                <a:cubicBezTo>
                  <a:pt x="1873697" y="1249734"/>
                  <a:pt x="1863014" y="1232895"/>
                  <a:pt x="1890535" y="1212070"/>
                </a:cubicBezTo>
                <a:cubicBezTo>
                  <a:pt x="1923729" y="1190740"/>
                  <a:pt x="1962462" y="1179655"/>
                  <a:pt x="2001900" y="1180201"/>
                </a:cubicBezTo>
                <a:close/>
                <a:moveTo>
                  <a:pt x="1732095" y="1172053"/>
                </a:moveTo>
                <a:cubicBezTo>
                  <a:pt x="1766498" y="1172777"/>
                  <a:pt x="1777725" y="1188168"/>
                  <a:pt x="1755997" y="1204827"/>
                </a:cubicBezTo>
                <a:cubicBezTo>
                  <a:pt x="1720163" y="1226393"/>
                  <a:pt x="1679216" y="1238018"/>
                  <a:pt x="1637389" y="1238509"/>
                </a:cubicBezTo>
                <a:cubicBezTo>
                  <a:pt x="1601172" y="1237421"/>
                  <a:pt x="1591758" y="1220401"/>
                  <a:pt x="1615477" y="1204286"/>
                </a:cubicBezTo>
                <a:cubicBezTo>
                  <a:pt x="1650954" y="1183733"/>
                  <a:pt x="1691099" y="1172634"/>
                  <a:pt x="1732095" y="1172053"/>
                </a:cubicBezTo>
                <a:close/>
                <a:moveTo>
                  <a:pt x="5147200" y="1168611"/>
                </a:moveTo>
                <a:cubicBezTo>
                  <a:pt x="5193193" y="1168248"/>
                  <a:pt x="5246791" y="1186900"/>
                  <a:pt x="5262909" y="1208810"/>
                </a:cubicBezTo>
                <a:cubicBezTo>
                  <a:pt x="5279385" y="1231626"/>
                  <a:pt x="5251320" y="1251907"/>
                  <a:pt x="5203333" y="1252268"/>
                </a:cubicBezTo>
                <a:cubicBezTo>
                  <a:pt x="5155348" y="1252631"/>
                  <a:pt x="5100481" y="1232531"/>
                  <a:pt x="5086177" y="1209897"/>
                </a:cubicBezTo>
                <a:cubicBezTo>
                  <a:pt x="5071872" y="1187261"/>
                  <a:pt x="5101205" y="1168973"/>
                  <a:pt x="5147200" y="1168611"/>
                </a:cubicBezTo>
                <a:close/>
                <a:moveTo>
                  <a:pt x="7706550" y="1163360"/>
                </a:moveTo>
                <a:cubicBezTo>
                  <a:pt x="7733094" y="1164431"/>
                  <a:pt x="7759242" y="1170065"/>
                  <a:pt x="7783868" y="1180019"/>
                </a:cubicBezTo>
                <a:cubicBezTo>
                  <a:pt x="7807228" y="1190521"/>
                  <a:pt x="7807409" y="1199756"/>
                  <a:pt x="7783868" y="1199576"/>
                </a:cubicBezTo>
                <a:cubicBezTo>
                  <a:pt x="7757251" y="1198004"/>
                  <a:pt x="7731104" y="1191878"/>
                  <a:pt x="7706550" y="1181468"/>
                </a:cubicBezTo>
                <a:cubicBezTo>
                  <a:pt x="7684096" y="1171145"/>
                  <a:pt x="7684457" y="1162092"/>
                  <a:pt x="7706550" y="1163360"/>
                </a:cubicBezTo>
                <a:close/>
                <a:moveTo>
                  <a:pt x="1461379" y="1161369"/>
                </a:moveTo>
                <a:cubicBezTo>
                  <a:pt x="1497598" y="1161369"/>
                  <a:pt x="1507558" y="1172958"/>
                  <a:pt x="1483111" y="1189980"/>
                </a:cubicBezTo>
                <a:cubicBezTo>
                  <a:pt x="1450372" y="1209555"/>
                  <a:pt x="1412961" y="1219939"/>
                  <a:pt x="1374828" y="1220038"/>
                </a:cubicBezTo>
                <a:cubicBezTo>
                  <a:pt x="1337525" y="1220038"/>
                  <a:pt x="1331006" y="1206639"/>
                  <a:pt x="1358893" y="1189256"/>
                </a:cubicBezTo>
                <a:cubicBezTo>
                  <a:pt x="1390235" y="1171672"/>
                  <a:pt x="1425437" y="1162095"/>
                  <a:pt x="1461379" y="1161369"/>
                </a:cubicBezTo>
                <a:close/>
                <a:moveTo>
                  <a:pt x="4862905" y="1159196"/>
                </a:moveTo>
                <a:cubicBezTo>
                  <a:pt x="4909624" y="1159196"/>
                  <a:pt x="4961955" y="1177304"/>
                  <a:pt x="4973000" y="1200301"/>
                </a:cubicBezTo>
                <a:cubicBezTo>
                  <a:pt x="4984589" y="1223660"/>
                  <a:pt x="4950547" y="1244121"/>
                  <a:pt x="4900569" y="1243397"/>
                </a:cubicBezTo>
                <a:cubicBezTo>
                  <a:pt x="4850592" y="1242672"/>
                  <a:pt x="4797900" y="1220943"/>
                  <a:pt x="4790474" y="1197948"/>
                </a:cubicBezTo>
                <a:cubicBezTo>
                  <a:pt x="4783050" y="1174950"/>
                  <a:pt x="4816188" y="1159196"/>
                  <a:pt x="4862905" y="1159196"/>
                </a:cubicBezTo>
                <a:close/>
                <a:moveTo>
                  <a:pt x="1185964" y="1153943"/>
                </a:moveTo>
                <a:cubicBezTo>
                  <a:pt x="1214756" y="1153943"/>
                  <a:pt x="1222177" y="1166800"/>
                  <a:pt x="1199908" y="1180562"/>
                </a:cubicBezTo>
                <a:cubicBezTo>
                  <a:pt x="1167785" y="1197031"/>
                  <a:pt x="1132562" y="1206532"/>
                  <a:pt x="1096511" y="1208447"/>
                </a:cubicBezTo>
                <a:cubicBezTo>
                  <a:pt x="1065910" y="1208447"/>
                  <a:pt x="1057944" y="1196133"/>
                  <a:pt x="1079491" y="1182191"/>
                </a:cubicBezTo>
                <a:cubicBezTo>
                  <a:pt x="1112501" y="1165112"/>
                  <a:pt x="1148842" y="1155469"/>
                  <a:pt x="1185964" y="1153943"/>
                </a:cubicBezTo>
                <a:close/>
                <a:moveTo>
                  <a:pt x="7399081" y="1149236"/>
                </a:moveTo>
                <a:cubicBezTo>
                  <a:pt x="7430842" y="1150931"/>
                  <a:pt x="7462041" y="1158226"/>
                  <a:pt x="7491249" y="1170784"/>
                </a:cubicBezTo>
                <a:cubicBezTo>
                  <a:pt x="7514427" y="1182010"/>
                  <a:pt x="7513883" y="1193782"/>
                  <a:pt x="7489800" y="1194143"/>
                </a:cubicBezTo>
                <a:cubicBezTo>
                  <a:pt x="7457622" y="1192513"/>
                  <a:pt x="7426025" y="1185027"/>
                  <a:pt x="7396545" y="1172052"/>
                </a:cubicBezTo>
                <a:cubicBezTo>
                  <a:pt x="7374274" y="1161005"/>
                  <a:pt x="7375722" y="1149599"/>
                  <a:pt x="7399081" y="1149236"/>
                </a:cubicBezTo>
                <a:close/>
                <a:moveTo>
                  <a:pt x="4580607" y="1143985"/>
                </a:moveTo>
                <a:cubicBezTo>
                  <a:pt x="4630766" y="1144529"/>
                  <a:pt x="4674406" y="1162998"/>
                  <a:pt x="4681829" y="1185451"/>
                </a:cubicBezTo>
                <a:cubicBezTo>
                  <a:pt x="4691426" y="1209717"/>
                  <a:pt x="4655211" y="1229634"/>
                  <a:pt x="4602336" y="1229092"/>
                </a:cubicBezTo>
                <a:cubicBezTo>
                  <a:pt x="4549461" y="1228549"/>
                  <a:pt x="4506003" y="1208629"/>
                  <a:pt x="4500752" y="1185451"/>
                </a:cubicBezTo>
                <a:cubicBezTo>
                  <a:pt x="4495501" y="1162273"/>
                  <a:pt x="4530449" y="1143441"/>
                  <a:pt x="4580607" y="1143985"/>
                </a:cubicBezTo>
                <a:close/>
                <a:moveTo>
                  <a:pt x="924668" y="1143622"/>
                </a:moveTo>
                <a:cubicBezTo>
                  <a:pt x="954004" y="1143622"/>
                  <a:pt x="958711" y="1152494"/>
                  <a:pt x="935715" y="1165895"/>
                </a:cubicBezTo>
                <a:cubicBezTo>
                  <a:pt x="907031" y="1180908"/>
                  <a:pt x="875361" y="1189322"/>
                  <a:pt x="843003" y="1190522"/>
                </a:cubicBezTo>
                <a:cubicBezTo>
                  <a:pt x="809682" y="1190522"/>
                  <a:pt x="805339" y="1181105"/>
                  <a:pt x="832499" y="1166619"/>
                </a:cubicBezTo>
                <a:cubicBezTo>
                  <a:pt x="861165" y="1152289"/>
                  <a:pt x="892635" y="1144437"/>
                  <a:pt x="924668" y="1143622"/>
                </a:cubicBezTo>
                <a:close/>
                <a:moveTo>
                  <a:pt x="655405" y="1138371"/>
                </a:moveTo>
                <a:cubicBezTo>
                  <a:pt x="683290" y="1137466"/>
                  <a:pt x="687275" y="1144709"/>
                  <a:pt x="665183" y="1156478"/>
                </a:cubicBezTo>
                <a:cubicBezTo>
                  <a:pt x="639452" y="1169550"/>
                  <a:pt x="611114" y="1176666"/>
                  <a:pt x="582250" y="1177303"/>
                </a:cubicBezTo>
                <a:cubicBezTo>
                  <a:pt x="554907" y="1177303"/>
                  <a:pt x="553278" y="1169879"/>
                  <a:pt x="578084" y="1157566"/>
                </a:cubicBezTo>
                <a:cubicBezTo>
                  <a:pt x="602278" y="1145948"/>
                  <a:pt x="628587" y="1139416"/>
                  <a:pt x="655405" y="1138371"/>
                </a:cubicBezTo>
                <a:close/>
                <a:moveTo>
                  <a:pt x="4303015" y="1134206"/>
                </a:moveTo>
                <a:cubicBezTo>
                  <a:pt x="4354622" y="1134750"/>
                  <a:pt x="4394641" y="1153582"/>
                  <a:pt x="4398080" y="1177304"/>
                </a:cubicBezTo>
                <a:cubicBezTo>
                  <a:pt x="4401521" y="1201750"/>
                  <a:pt x="4363133" y="1220038"/>
                  <a:pt x="4308990" y="1219314"/>
                </a:cubicBezTo>
                <a:cubicBezTo>
                  <a:pt x="4254850" y="1218589"/>
                  <a:pt x="4214830" y="1198852"/>
                  <a:pt x="4213925" y="1174043"/>
                </a:cubicBezTo>
                <a:cubicBezTo>
                  <a:pt x="4213020" y="1149236"/>
                  <a:pt x="4251409" y="1133664"/>
                  <a:pt x="4303015" y="1134206"/>
                </a:cubicBezTo>
                <a:close/>
                <a:moveTo>
                  <a:pt x="7092154" y="1132577"/>
                </a:moveTo>
                <a:cubicBezTo>
                  <a:pt x="7127898" y="1134276"/>
                  <a:pt x="7162919" y="1143339"/>
                  <a:pt x="7195006" y="1159195"/>
                </a:cubicBezTo>
                <a:cubicBezTo>
                  <a:pt x="7216916" y="1171689"/>
                  <a:pt x="7211845" y="1183459"/>
                  <a:pt x="7183778" y="1183459"/>
                </a:cubicBezTo>
                <a:cubicBezTo>
                  <a:pt x="7147562" y="1181902"/>
                  <a:pt x="7112071" y="1172706"/>
                  <a:pt x="7079660" y="1156479"/>
                </a:cubicBezTo>
                <a:cubicBezTo>
                  <a:pt x="7058836" y="1143804"/>
                  <a:pt x="7064811" y="1132577"/>
                  <a:pt x="7092154" y="1132577"/>
                </a:cubicBezTo>
                <a:close/>
                <a:moveTo>
                  <a:pt x="404062" y="1128230"/>
                </a:moveTo>
                <a:cubicBezTo>
                  <a:pt x="422893" y="1126782"/>
                  <a:pt x="425247" y="1135293"/>
                  <a:pt x="408407" y="1143623"/>
                </a:cubicBezTo>
                <a:cubicBezTo>
                  <a:pt x="384705" y="1153701"/>
                  <a:pt x="359498" y="1159816"/>
                  <a:pt x="333803" y="1161731"/>
                </a:cubicBezTo>
                <a:cubicBezTo>
                  <a:pt x="317325" y="1161731"/>
                  <a:pt x="315695" y="1153763"/>
                  <a:pt x="330362" y="1146338"/>
                </a:cubicBezTo>
                <a:cubicBezTo>
                  <a:pt x="353776" y="1136315"/>
                  <a:pt x="378674" y="1130200"/>
                  <a:pt x="404062" y="1128230"/>
                </a:cubicBezTo>
                <a:close/>
                <a:moveTo>
                  <a:pt x="6800435" y="1121351"/>
                </a:moveTo>
                <a:cubicBezTo>
                  <a:pt x="6836290" y="1122233"/>
                  <a:pt x="6871454" y="1131473"/>
                  <a:pt x="6903107" y="1148331"/>
                </a:cubicBezTo>
                <a:cubicBezTo>
                  <a:pt x="6930994" y="1164810"/>
                  <a:pt x="6924475" y="1177123"/>
                  <a:pt x="6887172" y="1176580"/>
                </a:cubicBezTo>
                <a:cubicBezTo>
                  <a:pt x="6848983" y="1175986"/>
                  <a:pt x="6811591" y="1165639"/>
                  <a:pt x="6778525" y="1146520"/>
                </a:cubicBezTo>
                <a:cubicBezTo>
                  <a:pt x="6757159" y="1131672"/>
                  <a:pt x="6766393" y="1120988"/>
                  <a:pt x="6800435" y="1121351"/>
                </a:cubicBezTo>
                <a:close/>
                <a:moveTo>
                  <a:pt x="4024336" y="1120988"/>
                </a:moveTo>
                <a:cubicBezTo>
                  <a:pt x="4076306" y="1120988"/>
                  <a:pt x="4113970" y="1138010"/>
                  <a:pt x="4115419" y="1161912"/>
                </a:cubicBezTo>
                <a:cubicBezTo>
                  <a:pt x="4116685" y="1186719"/>
                  <a:pt x="4079203" y="1205008"/>
                  <a:pt x="4024880" y="1205371"/>
                </a:cubicBezTo>
                <a:cubicBezTo>
                  <a:pt x="3970556" y="1205732"/>
                  <a:pt x="3929088" y="1187263"/>
                  <a:pt x="3931624" y="1161369"/>
                </a:cubicBezTo>
                <a:cubicBezTo>
                  <a:pt x="3934158" y="1135474"/>
                  <a:pt x="3972366" y="1120988"/>
                  <a:pt x="4024336" y="1120988"/>
                </a:cubicBezTo>
                <a:close/>
                <a:moveTo>
                  <a:pt x="3754169" y="1111934"/>
                </a:moveTo>
                <a:cubicBezTo>
                  <a:pt x="3805775" y="1112295"/>
                  <a:pt x="3839455" y="1129679"/>
                  <a:pt x="3836196" y="1153581"/>
                </a:cubicBezTo>
                <a:cubicBezTo>
                  <a:pt x="3832936" y="1177303"/>
                  <a:pt x="3791833" y="1195411"/>
                  <a:pt x="3737690" y="1195411"/>
                </a:cubicBezTo>
                <a:cubicBezTo>
                  <a:pt x="3683548" y="1195411"/>
                  <a:pt x="3647152" y="1177303"/>
                  <a:pt x="3654032" y="1151047"/>
                </a:cubicBezTo>
                <a:cubicBezTo>
                  <a:pt x="3660914" y="1124791"/>
                  <a:pt x="3702560" y="1111571"/>
                  <a:pt x="3754169" y="1111934"/>
                </a:cubicBezTo>
                <a:close/>
                <a:moveTo>
                  <a:pt x="6497494" y="1104873"/>
                </a:moveTo>
                <a:cubicBezTo>
                  <a:pt x="6537494" y="1105411"/>
                  <a:pt x="6576788" y="1115467"/>
                  <a:pt x="6612115" y="1134208"/>
                </a:cubicBezTo>
                <a:cubicBezTo>
                  <a:pt x="6638554" y="1150867"/>
                  <a:pt x="6629138" y="1166258"/>
                  <a:pt x="6592017" y="1166439"/>
                </a:cubicBezTo>
                <a:cubicBezTo>
                  <a:pt x="6551473" y="1165659"/>
                  <a:pt x="6511763" y="1154766"/>
                  <a:pt x="6476489" y="1134750"/>
                </a:cubicBezTo>
                <a:cubicBezTo>
                  <a:pt x="6454579" y="1119178"/>
                  <a:pt x="6464356" y="1104873"/>
                  <a:pt x="6497494" y="1104873"/>
                </a:cubicBezTo>
                <a:close/>
                <a:moveTo>
                  <a:pt x="3472954" y="1099622"/>
                </a:moveTo>
                <a:cubicBezTo>
                  <a:pt x="3523294" y="1099441"/>
                  <a:pt x="3557336" y="1115918"/>
                  <a:pt x="3551361" y="1138915"/>
                </a:cubicBezTo>
                <a:cubicBezTo>
                  <a:pt x="3545204" y="1162637"/>
                  <a:pt x="3501021" y="1181106"/>
                  <a:pt x="3448146" y="1181469"/>
                </a:cubicBezTo>
                <a:cubicBezTo>
                  <a:pt x="3395272" y="1181830"/>
                  <a:pt x="3361773" y="1163361"/>
                  <a:pt x="3370464" y="1140183"/>
                </a:cubicBezTo>
                <a:cubicBezTo>
                  <a:pt x="3379157" y="1117005"/>
                  <a:pt x="3422615" y="1099802"/>
                  <a:pt x="3472954" y="1099622"/>
                </a:cubicBezTo>
                <a:close/>
                <a:moveTo>
                  <a:pt x="6217548" y="1094549"/>
                </a:moveTo>
                <a:cubicBezTo>
                  <a:pt x="6257092" y="1094211"/>
                  <a:pt x="6295935" y="1105003"/>
                  <a:pt x="6329636" y="1125695"/>
                </a:cubicBezTo>
                <a:cubicBezTo>
                  <a:pt x="6355892" y="1145432"/>
                  <a:pt x="6344122" y="1159193"/>
                  <a:pt x="6299395" y="1159193"/>
                </a:cubicBezTo>
                <a:cubicBezTo>
                  <a:pt x="6259463" y="1159655"/>
                  <a:pt x="6220280" y="1148317"/>
                  <a:pt x="6186766" y="1126599"/>
                </a:cubicBezTo>
                <a:cubicBezTo>
                  <a:pt x="6161776" y="1107406"/>
                  <a:pt x="6174633" y="1094369"/>
                  <a:pt x="6217548" y="1094549"/>
                </a:cubicBezTo>
                <a:close/>
                <a:moveTo>
                  <a:pt x="3206409" y="1091473"/>
                </a:moveTo>
                <a:cubicBezTo>
                  <a:pt x="3253670" y="1090929"/>
                  <a:pt x="3287712" y="1108313"/>
                  <a:pt x="3277572" y="1130766"/>
                </a:cubicBezTo>
                <a:cubicBezTo>
                  <a:pt x="3267432" y="1153220"/>
                  <a:pt x="3219990" y="1171147"/>
                  <a:pt x="3170555" y="1171689"/>
                </a:cubicBezTo>
                <a:cubicBezTo>
                  <a:pt x="3118587" y="1171689"/>
                  <a:pt x="3087259" y="1153581"/>
                  <a:pt x="3100297" y="1130586"/>
                </a:cubicBezTo>
                <a:cubicBezTo>
                  <a:pt x="3113334" y="1107588"/>
                  <a:pt x="3159148" y="1092015"/>
                  <a:pt x="3206409" y="1091473"/>
                </a:cubicBezTo>
                <a:close/>
                <a:moveTo>
                  <a:pt x="2947469" y="1079341"/>
                </a:moveTo>
                <a:cubicBezTo>
                  <a:pt x="2993281" y="1079160"/>
                  <a:pt x="3022070" y="1096000"/>
                  <a:pt x="3010301" y="1116642"/>
                </a:cubicBezTo>
                <a:cubicBezTo>
                  <a:pt x="2997807" y="1137829"/>
                  <a:pt x="2947469" y="1156661"/>
                  <a:pt x="2898940" y="1157386"/>
                </a:cubicBezTo>
                <a:cubicBezTo>
                  <a:pt x="2850433" y="1158110"/>
                  <a:pt x="2819468" y="1139278"/>
                  <a:pt x="2835582" y="1117185"/>
                </a:cubicBezTo>
                <a:cubicBezTo>
                  <a:pt x="2851697" y="1095095"/>
                  <a:pt x="2901655" y="1079521"/>
                  <a:pt x="2947469" y="1079341"/>
                </a:cubicBezTo>
                <a:close/>
                <a:moveTo>
                  <a:pt x="5921849" y="1079158"/>
                </a:moveTo>
                <a:cubicBezTo>
                  <a:pt x="5966756" y="1079702"/>
                  <a:pt x="6018000" y="1095637"/>
                  <a:pt x="6038824" y="1115374"/>
                </a:cubicBezTo>
                <a:cubicBezTo>
                  <a:pt x="6059648" y="1135113"/>
                  <a:pt x="6040997" y="1149055"/>
                  <a:pt x="5996814" y="1148511"/>
                </a:cubicBezTo>
                <a:cubicBezTo>
                  <a:pt x="5952814" y="1148511"/>
                  <a:pt x="5901930" y="1132396"/>
                  <a:pt x="5880744" y="1113201"/>
                </a:cubicBezTo>
                <a:cubicBezTo>
                  <a:pt x="5859559" y="1094007"/>
                  <a:pt x="5876942" y="1078616"/>
                  <a:pt x="5921849" y="1079158"/>
                </a:cubicBezTo>
                <a:close/>
                <a:moveTo>
                  <a:pt x="2689272" y="1071191"/>
                </a:moveTo>
                <a:cubicBezTo>
                  <a:pt x="2730737" y="1071191"/>
                  <a:pt x="2756634" y="1090023"/>
                  <a:pt x="2741242" y="1109036"/>
                </a:cubicBezTo>
                <a:cubicBezTo>
                  <a:pt x="2726208" y="1128775"/>
                  <a:pt x="2670079" y="1147244"/>
                  <a:pt x="2625530" y="1147244"/>
                </a:cubicBezTo>
                <a:cubicBezTo>
                  <a:pt x="2580990" y="1147244"/>
                  <a:pt x="2553100" y="1127507"/>
                  <a:pt x="2573561" y="1107406"/>
                </a:cubicBezTo>
                <a:cubicBezTo>
                  <a:pt x="2594023" y="1087306"/>
                  <a:pt x="2647805" y="1071191"/>
                  <a:pt x="2689272" y="1071191"/>
                </a:cubicBezTo>
                <a:close/>
                <a:moveTo>
                  <a:pt x="5642989" y="1069743"/>
                </a:moveTo>
                <a:cubicBezTo>
                  <a:pt x="5687533" y="1069743"/>
                  <a:pt x="5738416" y="1084592"/>
                  <a:pt x="5759059" y="1105958"/>
                </a:cubicBezTo>
                <a:cubicBezTo>
                  <a:pt x="5779701" y="1127327"/>
                  <a:pt x="5760508" y="1141089"/>
                  <a:pt x="5713972" y="1141089"/>
                </a:cubicBezTo>
                <a:cubicBezTo>
                  <a:pt x="5665443" y="1141089"/>
                  <a:pt x="5615466" y="1125154"/>
                  <a:pt x="5596451" y="1103785"/>
                </a:cubicBezTo>
                <a:cubicBezTo>
                  <a:pt x="5577438" y="1082419"/>
                  <a:pt x="5598443" y="1069743"/>
                  <a:pt x="5642989" y="1069743"/>
                </a:cubicBezTo>
                <a:close/>
                <a:moveTo>
                  <a:pt x="2432867" y="1062680"/>
                </a:moveTo>
                <a:cubicBezTo>
                  <a:pt x="2477229" y="1062860"/>
                  <a:pt x="2495698" y="1076080"/>
                  <a:pt x="2477229" y="1095817"/>
                </a:cubicBezTo>
                <a:cubicBezTo>
                  <a:pt x="2459124" y="1116098"/>
                  <a:pt x="2410772" y="1132033"/>
                  <a:pt x="2364236" y="1132033"/>
                </a:cubicBezTo>
                <a:cubicBezTo>
                  <a:pt x="2317701" y="1132033"/>
                  <a:pt x="2297059" y="1116642"/>
                  <a:pt x="2320056" y="1095817"/>
                </a:cubicBezTo>
                <a:cubicBezTo>
                  <a:pt x="2343054" y="1074993"/>
                  <a:pt x="2388501" y="1062499"/>
                  <a:pt x="2432867" y="1062680"/>
                </a:cubicBezTo>
                <a:close/>
                <a:moveTo>
                  <a:pt x="2166679" y="1054714"/>
                </a:moveTo>
                <a:cubicBezTo>
                  <a:pt x="2207786" y="1054895"/>
                  <a:pt x="2224991" y="1069742"/>
                  <a:pt x="2204531" y="1087670"/>
                </a:cubicBezTo>
                <a:cubicBezTo>
                  <a:pt x="2183884" y="1105777"/>
                  <a:pt x="2131008" y="1121712"/>
                  <a:pt x="2088816" y="1121532"/>
                </a:cubicBezTo>
                <a:cubicBezTo>
                  <a:pt x="2046628" y="1121351"/>
                  <a:pt x="2030690" y="1105597"/>
                  <a:pt x="2052601" y="1087308"/>
                </a:cubicBezTo>
                <a:cubicBezTo>
                  <a:pt x="2086697" y="1065706"/>
                  <a:pt x="2126316" y="1054389"/>
                  <a:pt x="2166679" y="1054714"/>
                </a:cubicBezTo>
                <a:close/>
                <a:moveTo>
                  <a:pt x="5368476" y="1054532"/>
                </a:moveTo>
                <a:cubicBezTo>
                  <a:pt x="5413746" y="1054532"/>
                  <a:pt x="5466802" y="1072639"/>
                  <a:pt x="5483098" y="1092739"/>
                </a:cubicBezTo>
                <a:cubicBezTo>
                  <a:pt x="5499576" y="1113201"/>
                  <a:pt x="5473501" y="1130947"/>
                  <a:pt x="5426060" y="1130223"/>
                </a:cubicBezTo>
                <a:cubicBezTo>
                  <a:pt x="5378616" y="1129498"/>
                  <a:pt x="5324656" y="1112115"/>
                  <a:pt x="5310351" y="1090747"/>
                </a:cubicBezTo>
                <a:cubicBezTo>
                  <a:pt x="5296045" y="1069381"/>
                  <a:pt x="5323208" y="1054532"/>
                  <a:pt x="5368476" y="1054532"/>
                </a:cubicBezTo>
                <a:close/>
                <a:moveTo>
                  <a:pt x="7761778" y="1052179"/>
                </a:moveTo>
                <a:cubicBezTo>
                  <a:pt x="7786133" y="1053734"/>
                  <a:pt x="7810054" y="1059302"/>
                  <a:pt x="7832580" y="1068657"/>
                </a:cubicBezTo>
                <a:cubicBezTo>
                  <a:pt x="7847790" y="1075720"/>
                  <a:pt x="7845981" y="1082599"/>
                  <a:pt x="7828958" y="1082238"/>
                </a:cubicBezTo>
                <a:cubicBezTo>
                  <a:pt x="7805908" y="1080466"/>
                  <a:pt x="7783254" y="1075216"/>
                  <a:pt x="7761778" y="1066665"/>
                </a:cubicBezTo>
                <a:cubicBezTo>
                  <a:pt x="7745843" y="1059602"/>
                  <a:pt x="7745843" y="1052359"/>
                  <a:pt x="7761778" y="1052179"/>
                </a:cubicBezTo>
                <a:close/>
                <a:moveTo>
                  <a:pt x="5096135" y="1046565"/>
                </a:moveTo>
                <a:cubicBezTo>
                  <a:pt x="5144483" y="1046384"/>
                  <a:pt x="5193012" y="1061051"/>
                  <a:pt x="5209127" y="1082600"/>
                </a:cubicBezTo>
                <a:cubicBezTo>
                  <a:pt x="5225062" y="1104871"/>
                  <a:pt x="5200436" y="1122979"/>
                  <a:pt x="5149734" y="1122979"/>
                </a:cubicBezTo>
                <a:cubicBezTo>
                  <a:pt x="5099032" y="1122979"/>
                  <a:pt x="5049599" y="1106683"/>
                  <a:pt x="5035474" y="1084590"/>
                </a:cubicBezTo>
                <a:cubicBezTo>
                  <a:pt x="5021351" y="1062499"/>
                  <a:pt x="5047787" y="1046745"/>
                  <a:pt x="5096135" y="1046565"/>
                </a:cubicBezTo>
                <a:close/>
                <a:moveTo>
                  <a:pt x="1919691" y="1045299"/>
                </a:moveTo>
                <a:cubicBezTo>
                  <a:pt x="1957536" y="1045840"/>
                  <a:pt x="1968943" y="1057793"/>
                  <a:pt x="1947577" y="1075176"/>
                </a:cubicBezTo>
                <a:cubicBezTo>
                  <a:pt x="1915091" y="1095696"/>
                  <a:pt x="1877356" y="1106329"/>
                  <a:pt x="1838931" y="1105778"/>
                </a:cubicBezTo>
                <a:cubicBezTo>
                  <a:pt x="1795471" y="1105778"/>
                  <a:pt x="1783157" y="1093284"/>
                  <a:pt x="1808509" y="1074813"/>
                </a:cubicBezTo>
                <a:cubicBezTo>
                  <a:pt x="1841955" y="1054469"/>
                  <a:pt x="1880558" y="1044221"/>
                  <a:pt x="1919691" y="1045299"/>
                </a:cubicBezTo>
                <a:close/>
                <a:moveTo>
                  <a:pt x="7473502" y="1040409"/>
                </a:moveTo>
                <a:cubicBezTo>
                  <a:pt x="7502963" y="1041680"/>
                  <a:pt x="7531972" y="1048180"/>
                  <a:pt x="7559151" y="1059604"/>
                </a:cubicBezTo>
                <a:cubicBezTo>
                  <a:pt x="7578346" y="1069200"/>
                  <a:pt x="7575267" y="1077712"/>
                  <a:pt x="7552452" y="1077712"/>
                </a:cubicBezTo>
                <a:cubicBezTo>
                  <a:pt x="7524221" y="1076001"/>
                  <a:pt x="7496480" y="1069510"/>
                  <a:pt x="7470424" y="1058516"/>
                </a:cubicBezTo>
                <a:cubicBezTo>
                  <a:pt x="7450868" y="1049100"/>
                  <a:pt x="7452317" y="1040409"/>
                  <a:pt x="7473502" y="1040409"/>
                </a:cubicBezTo>
                <a:close/>
                <a:moveTo>
                  <a:pt x="1664370" y="1038597"/>
                </a:moveTo>
                <a:cubicBezTo>
                  <a:pt x="1699498" y="1038597"/>
                  <a:pt x="1711631" y="1051091"/>
                  <a:pt x="1690083" y="1066301"/>
                </a:cubicBezTo>
                <a:cubicBezTo>
                  <a:pt x="1656893" y="1085048"/>
                  <a:pt x="1619551" y="1095194"/>
                  <a:pt x="1581436" y="1095818"/>
                </a:cubicBezTo>
                <a:cubicBezTo>
                  <a:pt x="1545221" y="1095818"/>
                  <a:pt x="1533811" y="1082780"/>
                  <a:pt x="1556990" y="1067208"/>
                </a:cubicBezTo>
                <a:cubicBezTo>
                  <a:pt x="1589947" y="1049131"/>
                  <a:pt x="1626796" y="1039313"/>
                  <a:pt x="1664370" y="1038597"/>
                </a:cubicBezTo>
                <a:close/>
                <a:moveTo>
                  <a:pt x="1416477" y="1033346"/>
                </a:moveTo>
                <a:cubicBezTo>
                  <a:pt x="1449070" y="1033346"/>
                  <a:pt x="1455045" y="1044392"/>
                  <a:pt x="1430600" y="1059239"/>
                </a:cubicBezTo>
                <a:cubicBezTo>
                  <a:pt x="1399347" y="1075759"/>
                  <a:pt x="1364543" y="1084459"/>
                  <a:pt x="1329197" y="1084590"/>
                </a:cubicBezTo>
                <a:cubicBezTo>
                  <a:pt x="1294427" y="1084590"/>
                  <a:pt x="1287730" y="1073908"/>
                  <a:pt x="1312357" y="1058878"/>
                </a:cubicBezTo>
                <a:cubicBezTo>
                  <a:pt x="1344426" y="1041926"/>
                  <a:pt x="1380188" y="1033156"/>
                  <a:pt x="1416477" y="1033346"/>
                </a:cubicBezTo>
                <a:close/>
                <a:moveTo>
                  <a:pt x="4830674" y="1032442"/>
                </a:moveTo>
                <a:cubicBezTo>
                  <a:pt x="4877394" y="1032442"/>
                  <a:pt x="4928457" y="1050550"/>
                  <a:pt x="4939865" y="1070830"/>
                </a:cubicBezTo>
                <a:cubicBezTo>
                  <a:pt x="4951635" y="1092016"/>
                  <a:pt x="4919584" y="1111031"/>
                  <a:pt x="4870331" y="1111392"/>
                </a:cubicBezTo>
                <a:cubicBezTo>
                  <a:pt x="4821078" y="1111755"/>
                  <a:pt x="4765125" y="1091655"/>
                  <a:pt x="4757158" y="1069925"/>
                </a:cubicBezTo>
                <a:cubicBezTo>
                  <a:pt x="4749190" y="1048196"/>
                  <a:pt x="4783957" y="1032442"/>
                  <a:pt x="4830674" y="1032442"/>
                </a:cubicBezTo>
                <a:close/>
                <a:moveTo>
                  <a:pt x="7198446" y="1030629"/>
                </a:moveTo>
                <a:cubicBezTo>
                  <a:pt x="7229936" y="1031732"/>
                  <a:pt x="7260826" y="1039638"/>
                  <a:pt x="7288985" y="1053807"/>
                </a:cubicBezTo>
                <a:cubicBezTo>
                  <a:pt x="7309807" y="1065577"/>
                  <a:pt x="7304013" y="1073003"/>
                  <a:pt x="7274499" y="1071915"/>
                </a:cubicBezTo>
                <a:cubicBezTo>
                  <a:pt x="7242447" y="1071003"/>
                  <a:pt x="7210993" y="1063092"/>
                  <a:pt x="7182329" y="1048737"/>
                </a:cubicBezTo>
                <a:cubicBezTo>
                  <a:pt x="7160239" y="1036604"/>
                  <a:pt x="7166938" y="1028819"/>
                  <a:pt x="7198446" y="1030629"/>
                </a:cubicBezTo>
                <a:close/>
                <a:moveTo>
                  <a:pt x="1172926" y="1023387"/>
                </a:moveTo>
                <a:cubicBezTo>
                  <a:pt x="1201538" y="1023387"/>
                  <a:pt x="1207151" y="1035339"/>
                  <a:pt x="1183609" y="1047470"/>
                </a:cubicBezTo>
                <a:cubicBezTo>
                  <a:pt x="1153387" y="1061211"/>
                  <a:pt x="1120813" y="1068960"/>
                  <a:pt x="1087638" y="1070287"/>
                </a:cubicBezTo>
                <a:cubicBezTo>
                  <a:pt x="1058125" y="1070287"/>
                  <a:pt x="1053598" y="1057793"/>
                  <a:pt x="1078044" y="1045479"/>
                </a:cubicBezTo>
                <a:cubicBezTo>
                  <a:pt x="1107993" y="1032177"/>
                  <a:pt x="1140186" y="1024681"/>
                  <a:pt x="1172926" y="1023387"/>
                </a:cubicBezTo>
                <a:close/>
                <a:moveTo>
                  <a:pt x="4565758" y="1023386"/>
                </a:moveTo>
                <a:cubicBezTo>
                  <a:pt x="4612657" y="1022842"/>
                  <a:pt x="4664627" y="1041133"/>
                  <a:pt x="4673499" y="1062318"/>
                </a:cubicBezTo>
                <a:cubicBezTo>
                  <a:pt x="4681830" y="1084048"/>
                  <a:pt x="4645614" y="1104872"/>
                  <a:pt x="4594006" y="1103785"/>
                </a:cubicBezTo>
                <a:cubicBezTo>
                  <a:pt x="4542399" y="1102699"/>
                  <a:pt x="4492603" y="1083504"/>
                  <a:pt x="4487715" y="1061955"/>
                </a:cubicBezTo>
                <a:cubicBezTo>
                  <a:pt x="4482825" y="1040408"/>
                  <a:pt x="4518860" y="1023930"/>
                  <a:pt x="4565758" y="1023386"/>
                </a:cubicBezTo>
                <a:close/>
                <a:moveTo>
                  <a:pt x="926297" y="1018680"/>
                </a:moveTo>
                <a:cubicBezTo>
                  <a:pt x="952011" y="1018680"/>
                  <a:pt x="954365" y="1027371"/>
                  <a:pt x="931550" y="1038960"/>
                </a:cubicBezTo>
                <a:cubicBezTo>
                  <a:pt x="904496" y="1051441"/>
                  <a:pt x="875142" y="1058220"/>
                  <a:pt x="845358" y="1058880"/>
                </a:cubicBezTo>
                <a:cubicBezTo>
                  <a:pt x="817651" y="1058880"/>
                  <a:pt x="814212" y="1050730"/>
                  <a:pt x="836846" y="1039141"/>
                </a:cubicBezTo>
                <a:cubicBezTo>
                  <a:pt x="864820" y="1025923"/>
                  <a:pt x="895352" y="1018942"/>
                  <a:pt x="926297" y="1018680"/>
                </a:cubicBezTo>
                <a:close/>
                <a:moveTo>
                  <a:pt x="4301567" y="1015238"/>
                </a:moveTo>
                <a:cubicBezTo>
                  <a:pt x="4351906" y="1016145"/>
                  <a:pt x="4395184" y="1033346"/>
                  <a:pt x="4399168" y="1055075"/>
                </a:cubicBezTo>
                <a:cubicBezTo>
                  <a:pt x="4403151" y="1076804"/>
                  <a:pt x="4364038" y="1095819"/>
                  <a:pt x="4312612" y="1095819"/>
                </a:cubicBezTo>
                <a:cubicBezTo>
                  <a:pt x="4261186" y="1095819"/>
                  <a:pt x="4215555" y="1077711"/>
                  <a:pt x="4212658" y="1054894"/>
                </a:cubicBezTo>
                <a:cubicBezTo>
                  <a:pt x="4209760" y="1032080"/>
                  <a:pt x="4251227" y="1014333"/>
                  <a:pt x="4301567" y="1015238"/>
                </a:cubicBezTo>
                <a:close/>
                <a:moveTo>
                  <a:pt x="6909084" y="1014334"/>
                </a:moveTo>
                <a:cubicBezTo>
                  <a:pt x="6943254" y="1015391"/>
                  <a:pt x="6976789" y="1023790"/>
                  <a:pt x="7007410" y="1038960"/>
                </a:cubicBezTo>
                <a:cubicBezTo>
                  <a:pt x="7032217" y="1052361"/>
                  <a:pt x="7026966" y="1062863"/>
                  <a:pt x="6995097" y="1062863"/>
                </a:cubicBezTo>
                <a:cubicBezTo>
                  <a:pt x="6960566" y="1062275"/>
                  <a:pt x="6926595" y="1054182"/>
                  <a:pt x="6895503" y="1039141"/>
                </a:cubicBezTo>
                <a:cubicBezTo>
                  <a:pt x="6869428" y="1025018"/>
                  <a:pt x="6875766" y="1014334"/>
                  <a:pt x="6909084" y="1014334"/>
                </a:cubicBezTo>
                <a:close/>
                <a:moveTo>
                  <a:pt x="676952" y="1010530"/>
                </a:moveTo>
                <a:cubicBezTo>
                  <a:pt x="698501" y="1010530"/>
                  <a:pt x="699769" y="1016868"/>
                  <a:pt x="680213" y="1026284"/>
                </a:cubicBezTo>
                <a:cubicBezTo>
                  <a:pt x="656418" y="1037278"/>
                  <a:pt x="630543" y="1043023"/>
                  <a:pt x="604340" y="1043124"/>
                </a:cubicBezTo>
                <a:cubicBezTo>
                  <a:pt x="582431" y="1043124"/>
                  <a:pt x="581524" y="1036605"/>
                  <a:pt x="601804" y="1027008"/>
                </a:cubicBezTo>
                <a:cubicBezTo>
                  <a:pt x="625435" y="1016372"/>
                  <a:pt x="651041" y="1010762"/>
                  <a:pt x="676952" y="1010530"/>
                </a:cubicBezTo>
                <a:close/>
                <a:moveTo>
                  <a:pt x="435748" y="1004735"/>
                </a:moveTo>
                <a:cubicBezTo>
                  <a:pt x="450053" y="1004735"/>
                  <a:pt x="448604" y="1012521"/>
                  <a:pt x="432669" y="1019040"/>
                </a:cubicBezTo>
                <a:cubicBezTo>
                  <a:pt x="411918" y="1026709"/>
                  <a:pt x="390116" y="1031226"/>
                  <a:pt x="368025" y="1032439"/>
                </a:cubicBezTo>
                <a:cubicBezTo>
                  <a:pt x="352632" y="1032439"/>
                  <a:pt x="352271" y="1025378"/>
                  <a:pt x="368025" y="1018677"/>
                </a:cubicBezTo>
                <a:cubicBezTo>
                  <a:pt x="389646" y="1010242"/>
                  <a:pt x="412552" y="1005527"/>
                  <a:pt x="435748" y="1004735"/>
                </a:cubicBezTo>
                <a:close/>
                <a:moveTo>
                  <a:pt x="6630223" y="1004556"/>
                </a:moveTo>
                <a:cubicBezTo>
                  <a:pt x="6666512" y="1006368"/>
                  <a:pt x="6702003" y="1015874"/>
                  <a:pt x="6734343" y="1032441"/>
                </a:cubicBezTo>
                <a:cubicBezTo>
                  <a:pt x="6756977" y="1047291"/>
                  <a:pt x="6743939" y="1059965"/>
                  <a:pt x="6707362" y="1058336"/>
                </a:cubicBezTo>
                <a:cubicBezTo>
                  <a:pt x="6670622" y="1056520"/>
                  <a:pt x="6634715" y="1046694"/>
                  <a:pt x="6602157" y="1029544"/>
                </a:cubicBezTo>
                <a:cubicBezTo>
                  <a:pt x="6581152" y="1015058"/>
                  <a:pt x="6594914" y="1003108"/>
                  <a:pt x="6630223" y="1004556"/>
                </a:cubicBezTo>
                <a:close/>
                <a:moveTo>
                  <a:pt x="4048058" y="1003650"/>
                </a:moveTo>
                <a:cubicBezTo>
                  <a:pt x="4099665" y="1004555"/>
                  <a:pt x="4136424" y="1021758"/>
                  <a:pt x="4137329" y="1042763"/>
                </a:cubicBezTo>
                <a:cubicBezTo>
                  <a:pt x="4138236" y="1063768"/>
                  <a:pt x="4094777" y="1083687"/>
                  <a:pt x="4041539" y="1083324"/>
                </a:cubicBezTo>
                <a:cubicBezTo>
                  <a:pt x="3988303" y="1083324"/>
                  <a:pt x="3947379" y="1063768"/>
                  <a:pt x="3951000" y="1041314"/>
                </a:cubicBezTo>
                <a:cubicBezTo>
                  <a:pt x="3954622" y="1018860"/>
                  <a:pt x="3996451" y="1002745"/>
                  <a:pt x="4048058" y="1003650"/>
                </a:cubicBezTo>
                <a:close/>
                <a:moveTo>
                  <a:pt x="3787850" y="996226"/>
                </a:moveTo>
                <a:cubicBezTo>
                  <a:pt x="3836560" y="996226"/>
                  <a:pt x="3878209" y="1012524"/>
                  <a:pt x="3876577" y="1034070"/>
                </a:cubicBezTo>
                <a:cubicBezTo>
                  <a:pt x="3874768" y="1056343"/>
                  <a:pt x="3830765" y="1074995"/>
                  <a:pt x="3776442" y="1074995"/>
                </a:cubicBezTo>
                <a:cubicBezTo>
                  <a:pt x="3722118" y="1074995"/>
                  <a:pt x="3685903" y="1056887"/>
                  <a:pt x="3690429" y="1034070"/>
                </a:cubicBezTo>
                <a:cubicBezTo>
                  <a:pt x="3694958" y="1011256"/>
                  <a:pt x="3739141" y="996226"/>
                  <a:pt x="3787850" y="996226"/>
                </a:cubicBezTo>
                <a:close/>
                <a:moveTo>
                  <a:pt x="6352088" y="991156"/>
                </a:moveTo>
                <a:cubicBezTo>
                  <a:pt x="6389341" y="991137"/>
                  <a:pt x="6425986" y="1000610"/>
                  <a:pt x="6458561" y="1018679"/>
                </a:cubicBezTo>
                <a:cubicBezTo>
                  <a:pt x="6485361" y="1036787"/>
                  <a:pt x="6475040" y="1048014"/>
                  <a:pt x="6433211" y="1047651"/>
                </a:cubicBezTo>
                <a:cubicBezTo>
                  <a:pt x="6395101" y="1048094"/>
                  <a:pt x="6357572" y="1038275"/>
                  <a:pt x="6324564" y="1019223"/>
                </a:cubicBezTo>
                <a:cubicBezTo>
                  <a:pt x="6300661" y="1002383"/>
                  <a:pt x="6311526" y="990975"/>
                  <a:pt x="6352088" y="991156"/>
                </a:cubicBezTo>
                <a:close/>
                <a:moveTo>
                  <a:pt x="3542671" y="985000"/>
                </a:moveTo>
                <a:cubicBezTo>
                  <a:pt x="3592287" y="985542"/>
                  <a:pt x="3625425" y="1002383"/>
                  <a:pt x="3619991" y="1022844"/>
                </a:cubicBezTo>
                <a:cubicBezTo>
                  <a:pt x="3614197" y="1044754"/>
                  <a:pt x="3565668" y="1063225"/>
                  <a:pt x="3512974" y="1062501"/>
                </a:cubicBezTo>
                <a:cubicBezTo>
                  <a:pt x="3460282" y="1061776"/>
                  <a:pt x="3428230" y="1044393"/>
                  <a:pt x="3436379" y="1022844"/>
                </a:cubicBezTo>
                <a:cubicBezTo>
                  <a:pt x="3444527" y="1001296"/>
                  <a:pt x="3493056" y="984456"/>
                  <a:pt x="3542671" y="985000"/>
                </a:cubicBezTo>
                <a:close/>
                <a:moveTo>
                  <a:pt x="6082826" y="981196"/>
                </a:moveTo>
                <a:cubicBezTo>
                  <a:pt x="6123213" y="980719"/>
                  <a:pt x="6162989" y="991100"/>
                  <a:pt x="6197991" y="1011256"/>
                </a:cubicBezTo>
                <a:cubicBezTo>
                  <a:pt x="6221350" y="1028276"/>
                  <a:pt x="6208675" y="1042038"/>
                  <a:pt x="6168656" y="1042581"/>
                </a:cubicBezTo>
                <a:cubicBezTo>
                  <a:pt x="6127557" y="1043302"/>
                  <a:pt x="6087085" y="1032447"/>
                  <a:pt x="6051862" y="1011256"/>
                </a:cubicBezTo>
                <a:cubicBezTo>
                  <a:pt x="6030495" y="994597"/>
                  <a:pt x="6044257" y="981740"/>
                  <a:pt x="6082826" y="981196"/>
                </a:cubicBezTo>
                <a:close/>
                <a:moveTo>
                  <a:pt x="3290247" y="978118"/>
                </a:moveTo>
                <a:cubicBezTo>
                  <a:pt x="3337510" y="978118"/>
                  <a:pt x="3372457" y="994233"/>
                  <a:pt x="3365214" y="1014333"/>
                </a:cubicBezTo>
                <a:cubicBezTo>
                  <a:pt x="3357971" y="1034794"/>
                  <a:pt x="3307089" y="1053627"/>
                  <a:pt x="3257653" y="1054170"/>
                </a:cubicBezTo>
                <a:cubicBezTo>
                  <a:pt x="3208219" y="1054714"/>
                  <a:pt x="3173452" y="1036063"/>
                  <a:pt x="3183412" y="1016145"/>
                </a:cubicBezTo>
                <a:cubicBezTo>
                  <a:pt x="3193371" y="996225"/>
                  <a:pt x="3242986" y="978118"/>
                  <a:pt x="3290247" y="978118"/>
                </a:cubicBezTo>
                <a:close/>
                <a:moveTo>
                  <a:pt x="5820083" y="967978"/>
                </a:moveTo>
                <a:cubicBezTo>
                  <a:pt x="5861006" y="968158"/>
                  <a:pt x="5914787" y="983369"/>
                  <a:pt x="5934705" y="1000391"/>
                </a:cubicBezTo>
                <a:cubicBezTo>
                  <a:pt x="5955349" y="1018499"/>
                  <a:pt x="5936153" y="1033346"/>
                  <a:pt x="5893600" y="1033166"/>
                </a:cubicBezTo>
                <a:cubicBezTo>
                  <a:pt x="5851048" y="1032985"/>
                  <a:pt x="5795818" y="1016868"/>
                  <a:pt x="5777349" y="999484"/>
                </a:cubicBezTo>
                <a:cubicBezTo>
                  <a:pt x="5758878" y="982101"/>
                  <a:pt x="5779158" y="967797"/>
                  <a:pt x="5820083" y="967978"/>
                </a:cubicBezTo>
                <a:close/>
                <a:moveTo>
                  <a:pt x="3041809" y="967615"/>
                </a:moveTo>
                <a:cubicBezTo>
                  <a:pt x="3087440" y="967615"/>
                  <a:pt x="3115871" y="984637"/>
                  <a:pt x="3104643" y="1003650"/>
                </a:cubicBezTo>
                <a:cubicBezTo>
                  <a:pt x="3092874" y="1023567"/>
                  <a:pt x="3037645" y="1042038"/>
                  <a:pt x="2989658" y="1041314"/>
                </a:cubicBezTo>
                <a:cubicBezTo>
                  <a:pt x="2941673" y="1040589"/>
                  <a:pt x="2914512" y="1023206"/>
                  <a:pt x="2928092" y="1003830"/>
                </a:cubicBezTo>
                <a:cubicBezTo>
                  <a:pt x="2941673" y="984454"/>
                  <a:pt x="2996177" y="967615"/>
                  <a:pt x="3041809" y="967615"/>
                </a:cubicBezTo>
                <a:close/>
                <a:moveTo>
                  <a:pt x="2795561" y="962364"/>
                </a:moveTo>
                <a:cubicBezTo>
                  <a:pt x="2842461" y="962364"/>
                  <a:pt x="2866004" y="976126"/>
                  <a:pt x="2851515" y="995682"/>
                </a:cubicBezTo>
                <a:cubicBezTo>
                  <a:pt x="2837031" y="1015238"/>
                  <a:pt x="2787959" y="1031898"/>
                  <a:pt x="2737258" y="1031898"/>
                </a:cubicBezTo>
                <a:cubicBezTo>
                  <a:pt x="2686555" y="1031898"/>
                  <a:pt x="2667540" y="1016506"/>
                  <a:pt x="2685468" y="995682"/>
                </a:cubicBezTo>
                <a:cubicBezTo>
                  <a:pt x="2703393" y="974858"/>
                  <a:pt x="2748664" y="962364"/>
                  <a:pt x="2795561" y="962364"/>
                </a:cubicBezTo>
                <a:close/>
                <a:moveTo>
                  <a:pt x="7822800" y="960011"/>
                </a:moveTo>
                <a:cubicBezTo>
                  <a:pt x="7841432" y="960765"/>
                  <a:pt x="7859812" y="964684"/>
                  <a:pt x="7877123" y="971600"/>
                </a:cubicBezTo>
                <a:cubicBezTo>
                  <a:pt x="7891609" y="977997"/>
                  <a:pt x="7891609" y="981438"/>
                  <a:pt x="7877123" y="981921"/>
                </a:cubicBezTo>
                <a:cubicBezTo>
                  <a:pt x="7858147" y="981546"/>
                  <a:pt x="7839387" y="977807"/>
                  <a:pt x="7821714" y="970875"/>
                </a:cubicBezTo>
                <a:cubicBezTo>
                  <a:pt x="7806141" y="963813"/>
                  <a:pt x="7806323" y="960011"/>
                  <a:pt x="7822800" y="960011"/>
                </a:cubicBezTo>
                <a:close/>
                <a:moveTo>
                  <a:pt x="5564039" y="959467"/>
                </a:moveTo>
                <a:cubicBezTo>
                  <a:pt x="5609127" y="960011"/>
                  <a:pt x="5657112" y="974497"/>
                  <a:pt x="5675944" y="992424"/>
                </a:cubicBezTo>
                <a:cubicBezTo>
                  <a:pt x="5696044" y="1011436"/>
                  <a:pt x="5673771" y="1027371"/>
                  <a:pt x="5626691" y="1026827"/>
                </a:cubicBezTo>
                <a:cubicBezTo>
                  <a:pt x="5579611" y="1026286"/>
                  <a:pt x="5530721" y="1010712"/>
                  <a:pt x="5513338" y="992424"/>
                </a:cubicBezTo>
                <a:cubicBezTo>
                  <a:pt x="5495954" y="974136"/>
                  <a:pt x="5518952" y="958925"/>
                  <a:pt x="5564039" y="959467"/>
                </a:cubicBezTo>
                <a:close/>
                <a:moveTo>
                  <a:pt x="2556724" y="952404"/>
                </a:moveTo>
                <a:cubicBezTo>
                  <a:pt x="2599458" y="952223"/>
                  <a:pt x="2622634" y="966346"/>
                  <a:pt x="2607424" y="984093"/>
                </a:cubicBezTo>
                <a:cubicBezTo>
                  <a:pt x="2591850" y="1002201"/>
                  <a:pt x="2541152" y="1018136"/>
                  <a:pt x="2496062" y="1018860"/>
                </a:cubicBezTo>
                <a:cubicBezTo>
                  <a:pt x="2450975" y="1019584"/>
                  <a:pt x="2425804" y="1003830"/>
                  <a:pt x="2445360" y="984998"/>
                </a:cubicBezTo>
                <a:cubicBezTo>
                  <a:pt x="2464917" y="966166"/>
                  <a:pt x="2513988" y="952584"/>
                  <a:pt x="2556724" y="952404"/>
                </a:cubicBezTo>
                <a:close/>
                <a:moveTo>
                  <a:pt x="5304918" y="947697"/>
                </a:moveTo>
                <a:cubicBezTo>
                  <a:pt x="5349825" y="947877"/>
                  <a:pt x="5402700" y="963088"/>
                  <a:pt x="5418635" y="981739"/>
                </a:cubicBezTo>
                <a:cubicBezTo>
                  <a:pt x="5435113" y="1000752"/>
                  <a:pt x="5409038" y="1017955"/>
                  <a:pt x="5361958" y="1017955"/>
                </a:cubicBezTo>
                <a:cubicBezTo>
                  <a:pt x="5314878" y="1017955"/>
                  <a:pt x="5261098" y="999847"/>
                  <a:pt x="5246973" y="981739"/>
                </a:cubicBezTo>
                <a:cubicBezTo>
                  <a:pt x="5232850" y="963631"/>
                  <a:pt x="5260011" y="947516"/>
                  <a:pt x="5304918" y="947697"/>
                </a:cubicBezTo>
                <a:close/>
                <a:moveTo>
                  <a:pt x="2319330" y="946610"/>
                </a:moveTo>
                <a:cubicBezTo>
                  <a:pt x="2359167" y="946610"/>
                  <a:pt x="2378362" y="961458"/>
                  <a:pt x="2359533" y="977936"/>
                </a:cubicBezTo>
                <a:cubicBezTo>
                  <a:pt x="2340700" y="994415"/>
                  <a:pt x="2286193" y="1010169"/>
                  <a:pt x="2245085" y="1009806"/>
                </a:cubicBezTo>
                <a:cubicBezTo>
                  <a:pt x="2203982" y="1009445"/>
                  <a:pt x="2185512" y="994052"/>
                  <a:pt x="2206337" y="977212"/>
                </a:cubicBezTo>
                <a:cubicBezTo>
                  <a:pt x="2240472" y="956798"/>
                  <a:pt x="2279566" y="946207"/>
                  <a:pt x="2319330" y="946610"/>
                </a:cubicBezTo>
                <a:close/>
                <a:moveTo>
                  <a:pt x="7541770" y="945524"/>
                </a:moveTo>
                <a:cubicBezTo>
                  <a:pt x="7565617" y="946180"/>
                  <a:pt x="7589175" y="951084"/>
                  <a:pt x="7611302" y="960010"/>
                </a:cubicBezTo>
                <a:cubicBezTo>
                  <a:pt x="7629409" y="968341"/>
                  <a:pt x="7628143" y="974677"/>
                  <a:pt x="7606414" y="974135"/>
                </a:cubicBezTo>
                <a:cubicBezTo>
                  <a:pt x="7583888" y="973168"/>
                  <a:pt x="7561668" y="968455"/>
                  <a:pt x="7540682" y="960191"/>
                </a:cubicBezTo>
                <a:cubicBezTo>
                  <a:pt x="7521126" y="952043"/>
                  <a:pt x="7522574" y="945524"/>
                  <a:pt x="7541770" y="945524"/>
                </a:cubicBezTo>
                <a:close/>
                <a:moveTo>
                  <a:pt x="5043985" y="938643"/>
                </a:moveTo>
                <a:cubicBezTo>
                  <a:pt x="5089616" y="938643"/>
                  <a:pt x="5141584" y="954397"/>
                  <a:pt x="5156253" y="973229"/>
                </a:cubicBezTo>
                <a:cubicBezTo>
                  <a:pt x="5170920" y="992061"/>
                  <a:pt x="5140860" y="1011437"/>
                  <a:pt x="5091065" y="1011074"/>
                </a:cubicBezTo>
                <a:cubicBezTo>
                  <a:pt x="5041268" y="1010713"/>
                  <a:pt x="4990927" y="992966"/>
                  <a:pt x="4979521" y="973590"/>
                </a:cubicBezTo>
                <a:cubicBezTo>
                  <a:pt x="4968112" y="954216"/>
                  <a:pt x="4998534" y="938643"/>
                  <a:pt x="5043985" y="938643"/>
                </a:cubicBezTo>
                <a:close/>
                <a:moveTo>
                  <a:pt x="2082117" y="937918"/>
                </a:moveTo>
                <a:cubicBezTo>
                  <a:pt x="2123223" y="937557"/>
                  <a:pt x="2139518" y="949688"/>
                  <a:pt x="2119238" y="966167"/>
                </a:cubicBezTo>
                <a:cubicBezTo>
                  <a:pt x="2085919" y="986696"/>
                  <a:pt x="2047369" y="997137"/>
                  <a:pt x="2008238" y="996226"/>
                </a:cubicBezTo>
                <a:cubicBezTo>
                  <a:pt x="1966229" y="996226"/>
                  <a:pt x="1952465" y="983006"/>
                  <a:pt x="1976005" y="965986"/>
                </a:cubicBezTo>
                <a:cubicBezTo>
                  <a:pt x="2008254" y="947382"/>
                  <a:pt x="2044887" y="937696"/>
                  <a:pt x="2082117" y="937918"/>
                </a:cubicBezTo>
                <a:close/>
                <a:moveTo>
                  <a:pt x="7265625" y="934116"/>
                </a:moveTo>
                <a:cubicBezTo>
                  <a:pt x="7293784" y="935053"/>
                  <a:pt x="7321543" y="941191"/>
                  <a:pt x="7347472" y="952223"/>
                </a:cubicBezTo>
                <a:cubicBezTo>
                  <a:pt x="7369384" y="962363"/>
                  <a:pt x="7367211" y="970331"/>
                  <a:pt x="7342402" y="970331"/>
                </a:cubicBezTo>
                <a:cubicBezTo>
                  <a:pt x="7313937" y="969500"/>
                  <a:pt x="7285870" y="963360"/>
                  <a:pt x="7259650" y="952223"/>
                </a:cubicBezTo>
                <a:cubicBezTo>
                  <a:pt x="7238645" y="942446"/>
                  <a:pt x="7241542" y="934116"/>
                  <a:pt x="7265625" y="934116"/>
                </a:cubicBezTo>
                <a:close/>
                <a:moveTo>
                  <a:pt x="1846532" y="933574"/>
                </a:moveTo>
                <a:cubicBezTo>
                  <a:pt x="1882749" y="932306"/>
                  <a:pt x="1896874" y="944800"/>
                  <a:pt x="1877136" y="960010"/>
                </a:cubicBezTo>
                <a:cubicBezTo>
                  <a:pt x="1843781" y="978166"/>
                  <a:pt x="1806463" y="987865"/>
                  <a:pt x="1768490" y="988259"/>
                </a:cubicBezTo>
                <a:cubicBezTo>
                  <a:pt x="1732277" y="988259"/>
                  <a:pt x="1718695" y="975402"/>
                  <a:pt x="1740060" y="960735"/>
                </a:cubicBezTo>
                <a:cubicBezTo>
                  <a:pt x="1772944" y="943486"/>
                  <a:pt x="1809413" y="934182"/>
                  <a:pt x="1846532" y="933574"/>
                </a:cubicBezTo>
                <a:close/>
                <a:moveTo>
                  <a:pt x="4795547" y="927597"/>
                </a:moveTo>
                <a:cubicBezTo>
                  <a:pt x="4845524" y="927777"/>
                  <a:pt x="4890794" y="941902"/>
                  <a:pt x="4902564" y="962907"/>
                </a:cubicBezTo>
                <a:cubicBezTo>
                  <a:pt x="4914514" y="983912"/>
                  <a:pt x="4884456" y="1000028"/>
                  <a:pt x="4833574" y="1000389"/>
                </a:cubicBezTo>
                <a:cubicBezTo>
                  <a:pt x="4782690" y="1000752"/>
                  <a:pt x="4732170" y="984093"/>
                  <a:pt x="4723116" y="962364"/>
                </a:cubicBezTo>
                <a:cubicBezTo>
                  <a:pt x="4714063" y="940634"/>
                  <a:pt x="4745569" y="927416"/>
                  <a:pt x="4795547" y="927597"/>
                </a:cubicBezTo>
                <a:close/>
                <a:moveTo>
                  <a:pt x="1612221" y="923795"/>
                </a:moveTo>
                <a:cubicBezTo>
                  <a:pt x="1644273" y="924882"/>
                  <a:pt x="1652962" y="935927"/>
                  <a:pt x="1631232" y="949146"/>
                </a:cubicBezTo>
                <a:cubicBezTo>
                  <a:pt x="1599671" y="965115"/>
                  <a:pt x="1564851" y="973603"/>
                  <a:pt x="1529471" y="973953"/>
                </a:cubicBezTo>
                <a:cubicBezTo>
                  <a:pt x="1493252" y="973953"/>
                  <a:pt x="1485647" y="961822"/>
                  <a:pt x="1511362" y="947516"/>
                </a:cubicBezTo>
                <a:cubicBezTo>
                  <a:pt x="1542850" y="932329"/>
                  <a:pt x="1577274" y="924234"/>
                  <a:pt x="1612221" y="923795"/>
                </a:cubicBezTo>
                <a:close/>
                <a:moveTo>
                  <a:pt x="7000527" y="921441"/>
                </a:moveTo>
                <a:cubicBezTo>
                  <a:pt x="7030967" y="922913"/>
                  <a:pt x="7060898" y="929844"/>
                  <a:pt x="7088893" y="941903"/>
                </a:cubicBezTo>
                <a:cubicBezTo>
                  <a:pt x="7110983" y="953491"/>
                  <a:pt x="7105191" y="963270"/>
                  <a:pt x="7076216" y="962727"/>
                </a:cubicBezTo>
                <a:cubicBezTo>
                  <a:pt x="7043841" y="961388"/>
                  <a:pt x="7011989" y="953891"/>
                  <a:pt x="6982420" y="940635"/>
                </a:cubicBezTo>
                <a:cubicBezTo>
                  <a:pt x="6962683" y="929589"/>
                  <a:pt x="6971011" y="920537"/>
                  <a:pt x="7000527" y="921441"/>
                </a:cubicBezTo>
                <a:close/>
                <a:moveTo>
                  <a:pt x="1376278" y="920897"/>
                </a:moveTo>
                <a:cubicBezTo>
                  <a:pt x="1407784" y="919992"/>
                  <a:pt x="1415026" y="928684"/>
                  <a:pt x="1393663" y="941902"/>
                </a:cubicBezTo>
                <a:cubicBezTo>
                  <a:pt x="1364559" y="956638"/>
                  <a:pt x="1332474" y="964506"/>
                  <a:pt x="1299861" y="964900"/>
                </a:cubicBezTo>
                <a:cubicBezTo>
                  <a:pt x="1266543" y="964900"/>
                  <a:pt x="1258394" y="956569"/>
                  <a:pt x="1279945" y="943895"/>
                </a:cubicBezTo>
                <a:cubicBezTo>
                  <a:pt x="1309820" y="928808"/>
                  <a:pt x="1342815" y="920933"/>
                  <a:pt x="1376278" y="920897"/>
                </a:cubicBezTo>
                <a:close/>
                <a:moveTo>
                  <a:pt x="4549099" y="919991"/>
                </a:moveTo>
                <a:cubicBezTo>
                  <a:pt x="4600705" y="919991"/>
                  <a:pt x="4645071" y="934840"/>
                  <a:pt x="4653762" y="956206"/>
                </a:cubicBezTo>
                <a:cubicBezTo>
                  <a:pt x="4662454" y="977574"/>
                  <a:pt x="4629136" y="993870"/>
                  <a:pt x="4574813" y="993690"/>
                </a:cubicBezTo>
                <a:cubicBezTo>
                  <a:pt x="4520489" y="993509"/>
                  <a:pt x="4479021" y="977755"/>
                  <a:pt x="4471961" y="957474"/>
                </a:cubicBezTo>
                <a:cubicBezTo>
                  <a:pt x="4464898" y="937194"/>
                  <a:pt x="4497853" y="920171"/>
                  <a:pt x="4549099" y="919991"/>
                </a:cubicBezTo>
                <a:close/>
                <a:moveTo>
                  <a:pt x="6736698" y="912206"/>
                </a:moveTo>
                <a:cubicBezTo>
                  <a:pt x="6771176" y="912835"/>
                  <a:pt x="6805163" y="920409"/>
                  <a:pt x="6836653" y="934479"/>
                </a:cubicBezTo>
                <a:cubicBezTo>
                  <a:pt x="6860013" y="946792"/>
                  <a:pt x="6854761" y="958018"/>
                  <a:pt x="6823254" y="958201"/>
                </a:cubicBezTo>
                <a:cubicBezTo>
                  <a:pt x="6788343" y="957573"/>
                  <a:pt x="6753956" y="949743"/>
                  <a:pt x="6722212" y="935203"/>
                </a:cubicBezTo>
                <a:cubicBezTo>
                  <a:pt x="6699758" y="923070"/>
                  <a:pt x="6706821" y="912386"/>
                  <a:pt x="6736698" y="912206"/>
                </a:cubicBezTo>
                <a:close/>
                <a:moveTo>
                  <a:pt x="1151739" y="911663"/>
                </a:moveTo>
                <a:cubicBezTo>
                  <a:pt x="1176729" y="911482"/>
                  <a:pt x="1183247" y="920718"/>
                  <a:pt x="1164958" y="930677"/>
                </a:cubicBezTo>
                <a:cubicBezTo>
                  <a:pt x="1137108" y="943067"/>
                  <a:pt x="1107211" y="950190"/>
                  <a:pt x="1076771" y="951683"/>
                </a:cubicBezTo>
                <a:cubicBezTo>
                  <a:pt x="1048526" y="951683"/>
                  <a:pt x="1042188" y="941903"/>
                  <a:pt x="1063916" y="931219"/>
                </a:cubicBezTo>
                <a:cubicBezTo>
                  <a:pt x="1091766" y="919468"/>
                  <a:pt x="1121537" y="912841"/>
                  <a:pt x="1151739" y="911663"/>
                </a:cubicBezTo>
                <a:close/>
                <a:moveTo>
                  <a:pt x="4305912" y="908402"/>
                </a:moveTo>
                <a:cubicBezTo>
                  <a:pt x="4353173" y="908402"/>
                  <a:pt x="4402970" y="925241"/>
                  <a:pt x="4408220" y="945161"/>
                </a:cubicBezTo>
                <a:cubicBezTo>
                  <a:pt x="4413471" y="965261"/>
                  <a:pt x="4372005" y="984093"/>
                  <a:pt x="4320760" y="984093"/>
                </a:cubicBezTo>
                <a:cubicBezTo>
                  <a:pt x="4269516" y="984093"/>
                  <a:pt x="4221349" y="964717"/>
                  <a:pt x="4220081" y="944617"/>
                </a:cubicBezTo>
                <a:cubicBezTo>
                  <a:pt x="4218814" y="924517"/>
                  <a:pt x="4258651" y="908402"/>
                  <a:pt x="4305912" y="908402"/>
                </a:cubicBezTo>
                <a:close/>
                <a:moveTo>
                  <a:pt x="920865" y="908221"/>
                </a:moveTo>
                <a:cubicBezTo>
                  <a:pt x="944226" y="907678"/>
                  <a:pt x="947484" y="915645"/>
                  <a:pt x="927569" y="924880"/>
                </a:cubicBezTo>
                <a:cubicBezTo>
                  <a:pt x="902018" y="935349"/>
                  <a:pt x="874764" y="941056"/>
                  <a:pt x="847168" y="941720"/>
                </a:cubicBezTo>
                <a:cubicBezTo>
                  <a:pt x="824532" y="941720"/>
                  <a:pt x="823808" y="932484"/>
                  <a:pt x="845358" y="923612"/>
                </a:cubicBezTo>
                <a:cubicBezTo>
                  <a:pt x="869494" y="914291"/>
                  <a:pt x="895009" y="909088"/>
                  <a:pt x="920865" y="908221"/>
                </a:cubicBezTo>
                <a:close/>
                <a:moveTo>
                  <a:pt x="4065623" y="901883"/>
                </a:moveTo>
                <a:cubicBezTo>
                  <a:pt x="4113066" y="901883"/>
                  <a:pt x="4160327" y="917817"/>
                  <a:pt x="4163043" y="937737"/>
                </a:cubicBezTo>
                <a:cubicBezTo>
                  <a:pt x="4165760" y="957835"/>
                  <a:pt x="4121758" y="976667"/>
                  <a:pt x="4070332" y="976850"/>
                </a:cubicBezTo>
                <a:cubicBezTo>
                  <a:pt x="4018905" y="977030"/>
                  <a:pt x="3973818" y="958742"/>
                  <a:pt x="3975086" y="938098"/>
                </a:cubicBezTo>
                <a:cubicBezTo>
                  <a:pt x="3976352" y="917456"/>
                  <a:pt x="4018181" y="901883"/>
                  <a:pt x="4065623" y="901883"/>
                </a:cubicBezTo>
                <a:close/>
                <a:moveTo>
                  <a:pt x="6482282" y="901161"/>
                </a:moveTo>
                <a:cubicBezTo>
                  <a:pt x="6517412" y="901233"/>
                  <a:pt x="6551996" y="909740"/>
                  <a:pt x="6583142" y="925968"/>
                </a:cubicBezTo>
                <a:cubicBezTo>
                  <a:pt x="6605958" y="940273"/>
                  <a:pt x="6594913" y="950231"/>
                  <a:pt x="6556525" y="949507"/>
                </a:cubicBezTo>
                <a:cubicBezTo>
                  <a:pt x="6520887" y="949440"/>
                  <a:pt x="6485814" y="940611"/>
                  <a:pt x="6454397" y="923795"/>
                </a:cubicBezTo>
                <a:cubicBezTo>
                  <a:pt x="6433392" y="909852"/>
                  <a:pt x="6445162" y="900436"/>
                  <a:pt x="6482282" y="901161"/>
                </a:cubicBezTo>
                <a:close/>
                <a:moveTo>
                  <a:pt x="697409" y="900798"/>
                </a:moveTo>
                <a:cubicBezTo>
                  <a:pt x="717872" y="900798"/>
                  <a:pt x="720227" y="906231"/>
                  <a:pt x="702843" y="914016"/>
                </a:cubicBezTo>
                <a:cubicBezTo>
                  <a:pt x="681766" y="922810"/>
                  <a:pt x="659220" y="927599"/>
                  <a:pt x="636387" y="928141"/>
                </a:cubicBezTo>
                <a:cubicBezTo>
                  <a:pt x="615382" y="928141"/>
                  <a:pt x="613572" y="922707"/>
                  <a:pt x="631497" y="914740"/>
                </a:cubicBezTo>
                <a:cubicBezTo>
                  <a:pt x="652430" y="906079"/>
                  <a:pt x="674775" y="901353"/>
                  <a:pt x="697409" y="900798"/>
                </a:cubicBezTo>
                <a:close/>
                <a:moveTo>
                  <a:pt x="470874" y="897357"/>
                </a:moveTo>
                <a:cubicBezTo>
                  <a:pt x="485724" y="897357"/>
                  <a:pt x="484638" y="902066"/>
                  <a:pt x="468340" y="908402"/>
                </a:cubicBezTo>
                <a:cubicBezTo>
                  <a:pt x="451609" y="914705"/>
                  <a:pt x="433898" y="918015"/>
                  <a:pt x="416009" y="918181"/>
                </a:cubicBezTo>
                <a:cubicBezTo>
                  <a:pt x="401160" y="918181"/>
                  <a:pt x="402428" y="913291"/>
                  <a:pt x="419087" y="906953"/>
                </a:cubicBezTo>
                <a:cubicBezTo>
                  <a:pt x="435655" y="900725"/>
                  <a:pt x="453184" y="897475"/>
                  <a:pt x="470874" y="897357"/>
                </a:cubicBezTo>
                <a:close/>
                <a:moveTo>
                  <a:pt x="3822617" y="892106"/>
                </a:moveTo>
                <a:cubicBezTo>
                  <a:pt x="3871146" y="892106"/>
                  <a:pt x="3912793" y="908221"/>
                  <a:pt x="3911888" y="927597"/>
                </a:cubicBezTo>
                <a:cubicBezTo>
                  <a:pt x="3910802" y="947334"/>
                  <a:pt x="3864264" y="965805"/>
                  <a:pt x="3813381" y="965986"/>
                </a:cubicBezTo>
                <a:cubicBezTo>
                  <a:pt x="3762499" y="966166"/>
                  <a:pt x="3720850" y="947878"/>
                  <a:pt x="3724472" y="928321"/>
                </a:cubicBezTo>
                <a:cubicBezTo>
                  <a:pt x="3728093" y="908765"/>
                  <a:pt x="3774088" y="892106"/>
                  <a:pt x="3822617" y="892106"/>
                </a:cubicBezTo>
                <a:close/>
                <a:moveTo>
                  <a:pt x="6226603" y="891201"/>
                </a:moveTo>
                <a:cubicBezTo>
                  <a:pt x="6264109" y="891244"/>
                  <a:pt x="6301079" y="900115"/>
                  <a:pt x="6334525" y="917095"/>
                </a:cubicBezTo>
                <a:cubicBezTo>
                  <a:pt x="6358608" y="931943"/>
                  <a:pt x="6348287" y="944619"/>
                  <a:pt x="6311167" y="945163"/>
                </a:cubicBezTo>
                <a:cubicBezTo>
                  <a:pt x="6271811" y="945733"/>
                  <a:pt x="6232968" y="936194"/>
                  <a:pt x="6198355" y="917457"/>
                </a:cubicBezTo>
                <a:cubicBezTo>
                  <a:pt x="6177169" y="902970"/>
                  <a:pt x="6190025" y="891381"/>
                  <a:pt x="6226603" y="891201"/>
                </a:cubicBezTo>
                <a:close/>
                <a:moveTo>
                  <a:pt x="3589751" y="885044"/>
                </a:moveTo>
                <a:cubicBezTo>
                  <a:pt x="3637375" y="885044"/>
                  <a:pt x="3673771" y="901159"/>
                  <a:pt x="3670873" y="919630"/>
                </a:cubicBezTo>
                <a:cubicBezTo>
                  <a:pt x="3667976" y="938099"/>
                  <a:pt x="3618723" y="958198"/>
                  <a:pt x="3568204" y="958562"/>
                </a:cubicBezTo>
                <a:cubicBezTo>
                  <a:pt x="3518044" y="958562"/>
                  <a:pt x="3477665" y="940454"/>
                  <a:pt x="3485633" y="921259"/>
                </a:cubicBezTo>
                <a:cubicBezTo>
                  <a:pt x="3493600" y="902066"/>
                  <a:pt x="3542129" y="885044"/>
                  <a:pt x="3589751" y="885044"/>
                </a:cubicBezTo>
                <a:close/>
                <a:moveTo>
                  <a:pt x="5974180" y="879432"/>
                </a:moveTo>
                <a:cubicBezTo>
                  <a:pt x="6013216" y="879304"/>
                  <a:pt x="6051673" y="888887"/>
                  <a:pt x="6086087" y="907316"/>
                </a:cubicBezTo>
                <a:cubicBezTo>
                  <a:pt x="6108177" y="922707"/>
                  <a:pt x="6093147" y="936652"/>
                  <a:pt x="6053493" y="937013"/>
                </a:cubicBezTo>
                <a:cubicBezTo>
                  <a:pt x="6013783" y="937289"/>
                  <a:pt x="5974678" y="927310"/>
                  <a:pt x="5939957" y="908041"/>
                </a:cubicBezTo>
                <a:cubicBezTo>
                  <a:pt x="5919856" y="893011"/>
                  <a:pt x="5935972" y="879612"/>
                  <a:pt x="5974180" y="879432"/>
                </a:cubicBezTo>
                <a:close/>
                <a:moveTo>
                  <a:pt x="3359960" y="876534"/>
                </a:moveTo>
                <a:cubicBezTo>
                  <a:pt x="3406860" y="876534"/>
                  <a:pt x="3439998" y="892649"/>
                  <a:pt x="3432392" y="911301"/>
                </a:cubicBezTo>
                <a:cubicBezTo>
                  <a:pt x="3424787" y="929951"/>
                  <a:pt x="3371188" y="947517"/>
                  <a:pt x="3321211" y="947517"/>
                </a:cubicBezTo>
                <a:cubicBezTo>
                  <a:pt x="3271233" y="947517"/>
                  <a:pt x="3240812" y="929409"/>
                  <a:pt x="3252763" y="910214"/>
                </a:cubicBezTo>
                <a:cubicBezTo>
                  <a:pt x="3264715" y="891020"/>
                  <a:pt x="3313604" y="875990"/>
                  <a:pt x="3359960" y="876534"/>
                </a:cubicBezTo>
                <a:close/>
                <a:moveTo>
                  <a:pt x="5725017" y="871644"/>
                </a:moveTo>
                <a:cubicBezTo>
                  <a:pt x="5763195" y="871055"/>
                  <a:pt x="5800791" y="881019"/>
                  <a:pt x="5833664" y="900436"/>
                </a:cubicBezTo>
                <a:cubicBezTo>
                  <a:pt x="5855937" y="917639"/>
                  <a:pt x="5838734" y="931582"/>
                  <a:pt x="5794371" y="931582"/>
                </a:cubicBezTo>
                <a:cubicBezTo>
                  <a:pt x="5750007" y="931582"/>
                  <a:pt x="5699847" y="918000"/>
                  <a:pt x="5680654" y="900797"/>
                </a:cubicBezTo>
                <a:cubicBezTo>
                  <a:pt x="5661459" y="883596"/>
                  <a:pt x="5681922" y="871283"/>
                  <a:pt x="5725017" y="871644"/>
                </a:cubicBezTo>
                <a:close/>
                <a:moveTo>
                  <a:pt x="3127276" y="871282"/>
                </a:moveTo>
                <a:cubicBezTo>
                  <a:pt x="3175444" y="871101"/>
                  <a:pt x="3203692" y="884680"/>
                  <a:pt x="3193732" y="903512"/>
                </a:cubicBezTo>
                <a:cubicBezTo>
                  <a:pt x="3183231" y="923793"/>
                  <a:pt x="3138323" y="938279"/>
                  <a:pt x="3088346" y="938823"/>
                </a:cubicBezTo>
                <a:cubicBezTo>
                  <a:pt x="3035289" y="938823"/>
                  <a:pt x="3006680" y="924517"/>
                  <a:pt x="3020803" y="904237"/>
                </a:cubicBezTo>
                <a:cubicBezTo>
                  <a:pt x="3034928" y="883956"/>
                  <a:pt x="3079111" y="871462"/>
                  <a:pt x="3127276" y="871282"/>
                </a:cubicBezTo>
                <a:close/>
                <a:moveTo>
                  <a:pt x="2900389" y="865487"/>
                </a:moveTo>
                <a:cubicBezTo>
                  <a:pt x="2946382" y="865667"/>
                  <a:pt x="2971008" y="879792"/>
                  <a:pt x="2958876" y="897176"/>
                </a:cubicBezTo>
                <a:cubicBezTo>
                  <a:pt x="2945838" y="915283"/>
                  <a:pt x="2894231" y="931579"/>
                  <a:pt x="2846267" y="931399"/>
                </a:cubicBezTo>
                <a:cubicBezTo>
                  <a:pt x="2798281" y="931218"/>
                  <a:pt x="2773837" y="916008"/>
                  <a:pt x="2788866" y="898261"/>
                </a:cubicBezTo>
                <a:cubicBezTo>
                  <a:pt x="2803895" y="880516"/>
                  <a:pt x="2854415" y="865306"/>
                  <a:pt x="2900389" y="865487"/>
                </a:cubicBezTo>
                <a:close/>
                <a:moveTo>
                  <a:pt x="7600620" y="863677"/>
                </a:moveTo>
                <a:cubicBezTo>
                  <a:pt x="7620301" y="864784"/>
                  <a:pt x="7639732" y="868560"/>
                  <a:pt x="7658382" y="874905"/>
                </a:cubicBezTo>
                <a:cubicBezTo>
                  <a:pt x="7672326" y="880337"/>
                  <a:pt x="7672868" y="886131"/>
                  <a:pt x="7658382" y="886493"/>
                </a:cubicBezTo>
                <a:cubicBezTo>
                  <a:pt x="7638736" y="885675"/>
                  <a:pt x="7619288" y="882141"/>
                  <a:pt x="7600620" y="875991"/>
                </a:cubicBezTo>
                <a:cubicBezTo>
                  <a:pt x="7584141" y="869835"/>
                  <a:pt x="7584141" y="863497"/>
                  <a:pt x="7600620" y="863677"/>
                </a:cubicBezTo>
                <a:close/>
                <a:moveTo>
                  <a:pt x="5481830" y="863314"/>
                </a:moveTo>
                <a:cubicBezTo>
                  <a:pt x="5523659" y="863314"/>
                  <a:pt x="5579792" y="878344"/>
                  <a:pt x="5596451" y="895183"/>
                </a:cubicBezTo>
                <a:cubicBezTo>
                  <a:pt x="5613110" y="912023"/>
                  <a:pt x="5590296" y="926872"/>
                  <a:pt x="5546657" y="927053"/>
                </a:cubicBezTo>
                <a:cubicBezTo>
                  <a:pt x="5501567" y="927053"/>
                  <a:pt x="5445795" y="910937"/>
                  <a:pt x="5430767" y="893735"/>
                </a:cubicBezTo>
                <a:cubicBezTo>
                  <a:pt x="5415737" y="876532"/>
                  <a:pt x="5440001" y="863314"/>
                  <a:pt x="5481830" y="863314"/>
                </a:cubicBezTo>
                <a:close/>
                <a:moveTo>
                  <a:pt x="2677502" y="856977"/>
                </a:moveTo>
                <a:cubicBezTo>
                  <a:pt x="2718242" y="857338"/>
                  <a:pt x="2744139" y="872912"/>
                  <a:pt x="2726393" y="889390"/>
                </a:cubicBezTo>
                <a:cubicBezTo>
                  <a:pt x="2708647" y="905867"/>
                  <a:pt x="2655773" y="920716"/>
                  <a:pt x="2613220" y="920172"/>
                </a:cubicBezTo>
                <a:cubicBezTo>
                  <a:pt x="2568492" y="920172"/>
                  <a:pt x="2546041" y="903333"/>
                  <a:pt x="2565958" y="886311"/>
                </a:cubicBezTo>
                <a:cubicBezTo>
                  <a:pt x="2585874" y="869290"/>
                  <a:pt x="2636756" y="856614"/>
                  <a:pt x="2677502" y="856977"/>
                </a:cubicBezTo>
                <a:close/>
                <a:moveTo>
                  <a:pt x="5242446" y="852993"/>
                </a:moveTo>
                <a:cubicBezTo>
                  <a:pt x="5287172" y="853173"/>
                  <a:pt x="5338055" y="867298"/>
                  <a:pt x="5353446" y="885406"/>
                </a:cubicBezTo>
                <a:cubicBezTo>
                  <a:pt x="5369200" y="903514"/>
                  <a:pt x="5342764" y="918361"/>
                  <a:pt x="5293691" y="917819"/>
                </a:cubicBezTo>
                <a:cubicBezTo>
                  <a:pt x="5244619" y="917276"/>
                  <a:pt x="5195729" y="901521"/>
                  <a:pt x="5183233" y="883052"/>
                </a:cubicBezTo>
                <a:cubicBezTo>
                  <a:pt x="5170739" y="864582"/>
                  <a:pt x="5197719" y="852812"/>
                  <a:pt x="5242446" y="852993"/>
                </a:cubicBezTo>
                <a:close/>
                <a:moveTo>
                  <a:pt x="2440834" y="852813"/>
                </a:moveTo>
                <a:cubicBezTo>
                  <a:pt x="2481394" y="852632"/>
                  <a:pt x="2502943" y="865126"/>
                  <a:pt x="2485196" y="881424"/>
                </a:cubicBezTo>
                <a:cubicBezTo>
                  <a:pt x="2467089" y="898263"/>
                  <a:pt x="2418380" y="911481"/>
                  <a:pt x="2374557" y="911120"/>
                </a:cubicBezTo>
                <a:cubicBezTo>
                  <a:pt x="2330739" y="910757"/>
                  <a:pt x="2313717" y="897176"/>
                  <a:pt x="2334541" y="880517"/>
                </a:cubicBezTo>
                <a:cubicBezTo>
                  <a:pt x="2355367" y="863858"/>
                  <a:pt x="2400272" y="852993"/>
                  <a:pt x="2440834" y="852813"/>
                </a:cubicBezTo>
                <a:close/>
                <a:moveTo>
                  <a:pt x="7340773" y="851364"/>
                </a:moveTo>
                <a:cubicBezTo>
                  <a:pt x="7364711" y="852588"/>
                  <a:pt x="7388341" y="857409"/>
                  <a:pt x="7410848" y="865669"/>
                </a:cubicBezTo>
                <a:cubicBezTo>
                  <a:pt x="7428956" y="873456"/>
                  <a:pt x="7426058" y="880879"/>
                  <a:pt x="7403968" y="880155"/>
                </a:cubicBezTo>
                <a:cubicBezTo>
                  <a:pt x="7379830" y="878885"/>
                  <a:pt x="7356036" y="873750"/>
                  <a:pt x="7333529" y="864945"/>
                </a:cubicBezTo>
                <a:cubicBezTo>
                  <a:pt x="7317775" y="857339"/>
                  <a:pt x="7321216" y="851364"/>
                  <a:pt x="7340773" y="851364"/>
                </a:cubicBezTo>
                <a:close/>
                <a:moveTo>
                  <a:pt x="5007767" y="845750"/>
                </a:moveTo>
                <a:cubicBezTo>
                  <a:pt x="5056659" y="845750"/>
                  <a:pt x="5102835" y="859875"/>
                  <a:pt x="5116414" y="878888"/>
                </a:cubicBezTo>
                <a:cubicBezTo>
                  <a:pt x="5129995" y="897900"/>
                  <a:pt x="5101928" y="912567"/>
                  <a:pt x="5050140" y="912025"/>
                </a:cubicBezTo>
                <a:cubicBezTo>
                  <a:pt x="4998351" y="911482"/>
                  <a:pt x="4955436" y="897176"/>
                  <a:pt x="4943303" y="878344"/>
                </a:cubicBezTo>
                <a:cubicBezTo>
                  <a:pt x="4931173" y="859512"/>
                  <a:pt x="4958333" y="845750"/>
                  <a:pt x="5007767" y="845750"/>
                </a:cubicBezTo>
                <a:close/>
                <a:moveTo>
                  <a:pt x="2222634" y="844482"/>
                </a:moveTo>
                <a:cubicBezTo>
                  <a:pt x="2260481" y="844482"/>
                  <a:pt x="2278768" y="858063"/>
                  <a:pt x="2258851" y="872549"/>
                </a:cubicBezTo>
                <a:cubicBezTo>
                  <a:pt x="2225498" y="890676"/>
                  <a:pt x="2188156" y="900200"/>
                  <a:pt x="2150203" y="900254"/>
                </a:cubicBezTo>
                <a:cubicBezTo>
                  <a:pt x="2110726" y="900254"/>
                  <a:pt x="2093528" y="885767"/>
                  <a:pt x="2113987" y="871101"/>
                </a:cubicBezTo>
                <a:cubicBezTo>
                  <a:pt x="2147521" y="853567"/>
                  <a:pt x="2184809" y="844430"/>
                  <a:pt x="2222634" y="844482"/>
                </a:cubicBezTo>
                <a:close/>
                <a:moveTo>
                  <a:pt x="7091973" y="842853"/>
                </a:moveTo>
                <a:cubicBezTo>
                  <a:pt x="7119134" y="843239"/>
                  <a:pt x="7145986" y="848769"/>
                  <a:pt x="7171103" y="859151"/>
                </a:cubicBezTo>
                <a:cubicBezTo>
                  <a:pt x="7192833" y="869109"/>
                  <a:pt x="7189211" y="875991"/>
                  <a:pt x="7163860" y="875991"/>
                </a:cubicBezTo>
                <a:cubicBezTo>
                  <a:pt x="7136353" y="875667"/>
                  <a:pt x="7109174" y="870010"/>
                  <a:pt x="7083823" y="859331"/>
                </a:cubicBezTo>
                <a:cubicBezTo>
                  <a:pt x="7062999" y="849552"/>
                  <a:pt x="7065715" y="842853"/>
                  <a:pt x="7091973" y="842853"/>
                </a:cubicBezTo>
                <a:close/>
                <a:moveTo>
                  <a:pt x="1998276" y="840499"/>
                </a:moveTo>
                <a:cubicBezTo>
                  <a:pt x="2036664" y="840499"/>
                  <a:pt x="2050791" y="850820"/>
                  <a:pt x="2030509" y="865306"/>
                </a:cubicBezTo>
                <a:cubicBezTo>
                  <a:pt x="1998314" y="883188"/>
                  <a:pt x="1961937" y="892187"/>
                  <a:pt x="1925120" y="891381"/>
                </a:cubicBezTo>
                <a:cubicBezTo>
                  <a:pt x="1887821" y="891381"/>
                  <a:pt x="1875145" y="880517"/>
                  <a:pt x="1895063" y="866394"/>
                </a:cubicBezTo>
                <a:cubicBezTo>
                  <a:pt x="1926678" y="849046"/>
                  <a:pt x="1962226" y="840128"/>
                  <a:pt x="1998276" y="840499"/>
                </a:cubicBezTo>
                <a:close/>
                <a:moveTo>
                  <a:pt x="4774180" y="835066"/>
                </a:moveTo>
                <a:cubicBezTo>
                  <a:pt x="4822709" y="835610"/>
                  <a:pt x="4870331" y="851364"/>
                  <a:pt x="4881015" y="869471"/>
                </a:cubicBezTo>
                <a:cubicBezTo>
                  <a:pt x="4891699" y="887579"/>
                  <a:pt x="4858200" y="903875"/>
                  <a:pt x="4808584" y="904056"/>
                </a:cubicBezTo>
                <a:cubicBezTo>
                  <a:pt x="4759331" y="904056"/>
                  <a:pt x="4708992" y="887760"/>
                  <a:pt x="4699937" y="869108"/>
                </a:cubicBezTo>
                <a:cubicBezTo>
                  <a:pt x="4690884" y="850457"/>
                  <a:pt x="4725651" y="834522"/>
                  <a:pt x="4774180" y="835066"/>
                </a:cubicBezTo>
                <a:close/>
                <a:moveTo>
                  <a:pt x="1783518" y="833256"/>
                </a:moveTo>
                <a:cubicBezTo>
                  <a:pt x="1816477" y="833256"/>
                  <a:pt x="1829147" y="843759"/>
                  <a:pt x="1810138" y="856253"/>
                </a:cubicBezTo>
                <a:cubicBezTo>
                  <a:pt x="1778504" y="871781"/>
                  <a:pt x="1743790" y="880012"/>
                  <a:pt x="1708555" y="880336"/>
                </a:cubicBezTo>
                <a:cubicBezTo>
                  <a:pt x="1674511" y="880336"/>
                  <a:pt x="1662738" y="869110"/>
                  <a:pt x="1683202" y="856434"/>
                </a:cubicBezTo>
                <a:cubicBezTo>
                  <a:pt x="1714565" y="841546"/>
                  <a:pt x="1748786" y="833638"/>
                  <a:pt x="1783518" y="833256"/>
                </a:cubicBezTo>
                <a:close/>
                <a:moveTo>
                  <a:pt x="6840273" y="831263"/>
                </a:moveTo>
                <a:cubicBezTo>
                  <a:pt x="6870893" y="831501"/>
                  <a:pt x="6901151" y="837970"/>
                  <a:pt x="6929182" y="850276"/>
                </a:cubicBezTo>
                <a:cubicBezTo>
                  <a:pt x="6951455" y="861502"/>
                  <a:pt x="6945297" y="869651"/>
                  <a:pt x="6914334" y="868383"/>
                </a:cubicBezTo>
                <a:cubicBezTo>
                  <a:pt x="6884638" y="868041"/>
                  <a:pt x="6855302" y="861888"/>
                  <a:pt x="6827959" y="850276"/>
                </a:cubicBezTo>
                <a:cubicBezTo>
                  <a:pt x="6805506" y="839048"/>
                  <a:pt x="6810939" y="831081"/>
                  <a:pt x="6840273" y="831263"/>
                </a:cubicBezTo>
                <a:close/>
                <a:moveTo>
                  <a:pt x="1565685" y="828730"/>
                </a:moveTo>
                <a:cubicBezTo>
                  <a:pt x="1595744" y="828910"/>
                  <a:pt x="1603529" y="838689"/>
                  <a:pt x="1583792" y="850278"/>
                </a:cubicBezTo>
                <a:cubicBezTo>
                  <a:pt x="1553571" y="864025"/>
                  <a:pt x="1520834" y="871363"/>
                  <a:pt x="1487641" y="871827"/>
                </a:cubicBezTo>
                <a:cubicBezTo>
                  <a:pt x="1456677" y="871827"/>
                  <a:pt x="1448891" y="861323"/>
                  <a:pt x="1470619" y="849554"/>
                </a:cubicBezTo>
                <a:cubicBezTo>
                  <a:pt x="1500568" y="836235"/>
                  <a:pt x="1532912" y="829150"/>
                  <a:pt x="1565685" y="828730"/>
                </a:cubicBezTo>
                <a:close/>
                <a:moveTo>
                  <a:pt x="4533527" y="828547"/>
                </a:moveTo>
                <a:cubicBezTo>
                  <a:pt x="4583867" y="828547"/>
                  <a:pt x="4629499" y="842672"/>
                  <a:pt x="4638190" y="861865"/>
                </a:cubicBezTo>
                <a:cubicBezTo>
                  <a:pt x="4646882" y="881060"/>
                  <a:pt x="4613381" y="898081"/>
                  <a:pt x="4561050" y="898081"/>
                </a:cubicBezTo>
                <a:cubicBezTo>
                  <a:pt x="4508719" y="898081"/>
                  <a:pt x="4462183" y="882690"/>
                  <a:pt x="4455845" y="863133"/>
                </a:cubicBezTo>
                <a:cubicBezTo>
                  <a:pt x="4449507" y="843577"/>
                  <a:pt x="4483730" y="828727"/>
                  <a:pt x="4533527" y="828547"/>
                </a:cubicBezTo>
                <a:close/>
                <a:moveTo>
                  <a:pt x="6597269" y="822753"/>
                </a:moveTo>
                <a:cubicBezTo>
                  <a:pt x="6630171" y="823101"/>
                  <a:pt x="6662674" y="829996"/>
                  <a:pt x="6692878" y="843033"/>
                </a:cubicBezTo>
                <a:cubicBezTo>
                  <a:pt x="6717141" y="855347"/>
                  <a:pt x="6709717" y="865850"/>
                  <a:pt x="6676036" y="865487"/>
                </a:cubicBezTo>
                <a:cubicBezTo>
                  <a:pt x="6642773" y="864919"/>
                  <a:pt x="6609980" y="857523"/>
                  <a:pt x="6579703" y="843758"/>
                </a:cubicBezTo>
                <a:cubicBezTo>
                  <a:pt x="6559061" y="832169"/>
                  <a:pt x="6567029" y="822753"/>
                  <a:pt x="6597269" y="822753"/>
                </a:cubicBezTo>
                <a:close/>
                <a:moveTo>
                  <a:pt x="1353279" y="822392"/>
                </a:moveTo>
                <a:cubicBezTo>
                  <a:pt x="1379895" y="822392"/>
                  <a:pt x="1385694" y="830177"/>
                  <a:pt x="1366860" y="840499"/>
                </a:cubicBezTo>
                <a:cubicBezTo>
                  <a:pt x="1339318" y="853181"/>
                  <a:pt x="1309349" y="859731"/>
                  <a:pt x="1279037" y="859693"/>
                </a:cubicBezTo>
                <a:cubicBezTo>
                  <a:pt x="1248977" y="859693"/>
                  <a:pt x="1242822" y="851725"/>
                  <a:pt x="1266000" y="840499"/>
                </a:cubicBezTo>
                <a:cubicBezTo>
                  <a:pt x="1293524" y="828456"/>
                  <a:pt x="1323240" y="822287"/>
                  <a:pt x="1353279" y="822392"/>
                </a:cubicBezTo>
                <a:close/>
                <a:moveTo>
                  <a:pt x="4305549" y="819312"/>
                </a:moveTo>
                <a:cubicBezTo>
                  <a:pt x="4357519" y="819312"/>
                  <a:pt x="4400434" y="833254"/>
                  <a:pt x="4405504" y="853174"/>
                </a:cubicBezTo>
                <a:cubicBezTo>
                  <a:pt x="4410574" y="873091"/>
                  <a:pt x="4374902" y="888121"/>
                  <a:pt x="4322389" y="889389"/>
                </a:cubicBezTo>
                <a:cubicBezTo>
                  <a:pt x="4269878" y="890657"/>
                  <a:pt x="4224427" y="874179"/>
                  <a:pt x="4222073" y="853174"/>
                </a:cubicBezTo>
                <a:cubicBezTo>
                  <a:pt x="4219718" y="832169"/>
                  <a:pt x="4255392" y="819492"/>
                  <a:pt x="4305549" y="819312"/>
                </a:cubicBezTo>
                <a:close/>
                <a:moveTo>
                  <a:pt x="1123676" y="818045"/>
                </a:moveTo>
                <a:cubicBezTo>
                  <a:pt x="1148842" y="817321"/>
                  <a:pt x="1156270" y="825106"/>
                  <a:pt x="1138701" y="834160"/>
                </a:cubicBezTo>
                <a:cubicBezTo>
                  <a:pt x="1113751" y="844369"/>
                  <a:pt x="1087222" y="850188"/>
                  <a:pt x="1060296" y="851363"/>
                </a:cubicBezTo>
                <a:cubicBezTo>
                  <a:pt x="1034402" y="852268"/>
                  <a:pt x="1027522" y="844120"/>
                  <a:pt x="1045812" y="835065"/>
                </a:cubicBezTo>
                <a:cubicBezTo>
                  <a:pt x="1070617" y="825037"/>
                  <a:pt x="1096948" y="819283"/>
                  <a:pt x="1123676" y="818045"/>
                </a:cubicBezTo>
                <a:close/>
                <a:moveTo>
                  <a:pt x="4078477" y="813337"/>
                </a:moveTo>
                <a:cubicBezTo>
                  <a:pt x="4128637" y="812793"/>
                  <a:pt x="4172820" y="826555"/>
                  <a:pt x="4174810" y="846111"/>
                </a:cubicBezTo>
                <a:cubicBezTo>
                  <a:pt x="4177527" y="866574"/>
                  <a:pt x="4139501" y="882327"/>
                  <a:pt x="4084271" y="882327"/>
                </a:cubicBezTo>
                <a:cubicBezTo>
                  <a:pt x="4029043" y="882327"/>
                  <a:pt x="3989569" y="867299"/>
                  <a:pt x="3990474" y="847018"/>
                </a:cubicBezTo>
                <a:cubicBezTo>
                  <a:pt x="3991379" y="826738"/>
                  <a:pt x="4028319" y="813881"/>
                  <a:pt x="4078477" y="813337"/>
                </a:cubicBezTo>
                <a:close/>
                <a:moveTo>
                  <a:pt x="916521" y="811526"/>
                </a:moveTo>
                <a:cubicBezTo>
                  <a:pt x="936800" y="811346"/>
                  <a:pt x="940966" y="818226"/>
                  <a:pt x="925573" y="825288"/>
                </a:cubicBezTo>
                <a:cubicBezTo>
                  <a:pt x="902395" y="834140"/>
                  <a:pt x="877932" y="839155"/>
                  <a:pt x="853140" y="840136"/>
                </a:cubicBezTo>
                <a:cubicBezTo>
                  <a:pt x="833042" y="840136"/>
                  <a:pt x="829238" y="833256"/>
                  <a:pt x="845358" y="826013"/>
                </a:cubicBezTo>
                <a:cubicBezTo>
                  <a:pt x="868171" y="817500"/>
                  <a:pt x="892181" y="812612"/>
                  <a:pt x="916521" y="811526"/>
                </a:cubicBezTo>
                <a:close/>
                <a:moveTo>
                  <a:pt x="6347924" y="811344"/>
                </a:moveTo>
                <a:cubicBezTo>
                  <a:pt x="6382773" y="812253"/>
                  <a:pt x="6417082" y="820198"/>
                  <a:pt x="6448784" y="834705"/>
                </a:cubicBezTo>
                <a:cubicBezTo>
                  <a:pt x="6470875" y="847379"/>
                  <a:pt x="6458924" y="859331"/>
                  <a:pt x="6423614" y="858788"/>
                </a:cubicBezTo>
                <a:cubicBezTo>
                  <a:pt x="6388267" y="857938"/>
                  <a:pt x="6353489" y="849735"/>
                  <a:pt x="6321486" y="834705"/>
                </a:cubicBezTo>
                <a:cubicBezTo>
                  <a:pt x="6301024" y="822209"/>
                  <a:pt x="6314062" y="810983"/>
                  <a:pt x="6347924" y="811344"/>
                </a:cubicBezTo>
                <a:close/>
                <a:moveTo>
                  <a:pt x="702302" y="808447"/>
                </a:moveTo>
                <a:cubicBezTo>
                  <a:pt x="717875" y="808447"/>
                  <a:pt x="719867" y="813697"/>
                  <a:pt x="706466" y="819492"/>
                </a:cubicBezTo>
                <a:cubicBezTo>
                  <a:pt x="687887" y="826235"/>
                  <a:pt x="668441" y="830201"/>
                  <a:pt x="648702" y="831264"/>
                </a:cubicBezTo>
                <a:cubicBezTo>
                  <a:pt x="630594" y="831264"/>
                  <a:pt x="628421" y="825650"/>
                  <a:pt x="644719" y="819311"/>
                </a:cubicBezTo>
                <a:cubicBezTo>
                  <a:pt x="663297" y="812933"/>
                  <a:pt x="682691" y="809274"/>
                  <a:pt x="702302" y="808447"/>
                </a:cubicBezTo>
                <a:close/>
                <a:moveTo>
                  <a:pt x="6112704" y="804464"/>
                </a:moveTo>
                <a:cubicBezTo>
                  <a:pt x="6148364" y="803944"/>
                  <a:pt x="6183612" y="812150"/>
                  <a:pt x="6215375" y="828367"/>
                </a:cubicBezTo>
                <a:cubicBezTo>
                  <a:pt x="6238190" y="842853"/>
                  <a:pt x="6227145" y="853537"/>
                  <a:pt x="6188937" y="853717"/>
                </a:cubicBezTo>
                <a:cubicBezTo>
                  <a:pt x="6151579" y="854795"/>
                  <a:pt x="6114601" y="845988"/>
                  <a:pt x="6081739" y="828186"/>
                </a:cubicBezTo>
                <a:cubicBezTo>
                  <a:pt x="6061821" y="814244"/>
                  <a:pt x="6075039" y="804284"/>
                  <a:pt x="6112704" y="804464"/>
                </a:cubicBezTo>
                <a:close/>
                <a:moveTo>
                  <a:pt x="3861547" y="803560"/>
                </a:moveTo>
                <a:cubicBezTo>
                  <a:pt x="3913517" y="803740"/>
                  <a:pt x="3949369" y="818589"/>
                  <a:pt x="3947559" y="838146"/>
                </a:cubicBezTo>
                <a:cubicBezTo>
                  <a:pt x="3945567" y="858246"/>
                  <a:pt x="3904462" y="872912"/>
                  <a:pt x="3849958" y="872732"/>
                </a:cubicBezTo>
                <a:cubicBezTo>
                  <a:pt x="3795454" y="872549"/>
                  <a:pt x="3759419" y="857339"/>
                  <a:pt x="3764309" y="836516"/>
                </a:cubicBezTo>
                <a:cubicBezTo>
                  <a:pt x="3769199" y="815692"/>
                  <a:pt x="3809577" y="803379"/>
                  <a:pt x="3861547" y="803560"/>
                </a:cubicBezTo>
                <a:close/>
                <a:moveTo>
                  <a:pt x="496585" y="802472"/>
                </a:moveTo>
                <a:cubicBezTo>
                  <a:pt x="507449" y="802652"/>
                  <a:pt x="507993" y="806456"/>
                  <a:pt x="496765" y="810802"/>
                </a:cubicBezTo>
                <a:cubicBezTo>
                  <a:pt x="482443" y="815929"/>
                  <a:pt x="467432" y="818859"/>
                  <a:pt x="452221" y="819494"/>
                </a:cubicBezTo>
                <a:cubicBezTo>
                  <a:pt x="437554" y="819494"/>
                  <a:pt x="437191" y="815509"/>
                  <a:pt x="452221" y="810439"/>
                </a:cubicBezTo>
                <a:cubicBezTo>
                  <a:pt x="466527" y="805563"/>
                  <a:pt x="481483" y="802877"/>
                  <a:pt x="496585" y="802472"/>
                </a:cubicBezTo>
                <a:close/>
                <a:moveTo>
                  <a:pt x="3638642" y="798851"/>
                </a:moveTo>
                <a:cubicBezTo>
                  <a:pt x="3690248" y="798851"/>
                  <a:pt x="3725196" y="812432"/>
                  <a:pt x="3720850" y="831625"/>
                </a:cubicBezTo>
                <a:cubicBezTo>
                  <a:pt x="3716504" y="850820"/>
                  <a:pt x="3673226" y="866212"/>
                  <a:pt x="3619266" y="866212"/>
                </a:cubicBezTo>
                <a:cubicBezTo>
                  <a:pt x="3565304" y="866212"/>
                  <a:pt x="3533434" y="851364"/>
                  <a:pt x="3539229" y="833256"/>
                </a:cubicBezTo>
                <a:cubicBezTo>
                  <a:pt x="3545023" y="815149"/>
                  <a:pt x="3587577" y="799031"/>
                  <a:pt x="3638642" y="798851"/>
                </a:cubicBezTo>
                <a:close/>
                <a:moveTo>
                  <a:pt x="5875674" y="793599"/>
                </a:moveTo>
                <a:cubicBezTo>
                  <a:pt x="5913589" y="793052"/>
                  <a:pt x="5951008" y="802282"/>
                  <a:pt x="5984321" y="820399"/>
                </a:cubicBezTo>
                <a:cubicBezTo>
                  <a:pt x="6003697" y="834885"/>
                  <a:pt x="5987399" y="846838"/>
                  <a:pt x="5948105" y="846838"/>
                </a:cubicBezTo>
                <a:cubicBezTo>
                  <a:pt x="5908812" y="846838"/>
                  <a:pt x="5857566" y="834161"/>
                  <a:pt x="5838010" y="819131"/>
                </a:cubicBezTo>
                <a:cubicBezTo>
                  <a:pt x="5818453" y="804103"/>
                  <a:pt x="5837466" y="793780"/>
                  <a:pt x="5875674" y="793599"/>
                </a:cubicBezTo>
                <a:close/>
                <a:moveTo>
                  <a:pt x="3422434" y="790703"/>
                </a:moveTo>
                <a:cubicBezTo>
                  <a:pt x="3471144" y="790703"/>
                  <a:pt x="3503557" y="804284"/>
                  <a:pt x="3497038" y="822392"/>
                </a:cubicBezTo>
                <a:cubicBezTo>
                  <a:pt x="3490520" y="840500"/>
                  <a:pt x="3442715" y="856615"/>
                  <a:pt x="3390565" y="856435"/>
                </a:cubicBezTo>
                <a:cubicBezTo>
                  <a:pt x="3338414" y="856254"/>
                  <a:pt x="3308898" y="841043"/>
                  <a:pt x="3318133" y="822392"/>
                </a:cubicBezTo>
                <a:cubicBezTo>
                  <a:pt x="3327369" y="803740"/>
                  <a:pt x="3373542" y="790703"/>
                  <a:pt x="3422434" y="790703"/>
                </a:cubicBezTo>
                <a:close/>
                <a:moveTo>
                  <a:pt x="7655848" y="788529"/>
                </a:moveTo>
                <a:cubicBezTo>
                  <a:pt x="7671020" y="789314"/>
                  <a:pt x="7685997" y="792179"/>
                  <a:pt x="7700392" y="797038"/>
                </a:cubicBezTo>
                <a:cubicBezTo>
                  <a:pt x="7712162" y="801384"/>
                  <a:pt x="7712162" y="805188"/>
                  <a:pt x="7700392" y="805369"/>
                </a:cubicBezTo>
                <a:cubicBezTo>
                  <a:pt x="7683824" y="804888"/>
                  <a:pt x="7667454" y="801770"/>
                  <a:pt x="7651863" y="796133"/>
                </a:cubicBezTo>
                <a:cubicBezTo>
                  <a:pt x="7641542" y="791788"/>
                  <a:pt x="7643352" y="788347"/>
                  <a:pt x="7655848" y="788529"/>
                </a:cubicBezTo>
                <a:close/>
                <a:moveTo>
                  <a:pt x="5648240" y="785994"/>
                </a:moveTo>
                <a:cubicBezTo>
                  <a:pt x="5689345" y="786538"/>
                  <a:pt x="5738961" y="799395"/>
                  <a:pt x="5757069" y="813881"/>
                </a:cubicBezTo>
                <a:cubicBezTo>
                  <a:pt x="5776443" y="829453"/>
                  <a:pt x="5755077" y="843397"/>
                  <a:pt x="5711980" y="842853"/>
                </a:cubicBezTo>
                <a:cubicBezTo>
                  <a:pt x="5668884" y="842310"/>
                  <a:pt x="5618907" y="828728"/>
                  <a:pt x="5601885" y="813881"/>
                </a:cubicBezTo>
                <a:cubicBezTo>
                  <a:pt x="5584864" y="799032"/>
                  <a:pt x="5607137" y="785452"/>
                  <a:pt x="5648240" y="785994"/>
                </a:cubicBezTo>
                <a:close/>
                <a:moveTo>
                  <a:pt x="3199709" y="785451"/>
                </a:moveTo>
                <a:cubicBezTo>
                  <a:pt x="3245882" y="785812"/>
                  <a:pt x="3275399" y="799935"/>
                  <a:pt x="3265983" y="816777"/>
                </a:cubicBezTo>
                <a:cubicBezTo>
                  <a:pt x="3256025" y="834885"/>
                  <a:pt x="3204597" y="850095"/>
                  <a:pt x="3155887" y="849732"/>
                </a:cubicBezTo>
                <a:cubicBezTo>
                  <a:pt x="3107178" y="849371"/>
                  <a:pt x="3079111" y="833980"/>
                  <a:pt x="3091063" y="816777"/>
                </a:cubicBezTo>
                <a:cubicBezTo>
                  <a:pt x="3103013" y="799574"/>
                  <a:pt x="3153534" y="785088"/>
                  <a:pt x="3199709" y="785451"/>
                </a:cubicBezTo>
                <a:close/>
                <a:moveTo>
                  <a:pt x="2988210" y="777665"/>
                </a:moveTo>
                <a:cubicBezTo>
                  <a:pt x="3032756" y="778572"/>
                  <a:pt x="3060641" y="793782"/>
                  <a:pt x="3044887" y="809898"/>
                </a:cubicBezTo>
                <a:cubicBezTo>
                  <a:pt x="3029134" y="826013"/>
                  <a:pt x="2976984" y="840680"/>
                  <a:pt x="2933162" y="839775"/>
                </a:cubicBezTo>
                <a:cubicBezTo>
                  <a:pt x="2886625" y="838870"/>
                  <a:pt x="2860749" y="822755"/>
                  <a:pt x="2877933" y="806276"/>
                </a:cubicBezTo>
                <a:cubicBezTo>
                  <a:pt x="2895136" y="789798"/>
                  <a:pt x="2946380" y="776941"/>
                  <a:pt x="2988210" y="777665"/>
                </a:cubicBezTo>
                <a:close/>
                <a:moveTo>
                  <a:pt x="7405780" y="776941"/>
                </a:moveTo>
                <a:cubicBezTo>
                  <a:pt x="7426405" y="777530"/>
                  <a:pt x="7446794" y="781315"/>
                  <a:pt x="7466259" y="788168"/>
                </a:cubicBezTo>
                <a:cubicBezTo>
                  <a:pt x="7480564" y="793963"/>
                  <a:pt x="7480021" y="799033"/>
                  <a:pt x="7464810" y="799214"/>
                </a:cubicBezTo>
                <a:cubicBezTo>
                  <a:pt x="7444005" y="798761"/>
                  <a:pt x="7423399" y="794970"/>
                  <a:pt x="7403788" y="787986"/>
                </a:cubicBezTo>
                <a:cubicBezTo>
                  <a:pt x="7389845" y="782191"/>
                  <a:pt x="7390750" y="777304"/>
                  <a:pt x="7405780" y="776941"/>
                </a:cubicBezTo>
                <a:close/>
                <a:moveTo>
                  <a:pt x="5419178" y="776758"/>
                </a:moveTo>
                <a:cubicBezTo>
                  <a:pt x="5463724" y="776758"/>
                  <a:pt x="5509716" y="789254"/>
                  <a:pt x="5527824" y="805731"/>
                </a:cubicBezTo>
                <a:cubicBezTo>
                  <a:pt x="5545932" y="822209"/>
                  <a:pt x="5523298" y="835066"/>
                  <a:pt x="5476398" y="834886"/>
                </a:cubicBezTo>
                <a:cubicBezTo>
                  <a:pt x="5429500" y="834703"/>
                  <a:pt x="5382601" y="821485"/>
                  <a:pt x="5367752" y="804645"/>
                </a:cubicBezTo>
                <a:cubicBezTo>
                  <a:pt x="5352904" y="787805"/>
                  <a:pt x="5374270" y="776397"/>
                  <a:pt x="5419178" y="776758"/>
                </a:cubicBezTo>
                <a:close/>
                <a:moveTo>
                  <a:pt x="2773653" y="773863"/>
                </a:moveTo>
                <a:cubicBezTo>
                  <a:pt x="2819649" y="774406"/>
                  <a:pt x="2839023" y="786357"/>
                  <a:pt x="2823813" y="802835"/>
                </a:cubicBezTo>
                <a:cubicBezTo>
                  <a:pt x="2808603" y="819313"/>
                  <a:pt x="2762426" y="832168"/>
                  <a:pt x="2715346" y="831988"/>
                </a:cubicBezTo>
                <a:cubicBezTo>
                  <a:pt x="2668811" y="831988"/>
                  <a:pt x="2647262" y="819131"/>
                  <a:pt x="2663923" y="802472"/>
                </a:cubicBezTo>
                <a:cubicBezTo>
                  <a:pt x="2680581" y="785813"/>
                  <a:pt x="2727661" y="773319"/>
                  <a:pt x="2773653" y="773863"/>
                </a:cubicBezTo>
                <a:close/>
                <a:moveTo>
                  <a:pt x="5187217" y="769336"/>
                </a:moveTo>
                <a:cubicBezTo>
                  <a:pt x="5231218" y="769697"/>
                  <a:pt x="5280653" y="783098"/>
                  <a:pt x="5295864" y="798850"/>
                </a:cubicBezTo>
                <a:cubicBezTo>
                  <a:pt x="5311074" y="814605"/>
                  <a:pt x="5285724" y="830720"/>
                  <a:pt x="5239729" y="830903"/>
                </a:cubicBezTo>
                <a:cubicBezTo>
                  <a:pt x="5194097" y="830903"/>
                  <a:pt x="5139774" y="815692"/>
                  <a:pt x="5126917" y="799214"/>
                </a:cubicBezTo>
                <a:cubicBezTo>
                  <a:pt x="5114062" y="782735"/>
                  <a:pt x="5143215" y="768973"/>
                  <a:pt x="5187217" y="769336"/>
                </a:cubicBezTo>
                <a:close/>
                <a:moveTo>
                  <a:pt x="7169836" y="768793"/>
                </a:moveTo>
                <a:cubicBezTo>
                  <a:pt x="7194462" y="769380"/>
                  <a:pt x="7218836" y="774091"/>
                  <a:pt x="7241906" y="782735"/>
                </a:cubicBezTo>
                <a:cubicBezTo>
                  <a:pt x="7260014" y="790342"/>
                  <a:pt x="7255848" y="796860"/>
                  <a:pt x="7233575" y="796497"/>
                </a:cubicBezTo>
                <a:cubicBezTo>
                  <a:pt x="7208749" y="795610"/>
                  <a:pt x="7184269" y="790528"/>
                  <a:pt x="7161144" y="781467"/>
                </a:cubicBezTo>
                <a:cubicBezTo>
                  <a:pt x="7146297" y="774407"/>
                  <a:pt x="7150279" y="768793"/>
                  <a:pt x="7169836" y="768793"/>
                </a:cubicBezTo>
                <a:close/>
                <a:moveTo>
                  <a:pt x="2563240" y="766257"/>
                </a:moveTo>
                <a:cubicBezTo>
                  <a:pt x="2602715" y="766437"/>
                  <a:pt x="2623537" y="778750"/>
                  <a:pt x="2609596" y="793056"/>
                </a:cubicBezTo>
                <a:cubicBezTo>
                  <a:pt x="2595656" y="807361"/>
                  <a:pt x="2543503" y="822028"/>
                  <a:pt x="2500950" y="822209"/>
                </a:cubicBezTo>
                <a:cubicBezTo>
                  <a:pt x="2458577" y="822209"/>
                  <a:pt x="2436849" y="808629"/>
                  <a:pt x="2454593" y="793600"/>
                </a:cubicBezTo>
                <a:cubicBezTo>
                  <a:pt x="2472339" y="778570"/>
                  <a:pt x="2523766" y="766076"/>
                  <a:pt x="2563240" y="766257"/>
                </a:cubicBezTo>
                <a:close/>
                <a:moveTo>
                  <a:pt x="2352470" y="762817"/>
                </a:moveTo>
                <a:cubicBezTo>
                  <a:pt x="2392305" y="762817"/>
                  <a:pt x="2408420" y="773863"/>
                  <a:pt x="2389949" y="788529"/>
                </a:cubicBezTo>
                <a:cubicBezTo>
                  <a:pt x="2371483" y="803196"/>
                  <a:pt x="2325848" y="815149"/>
                  <a:pt x="2284020" y="815149"/>
                </a:cubicBezTo>
                <a:cubicBezTo>
                  <a:pt x="2242191" y="815149"/>
                  <a:pt x="2227523" y="803379"/>
                  <a:pt x="2247803" y="788529"/>
                </a:cubicBezTo>
                <a:cubicBezTo>
                  <a:pt x="2279729" y="770642"/>
                  <a:pt x="2315887" y="761756"/>
                  <a:pt x="2352470" y="762817"/>
                </a:cubicBezTo>
                <a:close/>
                <a:moveTo>
                  <a:pt x="4962138" y="760825"/>
                </a:moveTo>
                <a:cubicBezTo>
                  <a:pt x="5009218" y="760825"/>
                  <a:pt x="5057203" y="773318"/>
                  <a:pt x="5070965" y="790341"/>
                </a:cubicBezTo>
                <a:cubicBezTo>
                  <a:pt x="5085090" y="808448"/>
                  <a:pt x="5057567" y="822571"/>
                  <a:pt x="5008313" y="822754"/>
                </a:cubicBezTo>
                <a:cubicBezTo>
                  <a:pt x="4959060" y="822934"/>
                  <a:pt x="4910168" y="808992"/>
                  <a:pt x="4898399" y="791426"/>
                </a:cubicBezTo>
                <a:cubicBezTo>
                  <a:pt x="4886629" y="773862"/>
                  <a:pt x="4915058" y="760825"/>
                  <a:pt x="4962138" y="760825"/>
                </a:cubicBezTo>
                <a:close/>
                <a:moveTo>
                  <a:pt x="6927011" y="758108"/>
                </a:moveTo>
                <a:cubicBezTo>
                  <a:pt x="6953755" y="759418"/>
                  <a:pt x="6980102" y="765045"/>
                  <a:pt x="7005055" y="774767"/>
                </a:cubicBezTo>
                <a:cubicBezTo>
                  <a:pt x="7023163" y="783639"/>
                  <a:pt x="7015920" y="791243"/>
                  <a:pt x="6989845" y="790519"/>
                </a:cubicBezTo>
                <a:cubicBezTo>
                  <a:pt x="6962827" y="789213"/>
                  <a:pt x="6936227" y="783462"/>
                  <a:pt x="6911076" y="773499"/>
                </a:cubicBezTo>
                <a:cubicBezTo>
                  <a:pt x="6892968" y="764807"/>
                  <a:pt x="6901660" y="757384"/>
                  <a:pt x="6927011" y="758108"/>
                </a:cubicBezTo>
                <a:close/>
                <a:moveTo>
                  <a:pt x="2146764" y="755573"/>
                </a:moveTo>
                <a:cubicBezTo>
                  <a:pt x="2180805" y="755573"/>
                  <a:pt x="2196921" y="766800"/>
                  <a:pt x="2180621" y="779294"/>
                </a:cubicBezTo>
                <a:cubicBezTo>
                  <a:pt x="2147777" y="796214"/>
                  <a:pt x="2111288" y="804854"/>
                  <a:pt x="2074329" y="804464"/>
                </a:cubicBezTo>
                <a:cubicBezTo>
                  <a:pt x="2038117" y="804464"/>
                  <a:pt x="2022904" y="791607"/>
                  <a:pt x="2043909" y="778750"/>
                </a:cubicBezTo>
                <a:cubicBezTo>
                  <a:pt x="2076067" y="763523"/>
                  <a:pt x="2111178" y="755607"/>
                  <a:pt x="2146764" y="755573"/>
                </a:cubicBezTo>
                <a:close/>
                <a:moveTo>
                  <a:pt x="4745933" y="754307"/>
                </a:moveTo>
                <a:cubicBezTo>
                  <a:pt x="4795366" y="754487"/>
                  <a:pt x="4840093" y="767707"/>
                  <a:pt x="4850414" y="785815"/>
                </a:cubicBezTo>
                <a:cubicBezTo>
                  <a:pt x="4860917" y="803923"/>
                  <a:pt x="4830314" y="817865"/>
                  <a:pt x="4777983" y="817685"/>
                </a:cubicBezTo>
                <a:cubicBezTo>
                  <a:pt x="4725652" y="817502"/>
                  <a:pt x="4681830" y="803379"/>
                  <a:pt x="4673501" y="784728"/>
                </a:cubicBezTo>
                <a:cubicBezTo>
                  <a:pt x="4665171" y="766076"/>
                  <a:pt x="4696497" y="754126"/>
                  <a:pt x="4745933" y="754307"/>
                </a:cubicBezTo>
                <a:close/>
                <a:moveTo>
                  <a:pt x="1929469" y="752314"/>
                </a:moveTo>
                <a:cubicBezTo>
                  <a:pt x="1963692" y="752314"/>
                  <a:pt x="1976006" y="760825"/>
                  <a:pt x="1958077" y="773500"/>
                </a:cubicBezTo>
                <a:cubicBezTo>
                  <a:pt x="1927259" y="789214"/>
                  <a:pt x="1893070" y="797170"/>
                  <a:pt x="1858486" y="796678"/>
                </a:cubicBezTo>
                <a:cubicBezTo>
                  <a:pt x="1823359" y="796678"/>
                  <a:pt x="1811771" y="787081"/>
                  <a:pt x="1831326" y="774768"/>
                </a:cubicBezTo>
                <a:cubicBezTo>
                  <a:pt x="1861820" y="759664"/>
                  <a:pt x="1895444" y="751972"/>
                  <a:pt x="1929469" y="752314"/>
                </a:cubicBezTo>
                <a:close/>
                <a:moveTo>
                  <a:pt x="6691791" y="750322"/>
                </a:moveTo>
                <a:cubicBezTo>
                  <a:pt x="6722123" y="751219"/>
                  <a:pt x="6752089" y="757346"/>
                  <a:pt x="6780338" y="768429"/>
                </a:cubicBezTo>
                <a:cubicBezTo>
                  <a:pt x="6801886" y="778570"/>
                  <a:pt x="6794643" y="788166"/>
                  <a:pt x="6765490" y="787805"/>
                </a:cubicBezTo>
                <a:cubicBezTo>
                  <a:pt x="6734942" y="787187"/>
                  <a:pt x="6704756" y="781052"/>
                  <a:pt x="6676400" y="769697"/>
                </a:cubicBezTo>
                <a:cubicBezTo>
                  <a:pt x="6658653" y="759013"/>
                  <a:pt x="6666079" y="750502"/>
                  <a:pt x="6691791" y="750322"/>
                </a:cubicBezTo>
                <a:close/>
                <a:moveTo>
                  <a:pt x="1722496" y="748875"/>
                </a:moveTo>
                <a:cubicBezTo>
                  <a:pt x="1755814" y="748875"/>
                  <a:pt x="1764324" y="757384"/>
                  <a:pt x="1742416" y="769336"/>
                </a:cubicBezTo>
                <a:cubicBezTo>
                  <a:pt x="1714058" y="782468"/>
                  <a:pt x="1683131" y="789149"/>
                  <a:pt x="1651877" y="788892"/>
                </a:cubicBezTo>
                <a:cubicBezTo>
                  <a:pt x="1617473" y="788892"/>
                  <a:pt x="1609869" y="780020"/>
                  <a:pt x="1633768" y="767887"/>
                </a:cubicBezTo>
                <a:cubicBezTo>
                  <a:pt x="1661634" y="755264"/>
                  <a:pt x="1691896" y="748780"/>
                  <a:pt x="1722496" y="748875"/>
                </a:cubicBezTo>
                <a:close/>
                <a:moveTo>
                  <a:pt x="4528456" y="744891"/>
                </a:moveTo>
                <a:cubicBezTo>
                  <a:pt x="4575899" y="745071"/>
                  <a:pt x="4624608" y="760825"/>
                  <a:pt x="4631671" y="777121"/>
                </a:cubicBezTo>
                <a:cubicBezTo>
                  <a:pt x="4639095" y="795229"/>
                  <a:pt x="4601611" y="810622"/>
                  <a:pt x="4551634" y="810440"/>
                </a:cubicBezTo>
                <a:cubicBezTo>
                  <a:pt x="4501656" y="810259"/>
                  <a:pt x="4452767" y="794144"/>
                  <a:pt x="4447877" y="776580"/>
                </a:cubicBezTo>
                <a:cubicBezTo>
                  <a:pt x="4442987" y="759014"/>
                  <a:pt x="4481015" y="744710"/>
                  <a:pt x="4528456" y="744891"/>
                </a:cubicBezTo>
                <a:close/>
                <a:moveTo>
                  <a:pt x="6469427" y="743984"/>
                </a:moveTo>
                <a:cubicBezTo>
                  <a:pt x="6500664" y="743982"/>
                  <a:pt x="6531518" y="750649"/>
                  <a:pt x="6559966" y="763540"/>
                </a:cubicBezTo>
                <a:cubicBezTo>
                  <a:pt x="6581515" y="775129"/>
                  <a:pt x="6573728" y="783097"/>
                  <a:pt x="6540410" y="783097"/>
                </a:cubicBezTo>
                <a:cubicBezTo>
                  <a:pt x="6507635" y="783568"/>
                  <a:pt x="6475205" y="776373"/>
                  <a:pt x="6445706" y="762092"/>
                </a:cubicBezTo>
                <a:cubicBezTo>
                  <a:pt x="6427598" y="750866"/>
                  <a:pt x="6436472" y="743984"/>
                  <a:pt x="6469427" y="743984"/>
                </a:cubicBezTo>
                <a:close/>
                <a:moveTo>
                  <a:pt x="1522587" y="742718"/>
                </a:moveTo>
                <a:cubicBezTo>
                  <a:pt x="1548662" y="742718"/>
                  <a:pt x="1556993" y="751229"/>
                  <a:pt x="1540695" y="760825"/>
                </a:cubicBezTo>
                <a:cubicBezTo>
                  <a:pt x="1512029" y="772990"/>
                  <a:pt x="1481285" y="779448"/>
                  <a:pt x="1450156" y="779838"/>
                </a:cubicBezTo>
                <a:cubicBezTo>
                  <a:pt x="1421907" y="779838"/>
                  <a:pt x="1415389" y="770061"/>
                  <a:pt x="1436396" y="760282"/>
                </a:cubicBezTo>
                <a:cubicBezTo>
                  <a:pt x="1463882" y="749421"/>
                  <a:pt x="1493056" y="743474"/>
                  <a:pt x="1522587" y="742718"/>
                </a:cubicBezTo>
                <a:close/>
                <a:moveTo>
                  <a:pt x="1317606" y="739096"/>
                </a:moveTo>
                <a:cubicBezTo>
                  <a:pt x="1342232" y="739096"/>
                  <a:pt x="1347301" y="746339"/>
                  <a:pt x="1329017" y="755211"/>
                </a:cubicBezTo>
                <a:cubicBezTo>
                  <a:pt x="1302720" y="766036"/>
                  <a:pt x="1274528" y="771515"/>
                  <a:pt x="1246081" y="771329"/>
                </a:cubicBezTo>
                <a:cubicBezTo>
                  <a:pt x="1221817" y="771329"/>
                  <a:pt x="1218738" y="763361"/>
                  <a:pt x="1238838" y="754306"/>
                </a:cubicBezTo>
                <a:cubicBezTo>
                  <a:pt x="1263953" y="744527"/>
                  <a:pt x="1290643" y="739373"/>
                  <a:pt x="1317606" y="739096"/>
                </a:cubicBezTo>
                <a:close/>
                <a:moveTo>
                  <a:pt x="4315509" y="738371"/>
                </a:moveTo>
                <a:cubicBezTo>
                  <a:pt x="4363314" y="738732"/>
                  <a:pt x="4410213" y="754667"/>
                  <a:pt x="4414015" y="772414"/>
                </a:cubicBezTo>
                <a:cubicBezTo>
                  <a:pt x="4417276" y="790521"/>
                  <a:pt x="4375990" y="805912"/>
                  <a:pt x="4323477" y="805008"/>
                </a:cubicBezTo>
                <a:cubicBezTo>
                  <a:pt x="4270965" y="804103"/>
                  <a:pt x="4227506" y="786900"/>
                  <a:pt x="4227687" y="768792"/>
                </a:cubicBezTo>
                <a:cubicBezTo>
                  <a:pt x="4227868" y="750685"/>
                  <a:pt x="4267705" y="738008"/>
                  <a:pt x="4315509" y="738371"/>
                </a:cubicBezTo>
                <a:close/>
                <a:moveTo>
                  <a:pt x="4103649" y="733845"/>
                </a:moveTo>
                <a:cubicBezTo>
                  <a:pt x="4153988" y="734025"/>
                  <a:pt x="4195273" y="748331"/>
                  <a:pt x="4196903" y="766258"/>
                </a:cubicBezTo>
                <a:cubicBezTo>
                  <a:pt x="4198534" y="784365"/>
                  <a:pt x="4157609" y="799756"/>
                  <a:pt x="4104735" y="799576"/>
                </a:cubicBezTo>
                <a:cubicBezTo>
                  <a:pt x="4051860" y="799393"/>
                  <a:pt x="4010574" y="784002"/>
                  <a:pt x="4011479" y="765533"/>
                </a:cubicBezTo>
                <a:cubicBezTo>
                  <a:pt x="4012386" y="747063"/>
                  <a:pt x="4053309" y="733664"/>
                  <a:pt x="4103649" y="733845"/>
                </a:cubicBezTo>
                <a:close/>
                <a:moveTo>
                  <a:pt x="6239639" y="733844"/>
                </a:moveTo>
                <a:cubicBezTo>
                  <a:pt x="6272712" y="733849"/>
                  <a:pt x="6305392" y="741014"/>
                  <a:pt x="6335431" y="754849"/>
                </a:cubicBezTo>
                <a:cubicBezTo>
                  <a:pt x="6357702" y="767344"/>
                  <a:pt x="6346837" y="777302"/>
                  <a:pt x="6310260" y="776941"/>
                </a:cubicBezTo>
                <a:cubicBezTo>
                  <a:pt x="6276765" y="777068"/>
                  <a:pt x="6243668" y="769706"/>
                  <a:pt x="6213383" y="755392"/>
                </a:cubicBezTo>
                <a:cubicBezTo>
                  <a:pt x="6192559" y="742898"/>
                  <a:pt x="6204330" y="733663"/>
                  <a:pt x="6239639" y="733844"/>
                </a:cubicBezTo>
                <a:close/>
                <a:moveTo>
                  <a:pt x="1120593" y="733663"/>
                </a:moveTo>
                <a:cubicBezTo>
                  <a:pt x="1142505" y="733663"/>
                  <a:pt x="1143226" y="740543"/>
                  <a:pt x="1122223" y="748873"/>
                </a:cubicBezTo>
                <a:cubicBezTo>
                  <a:pt x="1100078" y="756975"/>
                  <a:pt x="1076645" y="761025"/>
                  <a:pt x="1053050" y="760823"/>
                </a:cubicBezTo>
                <a:cubicBezTo>
                  <a:pt x="1030779" y="760823"/>
                  <a:pt x="1030599" y="753763"/>
                  <a:pt x="1053050" y="745251"/>
                </a:cubicBezTo>
                <a:cubicBezTo>
                  <a:pt x="1074726" y="737493"/>
                  <a:pt x="1097578" y="733571"/>
                  <a:pt x="1120593" y="733663"/>
                </a:cubicBezTo>
                <a:close/>
                <a:moveTo>
                  <a:pt x="915432" y="730585"/>
                </a:moveTo>
                <a:cubicBezTo>
                  <a:pt x="935169" y="730585"/>
                  <a:pt x="936800" y="735294"/>
                  <a:pt x="919416" y="742174"/>
                </a:cubicBezTo>
                <a:cubicBezTo>
                  <a:pt x="900004" y="749626"/>
                  <a:pt x="879360" y="753371"/>
                  <a:pt x="858573" y="753219"/>
                </a:cubicBezTo>
                <a:cubicBezTo>
                  <a:pt x="840464" y="753219"/>
                  <a:pt x="840464" y="748512"/>
                  <a:pt x="855313" y="741993"/>
                </a:cubicBezTo>
                <a:cubicBezTo>
                  <a:pt x="874508" y="734602"/>
                  <a:pt x="894861" y="730737"/>
                  <a:pt x="915432" y="730585"/>
                </a:cubicBezTo>
                <a:close/>
                <a:moveTo>
                  <a:pt x="6019811" y="726602"/>
                </a:moveTo>
                <a:cubicBezTo>
                  <a:pt x="6054308" y="727092"/>
                  <a:pt x="6088286" y="735062"/>
                  <a:pt x="6119403" y="749960"/>
                </a:cubicBezTo>
                <a:cubicBezTo>
                  <a:pt x="6139503" y="762635"/>
                  <a:pt x="6124473" y="774043"/>
                  <a:pt x="6087353" y="773682"/>
                </a:cubicBezTo>
                <a:cubicBezTo>
                  <a:pt x="6051297" y="773693"/>
                  <a:pt x="6015747" y="765194"/>
                  <a:pt x="5983596" y="748873"/>
                </a:cubicBezTo>
                <a:cubicBezTo>
                  <a:pt x="5966754" y="736379"/>
                  <a:pt x="5983596" y="725877"/>
                  <a:pt x="6019811" y="726602"/>
                </a:cubicBezTo>
                <a:close/>
                <a:moveTo>
                  <a:pt x="3885993" y="726239"/>
                </a:moveTo>
                <a:cubicBezTo>
                  <a:pt x="3935790" y="726239"/>
                  <a:pt x="3974903" y="740181"/>
                  <a:pt x="3973815" y="757928"/>
                </a:cubicBezTo>
                <a:cubicBezTo>
                  <a:pt x="3972730" y="775672"/>
                  <a:pt x="3929452" y="791063"/>
                  <a:pt x="3877121" y="790883"/>
                </a:cubicBezTo>
                <a:cubicBezTo>
                  <a:pt x="3824790" y="790702"/>
                  <a:pt x="3786582" y="775853"/>
                  <a:pt x="3789660" y="757565"/>
                </a:cubicBezTo>
                <a:cubicBezTo>
                  <a:pt x="3792738" y="739276"/>
                  <a:pt x="3836016" y="726058"/>
                  <a:pt x="3885993" y="726239"/>
                </a:cubicBezTo>
                <a:close/>
                <a:moveTo>
                  <a:pt x="708267" y="726059"/>
                </a:moveTo>
                <a:cubicBezTo>
                  <a:pt x="724202" y="726059"/>
                  <a:pt x="726375" y="729136"/>
                  <a:pt x="712071" y="734570"/>
                </a:cubicBezTo>
                <a:cubicBezTo>
                  <a:pt x="697801" y="739604"/>
                  <a:pt x="682827" y="742353"/>
                  <a:pt x="667706" y="742718"/>
                </a:cubicBezTo>
                <a:cubicBezTo>
                  <a:pt x="651590" y="742718"/>
                  <a:pt x="649598" y="739459"/>
                  <a:pt x="664084" y="734207"/>
                </a:cubicBezTo>
                <a:cubicBezTo>
                  <a:pt x="678262" y="729102"/>
                  <a:pt x="693203" y="726348"/>
                  <a:pt x="708267" y="726059"/>
                </a:cubicBezTo>
                <a:close/>
                <a:moveTo>
                  <a:pt x="3675943" y="721168"/>
                </a:moveTo>
                <a:cubicBezTo>
                  <a:pt x="3723567" y="720805"/>
                  <a:pt x="3763585" y="734748"/>
                  <a:pt x="3760144" y="752131"/>
                </a:cubicBezTo>
                <a:cubicBezTo>
                  <a:pt x="3756705" y="770239"/>
                  <a:pt x="3710530" y="785269"/>
                  <a:pt x="3659104" y="785269"/>
                </a:cubicBezTo>
                <a:cubicBezTo>
                  <a:pt x="3607678" y="785269"/>
                  <a:pt x="3570557" y="769697"/>
                  <a:pt x="3577437" y="751950"/>
                </a:cubicBezTo>
                <a:cubicBezTo>
                  <a:pt x="3584319" y="734206"/>
                  <a:pt x="3628320" y="721529"/>
                  <a:pt x="3675943" y="721168"/>
                </a:cubicBezTo>
                <a:close/>
                <a:moveTo>
                  <a:pt x="5786947" y="718633"/>
                </a:moveTo>
                <a:cubicBezTo>
                  <a:pt x="5823225" y="717367"/>
                  <a:pt x="5859195" y="725673"/>
                  <a:pt x="5891248" y="742716"/>
                </a:cubicBezTo>
                <a:cubicBezTo>
                  <a:pt x="5911709" y="757385"/>
                  <a:pt x="5896318" y="767886"/>
                  <a:pt x="5853584" y="767706"/>
                </a:cubicBezTo>
                <a:cubicBezTo>
                  <a:pt x="5810849" y="767525"/>
                  <a:pt x="5767391" y="756660"/>
                  <a:pt x="5749101" y="741992"/>
                </a:cubicBezTo>
                <a:cubicBezTo>
                  <a:pt x="5730812" y="727325"/>
                  <a:pt x="5747834" y="718814"/>
                  <a:pt x="5786947" y="718633"/>
                </a:cubicBezTo>
                <a:close/>
                <a:moveTo>
                  <a:pt x="3471868" y="713745"/>
                </a:moveTo>
                <a:cubicBezTo>
                  <a:pt x="3518587" y="713564"/>
                  <a:pt x="3554258" y="727507"/>
                  <a:pt x="3549008" y="743985"/>
                </a:cubicBezTo>
                <a:cubicBezTo>
                  <a:pt x="3543574" y="760644"/>
                  <a:pt x="3496133" y="776036"/>
                  <a:pt x="3446880" y="776579"/>
                </a:cubicBezTo>
                <a:cubicBezTo>
                  <a:pt x="3397627" y="777121"/>
                  <a:pt x="3359963" y="760825"/>
                  <a:pt x="3368654" y="744346"/>
                </a:cubicBezTo>
                <a:cubicBezTo>
                  <a:pt x="3377347" y="727868"/>
                  <a:pt x="3425151" y="713925"/>
                  <a:pt x="3471868" y="713745"/>
                </a:cubicBezTo>
                <a:close/>
                <a:moveTo>
                  <a:pt x="7470605" y="713201"/>
                </a:moveTo>
                <a:cubicBezTo>
                  <a:pt x="7485690" y="713618"/>
                  <a:pt x="7500628" y="716494"/>
                  <a:pt x="7514787" y="721712"/>
                </a:cubicBezTo>
                <a:cubicBezTo>
                  <a:pt x="7526739" y="726419"/>
                  <a:pt x="7524747" y="729317"/>
                  <a:pt x="7509717" y="729136"/>
                </a:cubicBezTo>
                <a:cubicBezTo>
                  <a:pt x="7494543" y="728699"/>
                  <a:pt x="7479568" y="725762"/>
                  <a:pt x="7465354" y="720444"/>
                </a:cubicBezTo>
                <a:cubicBezTo>
                  <a:pt x="7453584" y="715918"/>
                  <a:pt x="7455757" y="713021"/>
                  <a:pt x="7470605" y="713201"/>
                </a:cubicBezTo>
                <a:close/>
                <a:moveTo>
                  <a:pt x="5570196" y="711029"/>
                </a:moveTo>
                <a:cubicBezTo>
                  <a:pt x="5611662" y="711029"/>
                  <a:pt x="5659286" y="721893"/>
                  <a:pt x="5677756" y="736379"/>
                </a:cubicBezTo>
                <a:cubicBezTo>
                  <a:pt x="5696225" y="750866"/>
                  <a:pt x="5677756" y="763359"/>
                  <a:pt x="5633935" y="763179"/>
                </a:cubicBezTo>
                <a:cubicBezTo>
                  <a:pt x="5590115" y="762998"/>
                  <a:pt x="5545208" y="751770"/>
                  <a:pt x="5527644" y="737284"/>
                </a:cubicBezTo>
                <a:cubicBezTo>
                  <a:pt x="5510078" y="722798"/>
                  <a:pt x="5528729" y="711209"/>
                  <a:pt x="5570196" y="711029"/>
                </a:cubicBezTo>
                <a:close/>
                <a:moveTo>
                  <a:pt x="3267975" y="709580"/>
                </a:moveTo>
                <a:cubicBezTo>
                  <a:pt x="3315419" y="709580"/>
                  <a:pt x="3345296" y="722798"/>
                  <a:pt x="3336785" y="739096"/>
                </a:cubicBezTo>
                <a:cubicBezTo>
                  <a:pt x="3328276" y="755575"/>
                  <a:pt x="3281013" y="769698"/>
                  <a:pt x="3232303" y="770061"/>
                </a:cubicBezTo>
                <a:cubicBezTo>
                  <a:pt x="3183594" y="770422"/>
                  <a:pt x="3152266" y="756660"/>
                  <a:pt x="3161865" y="740001"/>
                </a:cubicBezTo>
                <a:cubicBezTo>
                  <a:pt x="3171461" y="723342"/>
                  <a:pt x="3220534" y="709580"/>
                  <a:pt x="3267975" y="709580"/>
                </a:cubicBezTo>
                <a:close/>
                <a:moveTo>
                  <a:pt x="3068246" y="703424"/>
                </a:moveTo>
                <a:cubicBezTo>
                  <a:pt x="3113695" y="703785"/>
                  <a:pt x="3138866" y="716099"/>
                  <a:pt x="3126915" y="731853"/>
                </a:cubicBezTo>
                <a:cubicBezTo>
                  <a:pt x="3114783" y="748151"/>
                  <a:pt x="3068788" y="760825"/>
                  <a:pt x="3020984" y="760645"/>
                </a:cubicBezTo>
                <a:cubicBezTo>
                  <a:pt x="2973180" y="760464"/>
                  <a:pt x="2946380" y="747063"/>
                  <a:pt x="2961954" y="730224"/>
                </a:cubicBezTo>
                <a:cubicBezTo>
                  <a:pt x="2977525" y="713384"/>
                  <a:pt x="3022796" y="703061"/>
                  <a:pt x="3068246" y="703424"/>
                </a:cubicBezTo>
                <a:close/>
                <a:moveTo>
                  <a:pt x="7237377" y="703061"/>
                </a:moveTo>
                <a:cubicBezTo>
                  <a:pt x="7256301" y="703379"/>
                  <a:pt x="7275022" y="706867"/>
                  <a:pt x="7292788" y="713382"/>
                </a:cubicBezTo>
                <a:cubicBezTo>
                  <a:pt x="7310896" y="720083"/>
                  <a:pt x="7308360" y="724246"/>
                  <a:pt x="7287898" y="724066"/>
                </a:cubicBezTo>
                <a:cubicBezTo>
                  <a:pt x="7268794" y="723800"/>
                  <a:pt x="7249890" y="720311"/>
                  <a:pt x="7231946" y="713745"/>
                </a:cubicBezTo>
                <a:cubicBezTo>
                  <a:pt x="7214923" y="707046"/>
                  <a:pt x="7217096" y="702881"/>
                  <a:pt x="7237377" y="703061"/>
                </a:cubicBezTo>
                <a:close/>
                <a:moveTo>
                  <a:pt x="5356888" y="701793"/>
                </a:moveTo>
                <a:cubicBezTo>
                  <a:pt x="5399983" y="702154"/>
                  <a:pt x="5447427" y="714468"/>
                  <a:pt x="5463361" y="728593"/>
                </a:cubicBezTo>
                <a:cubicBezTo>
                  <a:pt x="5480021" y="743622"/>
                  <a:pt x="5455031" y="757384"/>
                  <a:pt x="5411211" y="757021"/>
                </a:cubicBezTo>
                <a:cubicBezTo>
                  <a:pt x="5367389" y="756660"/>
                  <a:pt x="5317594" y="743440"/>
                  <a:pt x="5302564" y="728954"/>
                </a:cubicBezTo>
                <a:cubicBezTo>
                  <a:pt x="5287534" y="714468"/>
                  <a:pt x="5313790" y="701430"/>
                  <a:pt x="5356888" y="701793"/>
                </a:cubicBezTo>
                <a:close/>
                <a:moveTo>
                  <a:pt x="2863286" y="699077"/>
                </a:moveTo>
                <a:cubicBezTo>
                  <a:pt x="2905276" y="698896"/>
                  <a:pt x="2932076" y="711390"/>
                  <a:pt x="2919943" y="725876"/>
                </a:cubicBezTo>
                <a:cubicBezTo>
                  <a:pt x="2907630" y="740725"/>
                  <a:pt x="2857128" y="754487"/>
                  <a:pt x="2813128" y="754668"/>
                </a:cubicBezTo>
                <a:cubicBezTo>
                  <a:pt x="2769127" y="754848"/>
                  <a:pt x="2743231" y="741450"/>
                  <a:pt x="2757537" y="726420"/>
                </a:cubicBezTo>
                <a:cubicBezTo>
                  <a:pt x="2771842" y="711390"/>
                  <a:pt x="2821277" y="699257"/>
                  <a:pt x="2863286" y="699077"/>
                </a:cubicBezTo>
                <a:close/>
                <a:moveTo>
                  <a:pt x="5145750" y="695999"/>
                </a:moveTo>
                <a:cubicBezTo>
                  <a:pt x="5191381" y="696179"/>
                  <a:pt x="5237374" y="708312"/>
                  <a:pt x="5251860" y="724066"/>
                </a:cubicBezTo>
                <a:cubicBezTo>
                  <a:pt x="5266347" y="739820"/>
                  <a:pt x="5241178" y="752675"/>
                  <a:pt x="5193374" y="752495"/>
                </a:cubicBezTo>
                <a:cubicBezTo>
                  <a:pt x="5145930" y="752495"/>
                  <a:pt x="5099031" y="739457"/>
                  <a:pt x="5086356" y="723342"/>
                </a:cubicBezTo>
                <a:cubicBezTo>
                  <a:pt x="5073680" y="707226"/>
                  <a:pt x="5100118" y="695818"/>
                  <a:pt x="5145750" y="695999"/>
                </a:cubicBezTo>
                <a:close/>
                <a:moveTo>
                  <a:pt x="7015377" y="695818"/>
                </a:moveTo>
                <a:cubicBezTo>
                  <a:pt x="7037939" y="696202"/>
                  <a:pt x="7060248" y="700555"/>
                  <a:pt x="7081289" y="708673"/>
                </a:cubicBezTo>
                <a:cubicBezTo>
                  <a:pt x="7099397" y="716098"/>
                  <a:pt x="7096861" y="721168"/>
                  <a:pt x="7075494" y="721530"/>
                </a:cubicBezTo>
                <a:cubicBezTo>
                  <a:pt x="7051465" y="721587"/>
                  <a:pt x="7027635" y="717165"/>
                  <a:pt x="7005237" y="708492"/>
                </a:cubicBezTo>
                <a:cubicBezTo>
                  <a:pt x="6987129" y="700525"/>
                  <a:pt x="6991293" y="695455"/>
                  <a:pt x="7015377" y="695818"/>
                </a:cubicBezTo>
                <a:close/>
                <a:moveTo>
                  <a:pt x="2657764" y="693284"/>
                </a:moveTo>
                <a:cubicBezTo>
                  <a:pt x="2700136" y="693284"/>
                  <a:pt x="2720778" y="703605"/>
                  <a:pt x="2706291" y="718091"/>
                </a:cubicBezTo>
                <a:cubicBezTo>
                  <a:pt x="2691807" y="732577"/>
                  <a:pt x="2645452" y="745070"/>
                  <a:pt x="2600002" y="744890"/>
                </a:cubicBezTo>
                <a:cubicBezTo>
                  <a:pt x="2554549" y="744709"/>
                  <a:pt x="2537708" y="733301"/>
                  <a:pt x="2555093" y="718454"/>
                </a:cubicBezTo>
                <a:cubicBezTo>
                  <a:pt x="2572473" y="703605"/>
                  <a:pt x="2615574" y="693464"/>
                  <a:pt x="2657764" y="693284"/>
                </a:cubicBezTo>
                <a:close/>
                <a:moveTo>
                  <a:pt x="2458216" y="689299"/>
                </a:moveTo>
                <a:cubicBezTo>
                  <a:pt x="2496604" y="688394"/>
                  <a:pt x="2517248" y="700346"/>
                  <a:pt x="2501676" y="713384"/>
                </a:cubicBezTo>
                <a:cubicBezTo>
                  <a:pt x="2485741" y="726783"/>
                  <a:pt x="2435582" y="738915"/>
                  <a:pt x="2396109" y="738735"/>
                </a:cubicBezTo>
                <a:cubicBezTo>
                  <a:pt x="2356635" y="738552"/>
                  <a:pt x="2337980" y="726239"/>
                  <a:pt x="2356453" y="713021"/>
                </a:cubicBezTo>
                <a:cubicBezTo>
                  <a:pt x="2387975" y="697037"/>
                  <a:pt x="2422888" y="688898"/>
                  <a:pt x="2458216" y="689299"/>
                </a:cubicBezTo>
                <a:close/>
                <a:moveTo>
                  <a:pt x="4932259" y="687126"/>
                </a:moveTo>
                <a:cubicBezTo>
                  <a:pt x="4976080" y="686763"/>
                  <a:pt x="5028772" y="700344"/>
                  <a:pt x="5041268" y="715916"/>
                </a:cubicBezTo>
                <a:cubicBezTo>
                  <a:pt x="5054123" y="731851"/>
                  <a:pt x="5023160" y="746337"/>
                  <a:pt x="4975898" y="746337"/>
                </a:cubicBezTo>
                <a:cubicBezTo>
                  <a:pt x="4928637" y="746337"/>
                  <a:pt x="4876850" y="731309"/>
                  <a:pt x="4867252" y="715555"/>
                </a:cubicBezTo>
                <a:cubicBezTo>
                  <a:pt x="4857655" y="699801"/>
                  <a:pt x="4888439" y="687487"/>
                  <a:pt x="4932259" y="687126"/>
                </a:cubicBezTo>
                <a:close/>
                <a:moveTo>
                  <a:pt x="6787761" y="686402"/>
                </a:moveTo>
                <a:cubicBezTo>
                  <a:pt x="6813836" y="686502"/>
                  <a:pt x="6839659" y="691350"/>
                  <a:pt x="6863994" y="700707"/>
                </a:cubicBezTo>
                <a:cubicBezTo>
                  <a:pt x="6883370" y="709218"/>
                  <a:pt x="6879929" y="715917"/>
                  <a:pt x="6855666" y="716279"/>
                </a:cubicBezTo>
                <a:cubicBezTo>
                  <a:pt x="6828197" y="716208"/>
                  <a:pt x="6800999" y="710988"/>
                  <a:pt x="6775448" y="700888"/>
                </a:cubicBezTo>
                <a:cubicBezTo>
                  <a:pt x="6757340" y="692559"/>
                  <a:pt x="6763315" y="686402"/>
                  <a:pt x="6787761" y="686402"/>
                </a:cubicBezTo>
                <a:close/>
                <a:moveTo>
                  <a:pt x="2266272" y="683505"/>
                </a:moveTo>
                <a:cubicBezTo>
                  <a:pt x="2302854" y="684229"/>
                  <a:pt x="2316616" y="694009"/>
                  <a:pt x="2297962" y="706503"/>
                </a:cubicBezTo>
                <a:cubicBezTo>
                  <a:pt x="2266617" y="722301"/>
                  <a:pt x="2231816" y="729962"/>
                  <a:pt x="2196740" y="728776"/>
                </a:cubicBezTo>
                <a:cubicBezTo>
                  <a:pt x="2158894" y="728776"/>
                  <a:pt x="2145859" y="717911"/>
                  <a:pt x="2166319" y="704873"/>
                </a:cubicBezTo>
                <a:cubicBezTo>
                  <a:pt x="2197411" y="689735"/>
                  <a:pt x="2231708" y="682401"/>
                  <a:pt x="2266272" y="683505"/>
                </a:cubicBezTo>
                <a:close/>
                <a:moveTo>
                  <a:pt x="4728730" y="681693"/>
                </a:moveTo>
                <a:cubicBezTo>
                  <a:pt x="4775627" y="681873"/>
                  <a:pt x="4823795" y="695274"/>
                  <a:pt x="4833030" y="711570"/>
                </a:cubicBezTo>
                <a:cubicBezTo>
                  <a:pt x="4842627" y="728229"/>
                  <a:pt x="4808584" y="742716"/>
                  <a:pt x="4758607" y="742716"/>
                </a:cubicBezTo>
                <a:cubicBezTo>
                  <a:pt x="4708630" y="742716"/>
                  <a:pt x="4661186" y="727324"/>
                  <a:pt x="4655031" y="710665"/>
                </a:cubicBezTo>
                <a:cubicBezTo>
                  <a:pt x="4648873" y="694006"/>
                  <a:pt x="4681830" y="681512"/>
                  <a:pt x="4728730" y="681693"/>
                </a:cubicBezTo>
                <a:close/>
                <a:moveTo>
                  <a:pt x="2068176" y="680246"/>
                </a:moveTo>
                <a:cubicBezTo>
                  <a:pt x="2100951" y="680246"/>
                  <a:pt x="2114531" y="690206"/>
                  <a:pt x="2096605" y="701432"/>
                </a:cubicBezTo>
                <a:cubicBezTo>
                  <a:pt x="2065913" y="715644"/>
                  <a:pt x="2032465" y="722938"/>
                  <a:pt x="1998641" y="722800"/>
                </a:cubicBezTo>
                <a:cubicBezTo>
                  <a:pt x="1964599" y="722437"/>
                  <a:pt x="1951923" y="712116"/>
                  <a:pt x="1971297" y="700707"/>
                </a:cubicBezTo>
                <a:cubicBezTo>
                  <a:pt x="2001737" y="687001"/>
                  <a:pt x="2034784" y="680020"/>
                  <a:pt x="2068176" y="680246"/>
                </a:cubicBezTo>
                <a:close/>
                <a:moveTo>
                  <a:pt x="6571012" y="679521"/>
                </a:moveTo>
                <a:cubicBezTo>
                  <a:pt x="6600311" y="679902"/>
                  <a:pt x="6629284" y="685670"/>
                  <a:pt x="6656481" y="696542"/>
                </a:cubicBezTo>
                <a:cubicBezTo>
                  <a:pt x="6674589" y="705777"/>
                  <a:pt x="6666441" y="713744"/>
                  <a:pt x="6638373" y="713381"/>
                </a:cubicBezTo>
                <a:cubicBezTo>
                  <a:pt x="6609003" y="712672"/>
                  <a:pt x="6580031" y="706534"/>
                  <a:pt x="6552904" y="695274"/>
                </a:cubicBezTo>
                <a:cubicBezTo>
                  <a:pt x="6537332" y="686584"/>
                  <a:pt x="6546024" y="679341"/>
                  <a:pt x="6571012" y="679521"/>
                </a:cubicBezTo>
                <a:close/>
                <a:moveTo>
                  <a:pt x="1877860" y="674632"/>
                </a:moveTo>
                <a:cubicBezTo>
                  <a:pt x="1907920" y="674632"/>
                  <a:pt x="1917154" y="684409"/>
                  <a:pt x="1897780" y="694730"/>
                </a:cubicBezTo>
                <a:cubicBezTo>
                  <a:pt x="1868153" y="707163"/>
                  <a:pt x="1836285" y="713329"/>
                  <a:pt x="1804160" y="712838"/>
                </a:cubicBezTo>
                <a:cubicBezTo>
                  <a:pt x="1773199" y="712838"/>
                  <a:pt x="1764868" y="703241"/>
                  <a:pt x="1785511" y="692740"/>
                </a:cubicBezTo>
                <a:cubicBezTo>
                  <a:pt x="1814752" y="680548"/>
                  <a:pt x="1846169" y="674391"/>
                  <a:pt x="1877860" y="674632"/>
                </a:cubicBezTo>
                <a:close/>
                <a:moveTo>
                  <a:pt x="4516324" y="674089"/>
                </a:moveTo>
                <a:cubicBezTo>
                  <a:pt x="4567208" y="674269"/>
                  <a:pt x="4609398" y="686402"/>
                  <a:pt x="4617003" y="703785"/>
                </a:cubicBezTo>
                <a:cubicBezTo>
                  <a:pt x="4624790" y="721893"/>
                  <a:pt x="4591652" y="734570"/>
                  <a:pt x="4538235" y="734570"/>
                </a:cubicBezTo>
                <a:cubicBezTo>
                  <a:pt x="4484817" y="734570"/>
                  <a:pt x="4442627" y="721169"/>
                  <a:pt x="4437374" y="703242"/>
                </a:cubicBezTo>
                <a:cubicBezTo>
                  <a:pt x="4432123" y="685316"/>
                  <a:pt x="4465441" y="673908"/>
                  <a:pt x="4516324" y="674089"/>
                </a:cubicBezTo>
                <a:close/>
                <a:moveTo>
                  <a:pt x="1681572" y="671916"/>
                </a:moveTo>
                <a:cubicBezTo>
                  <a:pt x="1709460" y="671916"/>
                  <a:pt x="1716701" y="679159"/>
                  <a:pt x="1698774" y="688757"/>
                </a:cubicBezTo>
                <a:cubicBezTo>
                  <a:pt x="1671740" y="700859"/>
                  <a:pt x="1642384" y="706916"/>
                  <a:pt x="1612762" y="706502"/>
                </a:cubicBezTo>
                <a:cubicBezTo>
                  <a:pt x="1581980" y="706502"/>
                  <a:pt x="1575099" y="698897"/>
                  <a:pt x="1595922" y="688394"/>
                </a:cubicBezTo>
                <a:cubicBezTo>
                  <a:pt x="1623047" y="677105"/>
                  <a:pt x="1652203" y="671497"/>
                  <a:pt x="1681572" y="671916"/>
                </a:cubicBezTo>
                <a:close/>
                <a:moveTo>
                  <a:pt x="6346656" y="670287"/>
                </a:moveTo>
                <a:cubicBezTo>
                  <a:pt x="6378191" y="670844"/>
                  <a:pt x="6409314" y="677549"/>
                  <a:pt x="6438282" y="690024"/>
                </a:cubicBezTo>
                <a:cubicBezTo>
                  <a:pt x="6454759" y="699803"/>
                  <a:pt x="6443170" y="708132"/>
                  <a:pt x="6413836" y="708132"/>
                </a:cubicBezTo>
                <a:cubicBezTo>
                  <a:pt x="6381919" y="707856"/>
                  <a:pt x="6350386" y="701145"/>
                  <a:pt x="6321124" y="688395"/>
                </a:cubicBezTo>
                <a:cubicBezTo>
                  <a:pt x="6305914" y="678254"/>
                  <a:pt x="6318227" y="670287"/>
                  <a:pt x="6346656" y="670287"/>
                </a:cubicBezTo>
                <a:close/>
                <a:moveTo>
                  <a:pt x="4312068" y="668476"/>
                </a:moveTo>
                <a:cubicBezTo>
                  <a:pt x="4361504" y="668113"/>
                  <a:pt x="4407860" y="682056"/>
                  <a:pt x="4412567" y="698715"/>
                </a:cubicBezTo>
                <a:cubicBezTo>
                  <a:pt x="4417276" y="715374"/>
                  <a:pt x="4379429" y="729860"/>
                  <a:pt x="4329090" y="730404"/>
                </a:cubicBezTo>
                <a:cubicBezTo>
                  <a:pt x="4279293" y="730404"/>
                  <a:pt x="4233481" y="716642"/>
                  <a:pt x="4228411" y="699802"/>
                </a:cubicBezTo>
                <a:cubicBezTo>
                  <a:pt x="4223341" y="682962"/>
                  <a:pt x="4262634" y="668837"/>
                  <a:pt x="4312068" y="668476"/>
                </a:cubicBezTo>
                <a:close/>
                <a:moveTo>
                  <a:pt x="1483293" y="666845"/>
                </a:moveTo>
                <a:cubicBezTo>
                  <a:pt x="1509008" y="667026"/>
                  <a:pt x="1514439" y="673001"/>
                  <a:pt x="1496693" y="681693"/>
                </a:cubicBezTo>
                <a:cubicBezTo>
                  <a:pt x="1472462" y="691746"/>
                  <a:pt x="1446498" y="696913"/>
                  <a:pt x="1420279" y="696904"/>
                </a:cubicBezTo>
                <a:cubicBezTo>
                  <a:pt x="1391847" y="696904"/>
                  <a:pt x="1386418" y="690204"/>
                  <a:pt x="1407239" y="680969"/>
                </a:cubicBezTo>
                <a:cubicBezTo>
                  <a:pt x="1431468" y="671490"/>
                  <a:pt x="1457273" y="666697"/>
                  <a:pt x="1483293" y="666845"/>
                </a:cubicBezTo>
                <a:close/>
                <a:moveTo>
                  <a:pt x="6135701" y="665035"/>
                </a:moveTo>
                <a:cubicBezTo>
                  <a:pt x="6168303" y="664524"/>
                  <a:pt x="6200583" y="671524"/>
                  <a:pt x="6230042" y="685496"/>
                </a:cubicBezTo>
                <a:cubicBezTo>
                  <a:pt x="6248694" y="696361"/>
                  <a:pt x="6236922" y="704509"/>
                  <a:pt x="6201794" y="704328"/>
                </a:cubicBezTo>
                <a:cubicBezTo>
                  <a:pt x="6168812" y="704929"/>
                  <a:pt x="6136165" y="697669"/>
                  <a:pt x="6106548" y="683143"/>
                </a:cubicBezTo>
                <a:cubicBezTo>
                  <a:pt x="6089526" y="672096"/>
                  <a:pt x="6101839" y="665035"/>
                  <a:pt x="6135701" y="665035"/>
                </a:cubicBezTo>
                <a:close/>
                <a:moveTo>
                  <a:pt x="1288453" y="663585"/>
                </a:moveTo>
                <a:cubicBezTo>
                  <a:pt x="1309458" y="663585"/>
                  <a:pt x="1315975" y="669923"/>
                  <a:pt x="1300947" y="676803"/>
                </a:cubicBezTo>
                <a:cubicBezTo>
                  <a:pt x="1279018" y="684817"/>
                  <a:pt x="1256005" y="689399"/>
                  <a:pt x="1232682" y="690384"/>
                </a:cubicBezTo>
                <a:cubicBezTo>
                  <a:pt x="1210589" y="690384"/>
                  <a:pt x="1202984" y="684589"/>
                  <a:pt x="1217471" y="677709"/>
                </a:cubicBezTo>
                <a:cubicBezTo>
                  <a:pt x="1240235" y="669240"/>
                  <a:pt x="1264189" y="664471"/>
                  <a:pt x="1288453" y="663585"/>
                </a:cubicBezTo>
                <a:close/>
                <a:moveTo>
                  <a:pt x="4113787" y="661051"/>
                </a:moveTo>
                <a:cubicBezTo>
                  <a:pt x="4161592" y="661231"/>
                  <a:pt x="4206499" y="675356"/>
                  <a:pt x="4208128" y="691472"/>
                </a:cubicBezTo>
                <a:cubicBezTo>
                  <a:pt x="4209940" y="708311"/>
                  <a:pt x="4166662" y="723341"/>
                  <a:pt x="4116323" y="723161"/>
                </a:cubicBezTo>
                <a:cubicBezTo>
                  <a:pt x="4065983" y="722978"/>
                  <a:pt x="4021256" y="707768"/>
                  <a:pt x="4021981" y="691109"/>
                </a:cubicBezTo>
                <a:cubicBezTo>
                  <a:pt x="4022705" y="674449"/>
                  <a:pt x="4065983" y="660870"/>
                  <a:pt x="4113787" y="661051"/>
                </a:cubicBezTo>
                <a:close/>
                <a:moveTo>
                  <a:pt x="1101760" y="658517"/>
                </a:moveTo>
                <a:cubicBezTo>
                  <a:pt x="1119867" y="658517"/>
                  <a:pt x="1123671" y="663950"/>
                  <a:pt x="1110814" y="669562"/>
                </a:cubicBezTo>
                <a:cubicBezTo>
                  <a:pt x="1090879" y="676558"/>
                  <a:pt x="1070001" y="680526"/>
                  <a:pt x="1048886" y="681334"/>
                </a:cubicBezTo>
                <a:cubicBezTo>
                  <a:pt x="1030778" y="681334"/>
                  <a:pt x="1026976" y="675900"/>
                  <a:pt x="1040375" y="670106"/>
                </a:cubicBezTo>
                <a:cubicBezTo>
                  <a:pt x="1060149" y="663224"/>
                  <a:pt x="1080848" y="659317"/>
                  <a:pt x="1101760" y="658517"/>
                </a:cubicBezTo>
                <a:close/>
                <a:moveTo>
                  <a:pt x="3916234" y="656344"/>
                </a:moveTo>
                <a:cubicBezTo>
                  <a:pt x="3963858" y="656524"/>
                  <a:pt x="4006773" y="670830"/>
                  <a:pt x="4004600" y="686945"/>
                </a:cubicBezTo>
                <a:cubicBezTo>
                  <a:pt x="4002427" y="703061"/>
                  <a:pt x="3957520" y="718454"/>
                  <a:pt x="3907362" y="718091"/>
                </a:cubicBezTo>
                <a:cubicBezTo>
                  <a:pt x="3856841" y="718091"/>
                  <a:pt x="3815374" y="702519"/>
                  <a:pt x="3819176" y="686041"/>
                </a:cubicBezTo>
                <a:cubicBezTo>
                  <a:pt x="3822979" y="669562"/>
                  <a:pt x="3868610" y="656163"/>
                  <a:pt x="3916234" y="656344"/>
                </a:cubicBezTo>
                <a:close/>
                <a:moveTo>
                  <a:pt x="911810" y="656162"/>
                </a:moveTo>
                <a:cubicBezTo>
                  <a:pt x="924665" y="656342"/>
                  <a:pt x="926476" y="660688"/>
                  <a:pt x="915432" y="665217"/>
                </a:cubicBezTo>
                <a:cubicBezTo>
                  <a:pt x="899277" y="670566"/>
                  <a:pt x="882456" y="673614"/>
                  <a:pt x="865453" y="674270"/>
                </a:cubicBezTo>
                <a:cubicBezTo>
                  <a:pt x="849699" y="674270"/>
                  <a:pt x="847344" y="669563"/>
                  <a:pt x="862012" y="664492"/>
                </a:cubicBezTo>
                <a:cubicBezTo>
                  <a:pt x="878146" y="659403"/>
                  <a:pt x="894895" y="656601"/>
                  <a:pt x="911810" y="656162"/>
                </a:cubicBezTo>
                <a:close/>
                <a:moveTo>
                  <a:pt x="5922573" y="655801"/>
                </a:moveTo>
                <a:cubicBezTo>
                  <a:pt x="5956526" y="655168"/>
                  <a:pt x="5990151" y="662551"/>
                  <a:pt x="6020718" y="677347"/>
                </a:cubicBezTo>
                <a:cubicBezTo>
                  <a:pt x="6038826" y="689661"/>
                  <a:pt x="6024520" y="699077"/>
                  <a:pt x="5986312" y="698715"/>
                </a:cubicBezTo>
                <a:cubicBezTo>
                  <a:pt x="5952886" y="699103"/>
                  <a:pt x="5919834" y="691661"/>
                  <a:pt x="5889799" y="676986"/>
                </a:cubicBezTo>
                <a:cubicBezTo>
                  <a:pt x="5871510" y="665034"/>
                  <a:pt x="5886177" y="655618"/>
                  <a:pt x="5922573" y="655801"/>
                </a:cubicBezTo>
                <a:close/>
                <a:moveTo>
                  <a:pt x="3721395" y="649824"/>
                </a:moveTo>
                <a:cubicBezTo>
                  <a:pt x="3766846" y="650006"/>
                  <a:pt x="3805595" y="663768"/>
                  <a:pt x="3802698" y="679340"/>
                </a:cubicBezTo>
                <a:cubicBezTo>
                  <a:pt x="3799801" y="694914"/>
                  <a:pt x="3751635" y="710485"/>
                  <a:pt x="3701838" y="710305"/>
                </a:cubicBezTo>
                <a:cubicBezTo>
                  <a:pt x="3651498" y="710305"/>
                  <a:pt x="3611299" y="694914"/>
                  <a:pt x="3619811" y="678616"/>
                </a:cubicBezTo>
                <a:cubicBezTo>
                  <a:pt x="3629768" y="659603"/>
                  <a:pt x="3675944" y="649643"/>
                  <a:pt x="3721395" y="649824"/>
                </a:cubicBezTo>
                <a:close/>
                <a:moveTo>
                  <a:pt x="5716144" y="649281"/>
                </a:moveTo>
                <a:cubicBezTo>
                  <a:pt x="5751529" y="648908"/>
                  <a:pt x="5786511" y="656849"/>
                  <a:pt x="5818272" y="672459"/>
                </a:cubicBezTo>
                <a:cubicBezTo>
                  <a:pt x="5836380" y="684953"/>
                  <a:pt x="5817184" y="696178"/>
                  <a:pt x="5778796" y="695817"/>
                </a:cubicBezTo>
                <a:cubicBezTo>
                  <a:pt x="5740408" y="695454"/>
                  <a:pt x="5691518" y="684228"/>
                  <a:pt x="5675583" y="671915"/>
                </a:cubicBezTo>
                <a:cubicBezTo>
                  <a:pt x="5659648" y="659602"/>
                  <a:pt x="5679205" y="649098"/>
                  <a:pt x="5716144" y="649281"/>
                </a:cubicBezTo>
                <a:close/>
                <a:moveTo>
                  <a:pt x="7308359" y="646204"/>
                </a:moveTo>
                <a:cubicBezTo>
                  <a:pt x="7323461" y="646257"/>
                  <a:pt x="7338453" y="648827"/>
                  <a:pt x="7352723" y="653810"/>
                </a:cubicBezTo>
                <a:cubicBezTo>
                  <a:pt x="7364131" y="657973"/>
                  <a:pt x="7363587" y="660870"/>
                  <a:pt x="7351274" y="661053"/>
                </a:cubicBezTo>
                <a:cubicBezTo>
                  <a:pt x="7336045" y="661015"/>
                  <a:pt x="7320925" y="658444"/>
                  <a:pt x="7306547" y="653447"/>
                </a:cubicBezTo>
                <a:cubicBezTo>
                  <a:pt x="7295502" y="649281"/>
                  <a:pt x="7296226" y="646567"/>
                  <a:pt x="7308359" y="646204"/>
                </a:cubicBezTo>
                <a:close/>
                <a:moveTo>
                  <a:pt x="3522933" y="646204"/>
                </a:moveTo>
                <a:cubicBezTo>
                  <a:pt x="3572910" y="646204"/>
                  <a:pt x="3605141" y="657793"/>
                  <a:pt x="3599710" y="674271"/>
                </a:cubicBezTo>
                <a:cubicBezTo>
                  <a:pt x="3594277" y="690750"/>
                  <a:pt x="3551905" y="703968"/>
                  <a:pt x="3499755" y="704149"/>
                </a:cubicBezTo>
                <a:cubicBezTo>
                  <a:pt x="3447605" y="704329"/>
                  <a:pt x="3415553" y="691835"/>
                  <a:pt x="3423520" y="674815"/>
                </a:cubicBezTo>
                <a:cubicBezTo>
                  <a:pt x="3431488" y="657793"/>
                  <a:pt x="3472773" y="646384"/>
                  <a:pt x="3522933" y="646204"/>
                </a:cubicBezTo>
                <a:close/>
                <a:moveTo>
                  <a:pt x="5508810" y="641676"/>
                </a:moveTo>
                <a:cubicBezTo>
                  <a:pt x="5549191" y="641676"/>
                  <a:pt x="5593735" y="652179"/>
                  <a:pt x="5611118" y="665397"/>
                </a:cubicBezTo>
                <a:cubicBezTo>
                  <a:pt x="5629226" y="679340"/>
                  <a:pt x="5610033" y="689843"/>
                  <a:pt x="5566211" y="689480"/>
                </a:cubicBezTo>
                <a:cubicBezTo>
                  <a:pt x="5522391" y="689119"/>
                  <a:pt x="5479113" y="678615"/>
                  <a:pt x="5463722" y="664492"/>
                </a:cubicBezTo>
                <a:cubicBezTo>
                  <a:pt x="5448331" y="650367"/>
                  <a:pt x="5468429" y="641676"/>
                  <a:pt x="5508810" y="641676"/>
                </a:cubicBezTo>
                <a:close/>
                <a:moveTo>
                  <a:pt x="3323746" y="640046"/>
                </a:moveTo>
                <a:cubicBezTo>
                  <a:pt x="3370826" y="640046"/>
                  <a:pt x="3401610" y="651635"/>
                  <a:pt x="3394004" y="667026"/>
                </a:cubicBezTo>
                <a:cubicBezTo>
                  <a:pt x="3386400" y="682419"/>
                  <a:pt x="3339680" y="696542"/>
                  <a:pt x="3289523" y="696362"/>
                </a:cubicBezTo>
                <a:cubicBezTo>
                  <a:pt x="3239365" y="696181"/>
                  <a:pt x="3211297" y="683324"/>
                  <a:pt x="3221981" y="667389"/>
                </a:cubicBezTo>
                <a:cubicBezTo>
                  <a:pt x="3232665" y="651454"/>
                  <a:pt x="3276304" y="640046"/>
                  <a:pt x="3323746" y="640046"/>
                </a:cubicBezTo>
                <a:close/>
                <a:moveTo>
                  <a:pt x="7088349" y="636605"/>
                </a:moveTo>
                <a:cubicBezTo>
                  <a:pt x="7107906" y="637072"/>
                  <a:pt x="7127318" y="640363"/>
                  <a:pt x="7145933" y="646384"/>
                </a:cubicBezTo>
                <a:cubicBezTo>
                  <a:pt x="7160057" y="651635"/>
                  <a:pt x="7158971" y="656885"/>
                  <a:pt x="7143397" y="657249"/>
                </a:cubicBezTo>
                <a:cubicBezTo>
                  <a:pt x="7123679" y="656872"/>
                  <a:pt x="7104104" y="653703"/>
                  <a:pt x="7085272" y="647833"/>
                </a:cubicBezTo>
                <a:cubicBezTo>
                  <a:pt x="7069517" y="642219"/>
                  <a:pt x="7071148" y="636605"/>
                  <a:pt x="7088349" y="636605"/>
                </a:cubicBezTo>
                <a:close/>
                <a:moveTo>
                  <a:pt x="3129993" y="636061"/>
                </a:moveTo>
                <a:cubicBezTo>
                  <a:pt x="3173633" y="635700"/>
                  <a:pt x="3204054" y="648013"/>
                  <a:pt x="3195001" y="662317"/>
                </a:cubicBezTo>
                <a:cubicBezTo>
                  <a:pt x="3185946" y="676986"/>
                  <a:pt x="3137056" y="690385"/>
                  <a:pt x="3091244" y="690748"/>
                </a:cubicBezTo>
                <a:cubicBezTo>
                  <a:pt x="3045430" y="691109"/>
                  <a:pt x="3015916" y="677891"/>
                  <a:pt x="3026961" y="663224"/>
                </a:cubicBezTo>
                <a:cubicBezTo>
                  <a:pt x="3038006" y="648555"/>
                  <a:pt x="3086354" y="636424"/>
                  <a:pt x="3129993" y="636061"/>
                </a:cubicBezTo>
                <a:close/>
                <a:moveTo>
                  <a:pt x="5307453" y="635701"/>
                </a:moveTo>
                <a:cubicBezTo>
                  <a:pt x="5350368" y="635881"/>
                  <a:pt x="5396724" y="646746"/>
                  <a:pt x="5411934" y="660871"/>
                </a:cubicBezTo>
                <a:cubicBezTo>
                  <a:pt x="5427145" y="674994"/>
                  <a:pt x="5405235" y="686221"/>
                  <a:pt x="5362501" y="686402"/>
                </a:cubicBezTo>
                <a:cubicBezTo>
                  <a:pt x="5319766" y="686582"/>
                  <a:pt x="5270333" y="675176"/>
                  <a:pt x="5255664" y="660690"/>
                </a:cubicBezTo>
                <a:cubicBezTo>
                  <a:pt x="5241360" y="646565"/>
                  <a:pt x="5264538" y="635520"/>
                  <a:pt x="5307453" y="635701"/>
                </a:cubicBezTo>
                <a:close/>
                <a:moveTo>
                  <a:pt x="2939139" y="633165"/>
                </a:moveTo>
                <a:cubicBezTo>
                  <a:pt x="2982598" y="633347"/>
                  <a:pt x="3007585" y="644212"/>
                  <a:pt x="2993462" y="658878"/>
                </a:cubicBezTo>
                <a:cubicBezTo>
                  <a:pt x="2979337" y="673545"/>
                  <a:pt x="2937147" y="684410"/>
                  <a:pt x="2891876" y="684410"/>
                </a:cubicBezTo>
                <a:cubicBezTo>
                  <a:pt x="2845360" y="684410"/>
                  <a:pt x="2822361" y="672640"/>
                  <a:pt x="2837574" y="657610"/>
                </a:cubicBezTo>
                <a:cubicBezTo>
                  <a:pt x="2852784" y="642581"/>
                  <a:pt x="2895680" y="632984"/>
                  <a:pt x="2939139" y="633165"/>
                </a:cubicBezTo>
                <a:close/>
                <a:moveTo>
                  <a:pt x="6873774" y="630630"/>
                </a:moveTo>
                <a:cubicBezTo>
                  <a:pt x="6895864" y="630672"/>
                  <a:pt x="6917774" y="634721"/>
                  <a:pt x="6938418" y="642580"/>
                </a:cubicBezTo>
                <a:cubicBezTo>
                  <a:pt x="6954897" y="649643"/>
                  <a:pt x="6950732" y="654352"/>
                  <a:pt x="6928278" y="654352"/>
                </a:cubicBezTo>
                <a:cubicBezTo>
                  <a:pt x="6905988" y="654192"/>
                  <a:pt x="6883895" y="650019"/>
                  <a:pt x="6863090" y="642039"/>
                </a:cubicBezTo>
                <a:cubicBezTo>
                  <a:pt x="6847155" y="634976"/>
                  <a:pt x="6851501" y="630450"/>
                  <a:pt x="6873774" y="630630"/>
                </a:cubicBezTo>
                <a:close/>
                <a:moveTo>
                  <a:pt x="5101928" y="629906"/>
                </a:moveTo>
                <a:cubicBezTo>
                  <a:pt x="5146654" y="629906"/>
                  <a:pt x="5195002" y="642581"/>
                  <a:pt x="5206591" y="656886"/>
                </a:cubicBezTo>
                <a:cubicBezTo>
                  <a:pt x="5218180" y="671192"/>
                  <a:pt x="5191018" y="683505"/>
                  <a:pt x="5146293" y="683142"/>
                </a:cubicBezTo>
                <a:cubicBezTo>
                  <a:pt x="5101566" y="682781"/>
                  <a:pt x="5050502" y="669561"/>
                  <a:pt x="5040905" y="654894"/>
                </a:cubicBezTo>
                <a:cubicBezTo>
                  <a:pt x="5031309" y="640227"/>
                  <a:pt x="5059013" y="629543"/>
                  <a:pt x="5101928" y="629906"/>
                </a:cubicBezTo>
                <a:close/>
                <a:moveTo>
                  <a:pt x="2754454" y="627189"/>
                </a:moveTo>
                <a:cubicBezTo>
                  <a:pt x="2793754" y="627189"/>
                  <a:pt x="2815665" y="639502"/>
                  <a:pt x="2800812" y="652178"/>
                </a:cubicBezTo>
                <a:cubicBezTo>
                  <a:pt x="2785967" y="664852"/>
                  <a:pt x="2735264" y="677166"/>
                  <a:pt x="2695425" y="676441"/>
                </a:cubicBezTo>
                <a:cubicBezTo>
                  <a:pt x="2655589" y="675717"/>
                  <a:pt x="2633499" y="663404"/>
                  <a:pt x="2650336" y="650366"/>
                </a:cubicBezTo>
                <a:cubicBezTo>
                  <a:pt x="2667180" y="637329"/>
                  <a:pt x="2716069" y="626647"/>
                  <a:pt x="2754454" y="627189"/>
                </a:cubicBezTo>
                <a:close/>
                <a:moveTo>
                  <a:pt x="2561609" y="624473"/>
                </a:moveTo>
                <a:cubicBezTo>
                  <a:pt x="2601264" y="624473"/>
                  <a:pt x="2620098" y="634069"/>
                  <a:pt x="2605432" y="646383"/>
                </a:cubicBezTo>
                <a:cubicBezTo>
                  <a:pt x="2590219" y="659603"/>
                  <a:pt x="2548214" y="669743"/>
                  <a:pt x="2506925" y="670104"/>
                </a:cubicBezTo>
                <a:cubicBezTo>
                  <a:pt x="2465640" y="670467"/>
                  <a:pt x="2445177" y="660144"/>
                  <a:pt x="2463283" y="646565"/>
                </a:cubicBezTo>
                <a:cubicBezTo>
                  <a:pt x="2481394" y="632984"/>
                  <a:pt x="2521958" y="624473"/>
                  <a:pt x="2561609" y="624473"/>
                </a:cubicBezTo>
                <a:close/>
                <a:moveTo>
                  <a:pt x="4901656" y="622482"/>
                </a:moveTo>
                <a:cubicBezTo>
                  <a:pt x="4947651" y="622662"/>
                  <a:pt x="4993644" y="634071"/>
                  <a:pt x="5005415" y="649281"/>
                </a:cubicBezTo>
                <a:cubicBezTo>
                  <a:pt x="5017365" y="664492"/>
                  <a:pt x="4988756" y="676986"/>
                  <a:pt x="4940589" y="676986"/>
                </a:cubicBezTo>
                <a:cubicBezTo>
                  <a:pt x="4892423" y="676986"/>
                  <a:pt x="4846067" y="664311"/>
                  <a:pt x="4836107" y="648920"/>
                </a:cubicBezTo>
                <a:cubicBezTo>
                  <a:pt x="4826148" y="633527"/>
                  <a:pt x="4855664" y="622301"/>
                  <a:pt x="4901656" y="622482"/>
                </a:cubicBezTo>
                <a:close/>
                <a:moveTo>
                  <a:pt x="6661370" y="621938"/>
                </a:moveTo>
                <a:cubicBezTo>
                  <a:pt x="6686177" y="622094"/>
                  <a:pt x="6710749" y="626885"/>
                  <a:pt x="6733801" y="636063"/>
                </a:cubicBezTo>
                <a:cubicBezTo>
                  <a:pt x="6752089" y="644211"/>
                  <a:pt x="6746114" y="649825"/>
                  <a:pt x="6719676" y="649645"/>
                </a:cubicBezTo>
                <a:cubicBezTo>
                  <a:pt x="6694398" y="649647"/>
                  <a:pt x="6669374" y="644727"/>
                  <a:pt x="6645977" y="635159"/>
                </a:cubicBezTo>
                <a:cubicBezTo>
                  <a:pt x="6629137" y="627191"/>
                  <a:pt x="6635476" y="621758"/>
                  <a:pt x="6661370" y="621938"/>
                </a:cubicBezTo>
                <a:close/>
                <a:moveTo>
                  <a:pt x="2380172" y="618859"/>
                </a:moveTo>
                <a:cubicBezTo>
                  <a:pt x="2414215" y="619402"/>
                  <a:pt x="2430149" y="629543"/>
                  <a:pt x="2414031" y="640588"/>
                </a:cubicBezTo>
                <a:cubicBezTo>
                  <a:pt x="2382416" y="655713"/>
                  <a:pt x="2347666" y="663099"/>
                  <a:pt x="2312627" y="662137"/>
                </a:cubicBezTo>
                <a:cubicBezTo>
                  <a:pt x="2277319" y="662137"/>
                  <a:pt x="2262471" y="650911"/>
                  <a:pt x="2280033" y="639503"/>
                </a:cubicBezTo>
                <a:cubicBezTo>
                  <a:pt x="2311415" y="625142"/>
                  <a:pt x="2345656" y="618083"/>
                  <a:pt x="2380172" y="618859"/>
                </a:cubicBezTo>
                <a:close/>
                <a:moveTo>
                  <a:pt x="4707181" y="617048"/>
                </a:moveTo>
                <a:cubicBezTo>
                  <a:pt x="4754442" y="618136"/>
                  <a:pt x="4799349" y="629544"/>
                  <a:pt x="4808585" y="644392"/>
                </a:cubicBezTo>
                <a:cubicBezTo>
                  <a:pt x="4818725" y="659783"/>
                  <a:pt x="4787580" y="673003"/>
                  <a:pt x="4739412" y="673364"/>
                </a:cubicBezTo>
                <a:cubicBezTo>
                  <a:pt x="4691246" y="673727"/>
                  <a:pt x="4641086" y="660507"/>
                  <a:pt x="4633119" y="644755"/>
                </a:cubicBezTo>
                <a:cubicBezTo>
                  <a:pt x="4625151" y="629000"/>
                  <a:pt x="4659918" y="615963"/>
                  <a:pt x="4707181" y="617048"/>
                </a:cubicBezTo>
                <a:close/>
                <a:moveTo>
                  <a:pt x="2184789" y="616505"/>
                </a:moveTo>
                <a:cubicBezTo>
                  <a:pt x="2217022" y="615961"/>
                  <a:pt x="2230059" y="625560"/>
                  <a:pt x="2213220" y="636061"/>
                </a:cubicBezTo>
                <a:cubicBezTo>
                  <a:pt x="2183774" y="649415"/>
                  <a:pt x="2151761" y="656152"/>
                  <a:pt x="2119421" y="655798"/>
                </a:cubicBezTo>
                <a:cubicBezTo>
                  <a:pt x="2084291" y="655798"/>
                  <a:pt x="2071253" y="645658"/>
                  <a:pt x="2091169" y="634613"/>
                </a:cubicBezTo>
                <a:cubicBezTo>
                  <a:pt x="2120777" y="622119"/>
                  <a:pt x="2152663" y="615952"/>
                  <a:pt x="2184789" y="616505"/>
                </a:cubicBezTo>
                <a:close/>
                <a:moveTo>
                  <a:pt x="6458744" y="615783"/>
                </a:moveTo>
                <a:cubicBezTo>
                  <a:pt x="6486215" y="615996"/>
                  <a:pt x="6513375" y="621724"/>
                  <a:pt x="6538599" y="632623"/>
                </a:cubicBezTo>
                <a:cubicBezTo>
                  <a:pt x="6554353" y="641314"/>
                  <a:pt x="6545300" y="647289"/>
                  <a:pt x="6516870" y="647109"/>
                </a:cubicBezTo>
                <a:cubicBezTo>
                  <a:pt x="6488912" y="647095"/>
                  <a:pt x="6461244" y="641364"/>
                  <a:pt x="6435566" y="630269"/>
                </a:cubicBezTo>
                <a:cubicBezTo>
                  <a:pt x="6419087" y="621395"/>
                  <a:pt x="6429047" y="615239"/>
                  <a:pt x="6458744" y="615783"/>
                </a:cubicBezTo>
                <a:close/>
                <a:moveTo>
                  <a:pt x="1999365" y="610893"/>
                </a:moveTo>
                <a:cubicBezTo>
                  <a:pt x="2031597" y="611436"/>
                  <a:pt x="2042462" y="618680"/>
                  <a:pt x="2025076" y="629001"/>
                </a:cubicBezTo>
                <a:cubicBezTo>
                  <a:pt x="1997481" y="641610"/>
                  <a:pt x="1967409" y="647802"/>
                  <a:pt x="1937072" y="647108"/>
                </a:cubicBezTo>
                <a:cubicBezTo>
                  <a:pt x="1903752" y="647108"/>
                  <a:pt x="1893433" y="639504"/>
                  <a:pt x="1912265" y="629001"/>
                </a:cubicBezTo>
                <a:cubicBezTo>
                  <a:pt x="1939626" y="616662"/>
                  <a:pt x="1969358" y="610480"/>
                  <a:pt x="1999365" y="610893"/>
                </a:cubicBezTo>
                <a:close/>
                <a:moveTo>
                  <a:pt x="4512161" y="609806"/>
                </a:moveTo>
                <a:cubicBezTo>
                  <a:pt x="4559241" y="609986"/>
                  <a:pt x="4606502" y="622843"/>
                  <a:pt x="4613021" y="638417"/>
                </a:cubicBezTo>
                <a:cubicBezTo>
                  <a:pt x="4619720" y="654352"/>
                  <a:pt x="4582600" y="667931"/>
                  <a:pt x="4531898" y="667389"/>
                </a:cubicBezTo>
                <a:cubicBezTo>
                  <a:pt x="4481196" y="666846"/>
                  <a:pt x="4435384" y="652179"/>
                  <a:pt x="4432123" y="636786"/>
                </a:cubicBezTo>
                <a:cubicBezTo>
                  <a:pt x="4428865" y="621395"/>
                  <a:pt x="4465081" y="609625"/>
                  <a:pt x="4512161" y="609806"/>
                </a:cubicBezTo>
                <a:close/>
                <a:moveTo>
                  <a:pt x="1813760" y="608177"/>
                </a:moveTo>
                <a:cubicBezTo>
                  <a:pt x="1841465" y="608177"/>
                  <a:pt x="1852148" y="615600"/>
                  <a:pt x="1836395" y="624474"/>
                </a:cubicBezTo>
                <a:cubicBezTo>
                  <a:pt x="1809667" y="635480"/>
                  <a:pt x="1781092" y="641257"/>
                  <a:pt x="1752194" y="641495"/>
                </a:cubicBezTo>
                <a:cubicBezTo>
                  <a:pt x="1723765" y="641495"/>
                  <a:pt x="1713624" y="633708"/>
                  <a:pt x="1730282" y="624836"/>
                </a:cubicBezTo>
                <a:cubicBezTo>
                  <a:pt x="1756827" y="614106"/>
                  <a:pt x="1785131" y="608458"/>
                  <a:pt x="1813760" y="608177"/>
                </a:cubicBezTo>
                <a:close/>
                <a:moveTo>
                  <a:pt x="6249962" y="606004"/>
                </a:moveTo>
                <a:cubicBezTo>
                  <a:pt x="6279601" y="606648"/>
                  <a:pt x="6308825" y="613108"/>
                  <a:pt x="6335974" y="625016"/>
                </a:cubicBezTo>
                <a:cubicBezTo>
                  <a:pt x="6354082" y="634615"/>
                  <a:pt x="6343761" y="643124"/>
                  <a:pt x="6313157" y="642219"/>
                </a:cubicBezTo>
                <a:cubicBezTo>
                  <a:pt x="6283027" y="642105"/>
                  <a:pt x="6253224" y="635949"/>
                  <a:pt x="6225516" y="624111"/>
                </a:cubicBezTo>
                <a:cubicBezTo>
                  <a:pt x="6207408" y="614334"/>
                  <a:pt x="6218455" y="606004"/>
                  <a:pt x="6249962" y="606004"/>
                </a:cubicBezTo>
                <a:close/>
                <a:moveTo>
                  <a:pt x="4320941" y="605280"/>
                </a:moveTo>
                <a:cubicBezTo>
                  <a:pt x="4370013" y="605460"/>
                  <a:pt x="4413653" y="617956"/>
                  <a:pt x="4417637" y="634252"/>
                </a:cubicBezTo>
                <a:cubicBezTo>
                  <a:pt x="4421620" y="650550"/>
                  <a:pt x="4384499" y="663224"/>
                  <a:pt x="4332530" y="663044"/>
                </a:cubicBezTo>
                <a:cubicBezTo>
                  <a:pt x="4279655" y="663044"/>
                  <a:pt x="4237284" y="649282"/>
                  <a:pt x="4235652" y="632442"/>
                </a:cubicBezTo>
                <a:cubicBezTo>
                  <a:pt x="4234023" y="615601"/>
                  <a:pt x="4271868" y="605099"/>
                  <a:pt x="4320941" y="605280"/>
                </a:cubicBezTo>
                <a:close/>
                <a:moveTo>
                  <a:pt x="1634129" y="603468"/>
                </a:moveTo>
                <a:cubicBezTo>
                  <a:pt x="1659120" y="603468"/>
                  <a:pt x="1667083" y="610891"/>
                  <a:pt x="1650065" y="618678"/>
                </a:cubicBezTo>
                <a:cubicBezTo>
                  <a:pt x="1625421" y="627868"/>
                  <a:pt x="1599399" y="632767"/>
                  <a:pt x="1573109" y="633165"/>
                </a:cubicBezTo>
                <a:cubicBezTo>
                  <a:pt x="1547395" y="633165"/>
                  <a:pt x="1540150" y="625560"/>
                  <a:pt x="1557896" y="617593"/>
                </a:cubicBezTo>
                <a:cubicBezTo>
                  <a:pt x="1582360" y="608703"/>
                  <a:pt x="1608108" y="603930"/>
                  <a:pt x="1634129" y="603468"/>
                </a:cubicBezTo>
                <a:close/>
                <a:moveTo>
                  <a:pt x="6048059" y="602382"/>
                </a:moveTo>
                <a:cubicBezTo>
                  <a:pt x="6079382" y="602374"/>
                  <a:pt x="6110415" y="608334"/>
                  <a:pt x="6139503" y="619947"/>
                </a:cubicBezTo>
                <a:cubicBezTo>
                  <a:pt x="6157611" y="629905"/>
                  <a:pt x="6145298" y="639684"/>
                  <a:pt x="6112886" y="639504"/>
                </a:cubicBezTo>
                <a:cubicBezTo>
                  <a:pt x="6081150" y="639627"/>
                  <a:pt x="6049702" y="633473"/>
                  <a:pt x="6020355" y="621396"/>
                </a:cubicBezTo>
                <a:cubicBezTo>
                  <a:pt x="6002247" y="611617"/>
                  <a:pt x="6016553" y="602201"/>
                  <a:pt x="6048059" y="602382"/>
                </a:cubicBezTo>
                <a:close/>
                <a:moveTo>
                  <a:pt x="1449976" y="601114"/>
                </a:moveTo>
                <a:cubicBezTo>
                  <a:pt x="1472431" y="601114"/>
                  <a:pt x="1478404" y="606547"/>
                  <a:pt x="1463377" y="613608"/>
                </a:cubicBezTo>
                <a:cubicBezTo>
                  <a:pt x="1440270" y="622478"/>
                  <a:pt x="1415699" y="626961"/>
                  <a:pt x="1390944" y="626828"/>
                </a:cubicBezTo>
                <a:cubicBezTo>
                  <a:pt x="1368672" y="626828"/>
                  <a:pt x="1364327" y="620851"/>
                  <a:pt x="1380985" y="613608"/>
                </a:cubicBezTo>
                <a:cubicBezTo>
                  <a:pt x="1403077" y="605444"/>
                  <a:pt x="1426416" y="601214"/>
                  <a:pt x="1449976" y="601114"/>
                </a:cubicBezTo>
                <a:close/>
                <a:moveTo>
                  <a:pt x="4129000" y="598761"/>
                </a:moveTo>
                <a:cubicBezTo>
                  <a:pt x="4180063" y="598761"/>
                  <a:pt x="4219539" y="610350"/>
                  <a:pt x="4222797" y="626648"/>
                </a:cubicBezTo>
                <a:cubicBezTo>
                  <a:pt x="4226057" y="642944"/>
                  <a:pt x="4188030" y="656345"/>
                  <a:pt x="4134795" y="656345"/>
                </a:cubicBezTo>
                <a:cubicBezTo>
                  <a:pt x="4081557" y="656345"/>
                  <a:pt x="4040996" y="643668"/>
                  <a:pt x="4040815" y="627009"/>
                </a:cubicBezTo>
                <a:cubicBezTo>
                  <a:pt x="4040634" y="610350"/>
                  <a:pt x="4078299" y="598761"/>
                  <a:pt x="4129000" y="598761"/>
                </a:cubicBezTo>
                <a:close/>
                <a:moveTo>
                  <a:pt x="1266364" y="596948"/>
                </a:moveTo>
                <a:cubicBezTo>
                  <a:pt x="1285194" y="597855"/>
                  <a:pt x="1287910" y="601657"/>
                  <a:pt x="1272882" y="607813"/>
                </a:cubicBezTo>
                <a:cubicBezTo>
                  <a:pt x="1253705" y="614699"/>
                  <a:pt x="1233498" y="618250"/>
                  <a:pt x="1213127" y="618317"/>
                </a:cubicBezTo>
                <a:cubicBezTo>
                  <a:pt x="1193025" y="618317"/>
                  <a:pt x="1189405" y="613971"/>
                  <a:pt x="1204073" y="607632"/>
                </a:cubicBezTo>
                <a:cubicBezTo>
                  <a:pt x="1224026" y="600342"/>
                  <a:pt x="1245121" y="596722"/>
                  <a:pt x="1266364" y="596948"/>
                </a:cubicBezTo>
                <a:close/>
                <a:moveTo>
                  <a:pt x="1080209" y="594777"/>
                </a:moveTo>
                <a:cubicBezTo>
                  <a:pt x="1096505" y="594597"/>
                  <a:pt x="1100308" y="597855"/>
                  <a:pt x="1088537" y="602926"/>
                </a:cubicBezTo>
                <a:cubicBezTo>
                  <a:pt x="1072639" y="608540"/>
                  <a:pt x="1055962" y="611597"/>
                  <a:pt x="1039104" y="611981"/>
                </a:cubicBezTo>
                <a:cubicBezTo>
                  <a:pt x="1022264" y="611981"/>
                  <a:pt x="1019003" y="608720"/>
                  <a:pt x="1031137" y="603650"/>
                </a:cubicBezTo>
                <a:cubicBezTo>
                  <a:pt x="1046908" y="598078"/>
                  <a:pt x="1063477" y="595083"/>
                  <a:pt x="1080209" y="594777"/>
                </a:cubicBezTo>
                <a:close/>
                <a:moveTo>
                  <a:pt x="3935246" y="594596"/>
                </a:moveTo>
                <a:cubicBezTo>
                  <a:pt x="3985947" y="594776"/>
                  <a:pt x="4023248" y="606548"/>
                  <a:pt x="4022887" y="622663"/>
                </a:cubicBezTo>
                <a:cubicBezTo>
                  <a:pt x="4022887" y="639141"/>
                  <a:pt x="3982143" y="651816"/>
                  <a:pt x="3928908" y="651816"/>
                </a:cubicBezTo>
                <a:cubicBezTo>
                  <a:pt x="3875670" y="651816"/>
                  <a:pt x="3838369" y="638959"/>
                  <a:pt x="3841447" y="622300"/>
                </a:cubicBezTo>
                <a:cubicBezTo>
                  <a:pt x="3844525" y="605641"/>
                  <a:pt x="3884544" y="594415"/>
                  <a:pt x="3935246" y="594596"/>
                </a:cubicBezTo>
                <a:close/>
                <a:moveTo>
                  <a:pt x="5850322" y="594415"/>
                </a:moveTo>
                <a:cubicBezTo>
                  <a:pt x="5881806" y="593814"/>
                  <a:pt x="5912993" y="600574"/>
                  <a:pt x="5941405" y="614154"/>
                </a:cubicBezTo>
                <a:cubicBezTo>
                  <a:pt x="5959513" y="625923"/>
                  <a:pt x="5945751" y="634435"/>
                  <a:pt x="5906819" y="634072"/>
                </a:cubicBezTo>
                <a:cubicBezTo>
                  <a:pt x="5874704" y="634963"/>
                  <a:pt x="5842865" y="627935"/>
                  <a:pt x="5814107" y="613610"/>
                </a:cubicBezTo>
                <a:cubicBezTo>
                  <a:pt x="5795999" y="602021"/>
                  <a:pt x="5811934" y="594054"/>
                  <a:pt x="5850322" y="594415"/>
                </a:cubicBezTo>
                <a:close/>
                <a:moveTo>
                  <a:pt x="905097" y="591154"/>
                </a:moveTo>
                <a:cubicBezTo>
                  <a:pt x="917049" y="590793"/>
                  <a:pt x="917593" y="593690"/>
                  <a:pt x="906546" y="597853"/>
                </a:cubicBezTo>
                <a:cubicBezTo>
                  <a:pt x="894143" y="601821"/>
                  <a:pt x="881178" y="603777"/>
                  <a:pt x="868157" y="603648"/>
                </a:cubicBezTo>
                <a:cubicBezTo>
                  <a:pt x="858018" y="603648"/>
                  <a:pt x="857474" y="601114"/>
                  <a:pt x="867071" y="597492"/>
                </a:cubicBezTo>
                <a:cubicBezTo>
                  <a:pt x="879312" y="593308"/>
                  <a:pt x="892169" y="591166"/>
                  <a:pt x="905097" y="591154"/>
                </a:cubicBezTo>
                <a:close/>
                <a:moveTo>
                  <a:pt x="5648059" y="588620"/>
                </a:moveTo>
                <a:cubicBezTo>
                  <a:pt x="5680741" y="588109"/>
                  <a:pt x="5713078" y="595369"/>
                  <a:pt x="5742400" y="609808"/>
                </a:cubicBezTo>
                <a:cubicBezTo>
                  <a:pt x="5759603" y="621939"/>
                  <a:pt x="5742039" y="631537"/>
                  <a:pt x="5702563" y="631355"/>
                </a:cubicBezTo>
                <a:cubicBezTo>
                  <a:pt x="5663089" y="631355"/>
                  <a:pt x="5619631" y="621034"/>
                  <a:pt x="5604601" y="608901"/>
                </a:cubicBezTo>
                <a:cubicBezTo>
                  <a:pt x="5589571" y="596770"/>
                  <a:pt x="5609490" y="588259"/>
                  <a:pt x="5648059" y="588620"/>
                </a:cubicBezTo>
                <a:close/>
                <a:moveTo>
                  <a:pt x="3748916" y="588620"/>
                </a:moveTo>
                <a:cubicBezTo>
                  <a:pt x="3799076" y="588620"/>
                  <a:pt x="3834568" y="600752"/>
                  <a:pt x="3830764" y="616687"/>
                </a:cubicBezTo>
                <a:cubicBezTo>
                  <a:pt x="3826961" y="632622"/>
                  <a:pt x="3784951" y="644935"/>
                  <a:pt x="3733345" y="644755"/>
                </a:cubicBezTo>
                <a:cubicBezTo>
                  <a:pt x="3681738" y="644572"/>
                  <a:pt x="3645522" y="631717"/>
                  <a:pt x="3651859" y="615239"/>
                </a:cubicBezTo>
                <a:cubicBezTo>
                  <a:pt x="3658197" y="598760"/>
                  <a:pt x="3699663" y="588439"/>
                  <a:pt x="3748916" y="588620"/>
                </a:cubicBezTo>
                <a:close/>
                <a:moveTo>
                  <a:pt x="3561683" y="584636"/>
                </a:moveTo>
                <a:cubicBezTo>
                  <a:pt x="3609307" y="584455"/>
                  <a:pt x="3644798" y="596225"/>
                  <a:pt x="3640269" y="611255"/>
                </a:cubicBezTo>
                <a:cubicBezTo>
                  <a:pt x="3635562" y="626826"/>
                  <a:pt x="3591199" y="639864"/>
                  <a:pt x="3541222" y="640047"/>
                </a:cubicBezTo>
                <a:cubicBezTo>
                  <a:pt x="3491244" y="640227"/>
                  <a:pt x="3456114" y="627551"/>
                  <a:pt x="3462996" y="612160"/>
                </a:cubicBezTo>
                <a:cubicBezTo>
                  <a:pt x="3469876" y="596768"/>
                  <a:pt x="3514059" y="584816"/>
                  <a:pt x="3561683" y="584636"/>
                </a:cubicBezTo>
                <a:close/>
                <a:moveTo>
                  <a:pt x="7152633" y="583189"/>
                </a:moveTo>
                <a:cubicBezTo>
                  <a:pt x="7168315" y="583856"/>
                  <a:pt x="7183851" y="586595"/>
                  <a:pt x="7198808" y="591337"/>
                </a:cubicBezTo>
                <a:cubicBezTo>
                  <a:pt x="7208405" y="595141"/>
                  <a:pt x="7204603" y="598943"/>
                  <a:pt x="7191385" y="598580"/>
                </a:cubicBezTo>
                <a:cubicBezTo>
                  <a:pt x="7175722" y="597795"/>
                  <a:pt x="7160256" y="594871"/>
                  <a:pt x="7145390" y="589888"/>
                </a:cubicBezTo>
                <a:cubicBezTo>
                  <a:pt x="7137785" y="586449"/>
                  <a:pt x="7141407" y="583189"/>
                  <a:pt x="7152633" y="583189"/>
                </a:cubicBezTo>
                <a:close/>
                <a:moveTo>
                  <a:pt x="5447245" y="581014"/>
                </a:moveTo>
                <a:cubicBezTo>
                  <a:pt x="5485090" y="580833"/>
                  <a:pt x="5532350" y="590973"/>
                  <a:pt x="5548466" y="602925"/>
                </a:cubicBezTo>
                <a:cubicBezTo>
                  <a:pt x="5564583" y="614876"/>
                  <a:pt x="5544664" y="626284"/>
                  <a:pt x="5505370" y="626465"/>
                </a:cubicBezTo>
                <a:cubicBezTo>
                  <a:pt x="5466258" y="626465"/>
                  <a:pt x="5417729" y="615781"/>
                  <a:pt x="5402880" y="603650"/>
                </a:cubicBezTo>
                <a:cubicBezTo>
                  <a:pt x="5388032" y="591517"/>
                  <a:pt x="5409399" y="581196"/>
                  <a:pt x="5447245" y="581014"/>
                </a:cubicBezTo>
                <a:close/>
                <a:moveTo>
                  <a:pt x="3380244" y="579204"/>
                </a:moveTo>
                <a:cubicBezTo>
                  <a:pt x="3423703" y="579384"/>
                  <a:pt x="3458833" y="591880"/>
                  <a:pt x="3450502" y="605822"/>
                </a:cubicBezTo>
                <a:cubicBezTo>
                  <a:pt x="3437103" y="623025"/>
                  <a:pt x="3391472" y="632802"/>
                  <a:pt x="3346381" y="632622"/>
                </a:cubicBezTo>
                <a:cubicBezTo>
                  <a:pt x="3301293" y="632441"/>
                  <a:pt x="3267251" y="618497"/>
                  <a:pt x="3278840" y="604374"/>
                </a:cubicBezTo>
                <a:cubicBezTo>
                  <a:pt x="3290429" y="590249"/>
                  <a:pt x="3336785" y="579023"/>
                  <a:pt x="3380244" y="579204"/>
                </a:cubicBezTo>
                <a:close/>
                <a:moveTo>
                  <a:pt x="6949646" y="577212"/>
                </a:moveTo>
                <a:cubicBezTo>
                  <a:pt x="6968822" y="577723"/>
                  <a:pt x="6987835" y="580890"/>
                  <a:pt x="7006142" y="586628"/>
                </a:cubicBezTo>
                <a:cubicBezTo>
                  <a:pt x="7018092" y="591154"/>
                  <a:pt x="7016644" y="595863"/>
                  <a:pt x="7002882" y="596407"/>
                </a:cubicBezTo>
                <a:cubicBezTo>
                  <a:pt x="6983470" y="596192"/>
                  <a:pt x="6964185" y="593142"/>
                  <a:pt x="6945661" y="587352"/>
                </a:cubicBezTo>
                <a:cubicBezTo>
                  <a:pt x="6932443" y="582645"/>
                  <a:pt x="6934616" y="577573"/>
                  <a:pt x="6949646" y="577212"/>
                </a:cubicBezTo>
                <a:close/>
                <a:moveTo>
                  <a:pt x="3198261" y="576489"/>
                </a:moveTo>
                <a:cubicBezTo>
                  <a:pt x="3244253" y="576850"/>
                  <a:pt x="3269424" y="587171"/>
                  <a:pt x="3259644" y="601296"/>
                </a:cubicBezTo>
                <a:cubicBezTo>
                  <a:pt x="3249504" y="615963"/>
                  <a:pt x="3205321" y="627371"/>
                  <a:pt x="3156793" y="627008"/>
                </a:cubicBezTo>
                <a:cubicBezTo>
                  <a:pt x="3108264" y="626647"/>
                  <a:pt x="3084362" y="615419"/>
                  <a:pt x="3096494" y="601116"/>
                </a:cubicBezTo>
                <a:cubicBezTo>
                  <a:pt x="3108627" y="586810"/>
                  <a:pt x="3152266" y="576126"/>
                  <a:pt x="3198261" y="576489"/>
                </a:cubicBezTo>
                <a:close/>
                <a:moveTo>
                  <a:pt x="5260010" y="576126"/>
                </a:moveTo>
                <a:cubicBezTo>
                  <a:pt x="5302020" y="576307"/>
                  <a:pt x="5344393" y="586447"/>
                  <a:pt x="5358516" y="600029"/>
                </a:cubicBezTo>
                <a:cubicBezTo>
                  <a:pt x="5372461" y="613608"/>
                  <a:pt x="5349100" y="623387"/>
                  <a:pt x="5304193" y="622844"/>
                </a:cubicBezTo>
                <a:cubicBezTo>
                  <a:pt x="5259286" y="622300"/>
                  <a:pt x="5217639" y="611435"/>
                  <a:pt x="5205687" y="597673"/>
                </a:cubicBezTo>
                <a:cubicBezTo>
                  <a:pt x="5193736" y="583911"/>
                  <a:pt x="5218000" y="575944"/>
                  <a:pt x="5260010" y="576126"/>
                </a:cubicBezTo>
                <a:close/>
                <a:moveTo>
                  <a:pt x="3015552" y="571056"/>
                </a:moveTo>
                <a:cubicBezTo>
                  <a:pt x="3057018" y="570875"/>
                  <a:pt x="3084361" y="581920"/>
                  <a:pt x="3074221" y="594597"/>
                </a:cubicBezTo>
                <a:cubicBezTo>
                  <a:pt x="3063900" y="607634"/>
                  <a:pt x="3016276" y="619765"/>
                  <a:pt x="2972998" y="619948"/>
                </a:cubicBezTo>
                <a:cubicBezTo>
                  <a:pt x="2929722" y="620128"/>
                  <a:pt x="2902923" y="608359"/>
                  <a:pt x="2915053" y="595139"/>
                </a:cubicBezTo>
                <a:cubicBezTo>
                  <a:pt x="2927186" y="581920"/>
                  <a:pt x="2974086" y="571236"/>
                  <a:pt x="3015552" y="571056"/>
                </a:cubicBezTo>
                <a:close/>
                <a:moveTo>
                  <a:pt x="6746839" y="569245"/>
                </a:moveTo>
                <a:cubicBezTo>
                  <a:pt x="6769093" y="569785"/>
                  <a:pt x="6791130" y="573691"/>
                  <a:pt x="6812207" y="580834"/>
                </a:cubicBezTo>
                <a:cubicBezTo>
                  <a:pt x="6825969" y="586809"/>
                  <a:pt x="6819994" y="592604"/>
                  <a:pt x="6800075" y="592242"/>
                </a:cubicBezTo>
                <a:cubicBezTo>
                  <a:pt x="6777784" y="591478"/>
                  <a:pt x="6755747" y="587326"/>
                  <a:pt x="6734706" y="579929"/>
                </a:cubicBezTo>
                <a:cubicBezTo>
                  <a:pt x="6723117" y="574496"/>
                  <a:pt x="6729092" y="569245"/>
                  <a:pt x="6746839" y="569245"/>
                </a:cubicBezTo>
                <a:close/>
                <a:moveTo>
                  <a:pt x="5069697" y="568703"/>
                </a:moveTo>
                <a:cubicBezTo>
                  <a:pt x="5112975" y="569427"/>
                  <a:pt x="5156614" y="580472"/>
                  <a:pt x="5168203" y="593329"/>
                </a:cubicBezTo>
                <a:cubicBezTo>
                  <a:pt x="5179792" y="606186"/>
                  <a:pt x="5152632" y="618499"/>
                  <a:pt x="5107905" y="618136"/>
                </a:cubicBezTo>
                <a:cubicBezTo>
                  <a:pt x="5062817" y="618136"/>
                  <a:pt x="5016098" y="605462"/>
                  <a:pt x="5006502" y="591881"/>
                </a:cubicBezTo>
                <a:cubicBezTo>
                  <a:pt x="4996905" y="578299"/>
                  <a:pt x="5026421" y="567978"/>
                  <a:pt x="5069697" y="568703"/>
                </a:cubicBezTo>
                <a:close/>
                <a:moveTo>
                  <a:pt x="2828699" y="568520"/>
                </a:moveTo>
                <a:cubicBezTo>
                  <a:pt x="2869441" y="568520"/>
                  <a:pt x="2891152" y="578116"/>
                  <a:pt x="2878658" y="590612"/>
                </a:cubicBezTo>
                <a:cubicBezTo>
                  <a:pt x="2865822" y="603650"/>
                  <a:pt x="2823267" y="613790"/>
                  <a:pt x="2780896" y="613971"/>
                </a:cubicBezTo>
                <a:cubicBezTo>
                  <a:pt x="2738526" y="614151"/>
                  <a:pt x="2714987" y="603830"/>
                  <a:pt x="2730737" y="590430"/>
                </a:cubicBezTo>
                <a:cubicBezTo>
                  <a:pt x="2746493" y="577031"/>
                  <a:pt x="2787959" y="568520"/>
                  <a:pt x="2828699" y="568520"/>
                </a:cubicBezTo>
                <a:close/>
                <a:moveTo>
                  <a:pt x="4877935" y="563994"/>
                </a:moveTo>
                <a:cubicBezTo>
                  <a:pt x="4923386" y="563813"/>
                  <a:pt x="4966664" y="574134"/>
                  <a:pt x="4978797" y="588440"/>
                </a:cubicBezTo>
                <a:cubicBezTo>
                  <a:pt x="4991472" y="602926"/>
                  <a:pt x="4965940" y="614334"/>
                  <a:pt x="4918316" y="614515"/>
                </a:cubicBezTo>
                <a:cubicBezTo>
                  <a:pt x="4870692" y="614695"/>
                  <a:pt x="4824337" y="603650"/>
                  <a:pt x="4814379" y="588620"/>
                </a:cubicBezTo>
                <a:cubicBezTo>
                  <a:pt x="4804419" y="573592"/>
                  <a:pt x="4832486" y="564174"/>
                  <a:pt x="4877935" y="563994"/>
                </a:cubicBezTo>
                <a:close/>
                <a:moveTo>
                  <a:pt x="6554171" y="563631"/>
                </a:moveTo>
                <a:cubicBezTo>
                  <a:pt x="6577912" y="564207"/>
                  <a:pt x="6601398" y="568672"/>
                  <a:pt x="6623705" y="576849"/>
                </a:cubicBezTo>
                <a:cubicBezTo>
                  <a:pt x="6639278" y="584092"/>
                  <a:pt x="6632035" y="590250"/>
                  <a:pt x="6607409" y="589886"/>
                </a:cubicBezTo>
                <a:cubicBezTo>
                  <a:pt x="6582638" y="589518"/>
                  <a:pt x="6558120" y="584799"/>
                  <a:pt x="6534978" y="575944"/>
                </a:cubicBezTo>
                <a:cubicBezTo>
                  <a:pt x="6520673" y="568701"/>
                  <a:pt x="6529727" y="563087"/>
                  <a:pt x="6554171" y="563631"/>
                </a:cubicBezTo>
                <a:close/>
                <a:moveTo>
                  <a:pt x="2652513" y="563269"/>
                </a:moveTo>
                <a:cubicBezTo>
                  <a:pt x="2689093" y="563630"/>
                  <a:pt x="2708104" y="573590"/>
                  <a:pt x="2695790" y="584635"/>
                </a:cubicBezTo>
                <a:cubicBezTo>
                  <a:pt x="2682028" y="596407"/>
                  <a:pt x="2633677" y="607271"/>
                  <a:pt x="2595656" y="606908"/>
                </a:cubicBezTo>
                <a:cubicBezTo>
                  <a:pt x="2557626" y="606547"/>
                  <a:pt x="2538613" y="596043"/>
                  <a:pt x="2553463" y="584635"/>
                </a:cubicBezTo>
                <a:cubicBezTo>
                  <a:pt x="2568312" y="573229"/>
                  <a:pt x="2615935" y="562906"/>
                  <a:pt x="2652513" y="563269"/>
                </a:cubicBezTo>
                <a:close/>
                <a:moveTo>
                  <a:pt x="2472703" y="561638"/>
                </a:moveTo>
                <a:cubicBezTo>
                  <a:pt x="2507834" y="561638"/>
                  <a:pt x="2524493" y="569969"/>
                  <a:pt x="2510188" y="580653"/>
                </a:cubicBezTo>
                <a:cubicBezTo>
                  <a:pt x="2494976" y="592059"/>
                  <a:pt x="2450430" y="601475"/>
                  <a:pt x="2413490" y="601114"/>
                </a:cubicBezTo>
                <a:cubicBezTo>
                  <a:pt x="2376548" y="600751"/>
                  <a:pt x="2361884" y="591518"/>
                  <a:pt x="2377274" y="580653"/>
                </a:cubicBezTo>
                <a:cubicBezTo>
                  <a:pt x="2407135" y="566847"/>
                  <a:pt x="2439836" y="560332"/>
                  <a:pt x="2472703" y="561638"/>
                </a:cubicBezTo>
                <a:close/>
                <a:moveTo>
                  <a:pt x="2296696" y="557114"/>
                </a:moveTo>
                <a:cubicBezTo>
                  <a:pt x="2330918" y="557114"/>
                  <a:pt x="2344320" y="564537"/>
                  <a:pt x="2328746" y="575221"/>
                </a:cubicBezTo>
                <a:cubicBezTo>
                  <a:pt x="2301025" y="588384"/>
                  <a:pt x="2270512" y="594599"/>
                  <a:pt x="2239839" y="593329"/>
                </a:cubicBezTo>
                <a:cubicBezTo>
                  <a:pt x="2203623" y="593329"/>
                  <a:pt x="2190042" y="585723"/>
                  <a:pt x="2206157" y="575221"/>
                </a:cubicBezTo>
                <a:cubicBezTo>
                  <a:pt x="2234422" y="561935"/>
                  <a:pt x="2265497" y="555720"/>
                  <a:pt x="2296696" y="557114"/>
                </a:cubicBezTo>
                <a:close/>
                <a:moveTo>
                  <a:pt x="4689797" y="556931"/>
                </a:moveTo>
                <a:cubicBezTo>
                  <a:pt x="4736153" y="556750"/>
                  <a:pt x="4782148" y="567976"/>
                  <a:pt x="4792288" y="582282"/>
                </a:cubicBezTo>
                <a:cubicBezTo>
                  <a:pt x="4802789" y="596949"/>
                  <a:pt x="4772007" y="609262"/>
                  <a:pt x="4723478" y="609625"/>
                </a:cubicBezTo>
                <a:cubicBezTo>
                  <a:pt x="4674949" y="609986"/>
                  <a:pt x="4628411" y="597855"/>
                  <a:pt x="4620263" y="583187"/>
                </a:cubicBezTo>
                <a:cubicBezTo>
                  <a:pt x="4612115" y="568520"/>
                  <a:pt x="4643441" y="557111"/>
                  <a:pt x="4689797" y="556931"/>
                </a:cubicBezTo>
                <a:close/>
                <a:moveTo>
                  <a:pt x="6351546" y="556570"/>
                </a:moveTo>
                <a:cubicBezTo>
                  <a:pt x="6377765" y="556218"/>
                  <a:pt x="6403814" y="560824"/>
                  <a:pt x="6428323" y="570151"/>
                </a:cubicBezTo>
                <a:cubicBezTo>
                  <a:pt x="6446430" y="578660"/>
                  <a:pt x="6440636" y="584817"/>
                  <a:pt x="6413112" y="584998"/>
                </a:cubicBezTo>
                <a:cubicBezTo>
                  <a:pt x="6386617" y="585431"/>
                  <a:pt x="6360292" y="580694"/>
                  <a:pt x="6335611" y="571056"/>
                </a:cubicBezTo>
                <a:cubicBezTo>
                  <a:pt x="6317503" y="562725"/>
                  <a:pt x="6324746" y="556750"/>
                  <a:pt x="6351546" y="556570"/>
                </a:cubicBezTo>
                <a:close/>
                <a:moveTo>
                  <a:pt x="2119784" y="554214"/>
                </a:moveTo>
                <a:cubicBezTo>
                  <a:pt x="2148937" y="553853"/>
                  <a:pt x="2161973" y="561640"/>
                  <a:pt x="2146764" y="570693"/>
                </a:cubicBezTo>
                <a:cubicBezTo>
                  <a:pt x="2119294" y="582468"/>
                  <a:pt x="2089740" y="588626"/>
                  <a:pt x="2059845" y="588801"/>
                </a:cubicBezTo>
                <a:cubicBezTo>
                  <a:pt x="2028518" y="588801"/>
                  <a:pt x="2015483" y="579748"/>
                  <a:pt x="2033045" y="570693"/>
                </a:cubicBezTo>
                <a:cubicBezTo>
                  <a:pt x="2060642" y="559710"/>
                  <a:pt x="2090087" y="554117"/>
                  <a:pt x="2119784" y="554214"/>
                </a:cubicBezTo>
                <a:close/>
                <a:moveTo>
                  <a:pt x="4504191" y="552585"/>
                </a:moveTo>
                <a:cubicBezTo>
                  <a:pt x="4552902" y="552585"/>
                  <a:pt x="4594730" y="564355"/>
                  <a:pt x="4600163" y="579565"/>
                </a:cubicBezTo>
                <a:cubicBezTo>
                  <a:pt x="4605594" y="594775"/>
                  <a:pt x="4572095" y="606364"/>
                  <a:pt x="4520126" y="606003"/>
                </a:cubicBezTo>
                <a:cubicBezTo>
                  <a:pt x="4468158" y="605640"/>
                  <a:pt x="4427777" y="593327"/>
                  <a:pt x="4423975" y="577755"/>
                </a:cubicBezTo>
                <a:cubicBezTo>
                  <a:pt x="4420171" y="562182"/>
                  <a:pt x="4454577" y="552224"/>
                  <a:pt x="4504191" y="552585"/>
                </a:cubicBezTo>
                <a:close/>
                <a:moveTo>
                  <a:pt x="1936348" y="551317"/>
                </a:moveTo>
                <a:cubicBezTo>
                  <a:pt x="1964235" y="551317"/>
                  <a:pt x="1974376" y="558380"/>
                  <a:pt x="1958440" y="566891"/>
                </a:cubicBezTo>
                <a:cubicBezTo>
                  <a:pt x="1932331" y="577418"/>
                  <a:pt x="1904385" y="582708"/>
                  <a:pt x="1876230" y="582463"/>
                </a:cubicBezTo>
                <a:cubicBezTo>
                  <a:pt x="1847618" y="582463"/>
                  <a:pt x="1838931" y="575039"/>
                  <a:pt x="1855044" y="566528"/>
                </a:cubicBezTo>
                <a:cubicBezTo>
                  <a:pt x="1880918" y="556274"/>
                  <a:pt x="1908517" y="551108"/>
                  <a:pt x="1936348" y="551317"/>
                </a:cubicBezTo>
                <a:close/>
                <a:moveTo>
                  <a:pt x="6153990" y="550956"/>
                </a:moveTo>
                <a:cubicBezTo>
                  <a:pt x="6182586" y="550616"/>
                  <a:pt x="6210961" y="555971"/>
                  <a:pt x="6237466" y="566710"/>
                </a:cubicBezTo>
                <a:cubicBezTo>
                  <a:pt x="6254669" y="575945"/>
                  <a:pt x="6244709" y="583006"/>
                  <a:pt x="6213383" y="582825"/>
                </a:cubicBezTo>
                <a:cubicBezTo>
                  <a:pt x="6184882" y="583087"/>
                  <a:pt x="6156638" y="577415"/>
                  <a:pt x="6130449" y="566166"/>
                </a:cubicBezTo>
                <a:cubicBezTo>
                  <a:pt x="6115238" y="557475"/>
                  <a:pt x="6125378" y="551136"/>
                  <a:pt x="6153990" y="550956"/>
                </a:cubicBezTo>
                <a:close/>
                <a:moveTo>
                  <a:pt x="1763058" y="547335"/>
                </a:moveTo>
                <a:cubicBezTo>
                  <a:pt x="1789675" y="547335"/>
                  <a:pt x="1797280" y="553310"/>
                  <a:pt x="1780259" y="561277"/>
                </a:cubicBezTo>
                <a:cubicBezTo>
                  <a:pt x="1757155" y="570172"/>
                  <a:pt x="1732600" y="574716"/>
                  <a:pt x="1707828" y="574678"/>
                </a:cubicBezTo>
                <a:cubicBezTo>
                  <a:pt x="1680668" y="574678"/>
                  <a:pt x="1673605" y="568520"/>
                  <a:pt x="1691350" y="560372"/>
                </a:cubicBezTo>
                <a:cubicBezTo>
                  <a:pt x="1714256" y="551709"/>
                  <a:pt x="1738558" y="547291"/>
                  <a:pt x="1763058" y="547335"/>
                </a:cubicBezTo>
                <a:close/>
                <a:moveTo>
                  <a:pt x="1587051" y="545161"/>
                </a:moveTo>
                <a:cubicBezTo>
                  <a:pt x="1610591" y="544981"/>
                  <a:pt x="1616747" y="550051"/>
                  <a:pt x="1601354" y="556933"/>
                </a:cubicBezTo>
                <a:cubicBezTo>
                  <a:pt x="1579772" y="565096"/>
                  <a:pt x="1556884" y="569208"/>
                  <a:pt x="1533814" y="569064"/>
                </a:cubicBezTo>
                <a:cubicBezTo>
                  <a:pt x="1510635" y="569064"/>
                  <a:pt x="1505928" y="563452"/>
                  <a:pt x="1522768" y="556389"/>
                </a:cubicBezTo>
                <a:cubicBezTo>
                  <a:pt x="1543375" y="548931"/>
                  <a:pt x="1565140" y="545131"/>
                  <a:pt x="1587051" y="545161"/>
                </a:cubicBezTo>
                <a:close/>
                <a:moveTo>
                  <a:pt x="5962952" y="544437"/>
                </a:moveTo>
                <a:cubicBezTo>
                  <a:pt x="5993314" y="544579"/>
                  <a:pt x="6023348" y="550735"/>
                  <a:pt x="6051318" y="562544"/>
                </a:cubicBezTo>
                <a:cubicBezTo>
                  <a:pt x="6069426" y="571960"/>
                  <a:pt x="6056932" y="580652"/>
                  <a:pt x="6025245" y="580652"/>
                </a:cubicBezTo>
                <a:cubicBezTo>
                  <a:pt x="5994562" y="580773"/>
                  <a:pt x="5964180" y="574610"/>
                  <a:pt x="5935972" y="562544"/>
                </a:cubicBezTo>
                <a:cubicBezTo>
                  <a:pt x="5919676" y="553128"/>
                  <a:pt x="5932351" y="544437"/>
                  <a:pt x="5962952" y="544437"/>
                </a:cubicBezTo>
                <a:close/>
                <a:moveTo>
                  <a:pt x="1417922" y="541359"/>
                </a:moveTo>
                <a:cubicBezTo>
                  <a:pt x="1437660" y="541359"/>
                  <a:pt x="1441281" y="545523"/>
                  <a:pt x="1426796" y="551500"/>
                </a:cubicBezTo>
                <a:cubicBezTo>
                  <a:pt x="1408000" y="558322"/>
                  <a:pt x="1388136" y="561756"/>
                  <a:pt x="1368128" y="561640"/>
                </a:cubicBezTo>
                <a:cubicBezTo>
                  <a:pt x="1348029" y="561640"/>
                  <a:pt x="1344588" y="557111"/>
                  <a:pt x="1359619" y="551136"/>
                </a:cubicBezTo>
                <a:cubicBezTo>
                  <a:pt x="1378323" y="544487"/>
                  <a:pt x="1398058" y="541177"/>
                  <a:pt x="1417922" y="541359"/>
                </a:cubicBezTo>
                <a:close/>
                <a:moveTo>
                  <a:pt x="1244629" y="538643"/>
                </a:moveTo>
                <a:cubicBezTo>
                  <a:pt x="1259476" y="538823"/>
                  <a:pt x="1262737" y="543532"/>
                  <a:pt x="1251872" y="547154"/>
                </a:cubicBezTo>
                <a:cubicBezTo>
                  <a:pt x="1235502" y="552612"/>
                  <a:pt x="1218410" y="555601"/>
                  <a:pt x="1201172" y="556027"/>
                </a:cubicBezTo>
                <a:cubicBezTo>
                  <a:pt x="1185596" y="556027"/>
                  <a:pt x="1181069" y="552405"/>
                  <a:pt x="1191392" y="547878"/>
                </a:cubicBezTo>
                <a:cubicBezTo>
                  <a:pt x="1208559" y="542110"/>
                  <a:pt x="1226522" y="538998"/>
                  <a:pt x="1244629" y="538643"/>
                </a:cubicBezTo>
                <a:close/>
                <a:moveTo>
                  <a:pt x="5772098" y="538462"/>
                </a:moveTo>
                <a:cubicBezTo>
                  <a:pt x="5804120" y="537766"/>
                  <a:pt x="5835919" y="543941"/>
                  <a:pt x="5865353" y="556570"/>
                </a:cubicBezTo>
                <a:cubicBezTo>
                  <a:pt x="5880744" y="567254"/>
                  <a:pt x="5865534" y="575945"/>
                  <a:pt x="5832216" y="576126"/>
                </a:cubicBezTo>
                <a:cubicBezTo>
                  <a:pt x="5799772" y="576613"/>
                  <a:pt x="5767621" y="569934"/>
                  <a:pt x="5738055" y="556570"/>
                </a:cubicBezTo>
                <a:cubicBezTo>
                  <a:pt x="5724113" y="546790"/>
                  <a:pt x="5740048" y="538462"/>
                  <a:pt x="5772098" y="538462"/>
                </a:cubicBezTo>
                <a:close/>
                <a:moveTo>
                  <a:pt x="1077306" y="535021"/>
                </a:moveTo>
                <a:cubicBezTo>
                  <a:pt x="1087446" y="535021"/>
                  <a:pt x="1088531" y="538823"/>
                  <a:pt x="1079298" y="541903"/>
                </a:cubicBezTo>
                <a:cubicBezTo>
                  <a:pt x="1066062" y="545855"/>
                  <a:pt x="1052372" y="548047"/>
                  <a:pt x="1038555" y="548422"/>
                </a:cubicBezTo>
                <a:cubicBezTo>
                  <a:pt x="1027873" y="548422"/>
                  <a:pt x="1025518" y="544981"/>
                  <a:pt x="1034028" y="541720"/>
                </a:cubicBezTo>
                <a:cubicBezTo>
                  <a:pt x="1048079" y="537504"/>
                  <a:pt x="1062640" y="535249"/>
                  <a:pt x="1077306" y="535021"/>
                </a:cubicBezTo>
                <a:close/>
                <a:moveTo>
                  <a:pt x="5587217" y="533753"/>
                </a:moveTo>
                <a:cubicBezTo>
                  <a:pt x="5619640" y="532388"/>
                  <a:pt x="5651890" y="539175"/>
                  <a:pt x="5681015" y="553491"/>
                </a:cubicBezTo>
                <a:cubicBezTo>
                  <a:pt x="5696588" y="564717"/>
                  <a:pt x="5681015" y="573048"/>
                  <a:pt x="5642265" y="573048"/>
                </a:cubicBezTo>
                <a:cubicBezTo>
                  <a:pt x="5603513" y="573048"/>
                  <a:pt x="5562591" y="564173"/>
                  <a:pt x="5547561" y="552585"/>
                </a:cubicBezTo>
                <a:cubicBezTo>
                  <a:pt x="5532531" y="540996"/>
                  <a:pt x="5551002" y="533753"/>
                  <a:pt x="5587217" y="533753"/>
                </a:cubicBezTo>
                <a:close/>
                <a:moveTo>
                  <a:pt x="7023344" y="528864"/>
                </a:moveTo>
                <a:cubicBezTo>
                  <a:pt x="7038119" y="529267"/>
                  <a:pt x="7052788" y="531582"/>
                  <a:pt x="7066983" y="535745"/>
                </a:cubicBezTo>
                <a:cubicBezTo>
                  <a:pt x="7077486" y="539367"/>
                  <a:pt x="7076579" y="542988"/>
                  <a:pt x="7064991" y="543350"/>
                </a:cubicBezTo>
                <a:cubicBezTo>
                  <a:pt x="7049147" y="543179"/>
                  <a:pt x="7033393" y="540677"/>
                  <a:pt x="7018274" y="535926"/>
                </a:cubicBezTo>
                <a:cubicBezTo>
                  <a:pt x="7008677" y="532305"/>
                  <a:pt x="7011212" y="528864"/>
                  <a:pt x="7023344" y="528864"/>
                </a:cubicBezTo>
                <a:close/>
                <a:moveTo>
                  <a:pt x="5404692" y="526873"/>
                </a:moveTo>
                <a:cubicBezTo>
                  <a:pt x="5443985" y="527598"/>
                  <a:pt x="5484004" y="536833"/>
                  <a:pt x="5497584" y="547879"/>
                </a:cubicBezTo>
                <a:cubicBezTo>
                  <a:pt x="5511165" y="558924"/>
                  <a:pt x="5490341" y="569064"/>
                  <a:pt x="5449962" y="568703"/>
                </a:cubicBezTo>
                <a:cubicBezTo>
                  <a:pt x="5409401" y="568703"/>
                  <a:pt x="5365942" y="558019"/>
                  <a:pt x="5354171" y="546249"/>
                </a:cubicBezTo>
                <a:cubicBezTo>
                  <a:pt x="5342401" y="534480"/>
                  <a:pt x="5365398" y="526149"/>
                  <a:pt x="5404692" y="526873"/>
                </a:cubicBezTo>
                <a:close/>
                <a:moveTo>
                  <a:pt x="4242535" y="525424"/>
                </a:moveTo>
                <a:cubicBezTo>
                  <a:pt x="4219556" y="536492"/>
                  <a:pt x="4194340" y="542131"/>
                  <a:pt x="4168836" y="541903"/>
                </a:cubicBezTo>
                <a:cubicBezTo>
                  <a:pt x="4203785" y="547334"/>
                  <a:pt x="4223159" y="554941"/>
                  <a:pt x="4234930" y="567073"/>
                </a:cubicBezTo>
                <a:cubicBezTo>
                  <a:pt x="4243803" y="553673"/>
                  <a:pt x="4271146" y="547878"/>
                  <a:pt x="4309715" y="544256"/>
                </a:cubicBezTo>
                <a:cubicBezTo>
                  <a:pt x="4286265" y="542660"/>
                  <a:pt x="4263397" y="536249"/>
                  <a:pt x="4242535" y="525424"/>
                </a:cubicBezTo>
                <a:close/>
                <a:moveTo>
                  <a:pt x="3426058" y="524881"/>
                </a:moveTo>
                <a:cubicBezTo>
                  <a:pt x="3471326" y="525244"/>
                  <a:pt x="3501204" y="535928"/>
                  <a:pt x="3493780" y="549690"/>
                </a:cubicBezTo>
                <a:cubicBezTo>
                  <a:pt x="3486356" y="563633"/>
                  <a:pt x="3442715" y="574858"/>
                  <a:pt x="3394912" y="574678"/>
                </a:cubicBezTo>
                <a:cubicBezTo>
                  <a:pt x="3347107" y="574497"/>
                  <a:pt x="3315780" y="562728"/>
                  <a:pt x="3326464" y="548242"/>
                </a:cubicBezTo>
                <a:cubicBezTo>
                  <a:pt x="3337148" y="533755"/>
                  <a:pt x="3380787" y="524520"/>
                  <a:pt x="3426058" y="524881"/>
                </a:cubicBezTo>
                <a:close/>
                <a:moveTo>
                  <a:pt x="6832488" y="523432"/>
                </a:moveTo>
                <a:cubicBezTo>
                  <a:pt x="6850812" y="523953"/>
                  <a:pt x="6868956" y="526999"/>
                  <a:pt x="6886448" y="532485"/>
                </a:cubicBezTo>
                <a:cubicBezTo>
                  <a:pt x="6897676" y="537014"/>
                  <a:pt x="6893330" y="541540"/>
                  <a:pt x="6877576" y="541360"/>
                </a:cubicBezTo>
                <a:cubicBezTo>
                  <a:pt x="6859124" y="540812"/>
                  <a:pt x="6840854" y="537704"/>
                  <a:pt x="6823252" y="532124"/>
                </a:cubicBezTo>
                <a:cubicBezTo>
                  <a:pt x="6812387" y="527598"/>
                  <a:pt x="6816914" y="523252"/>
                  <a:pt x="6832488" y="523432"/>
                </a:cubicBezTo>
                <a:close/>
                <a:moveTo>
                  <a:pt x="5215647" y="522165"/>
                </a:moveTo>
                <a:cubicBezTo>
                  <a:pt x="5253672" y="521621"/>
                  <a:pt x="5302020" y="531581"/>
                  <a:pt x="5315602" y="543533"/>
                </a:cubicBezTo>
                <a:cubicBezTo>
                  <a:pt x="5330088" y="555483"/>
                  <a:pt x="5306366" y="566347"/>
                  <a:pt x="5265624" y="566528"/>
                </a:cubicBezTo>
                <a:cubicBezTo>
                  <a:pt x="5224880" y="566710"/>
                  <a:pt x="5177439" y="555663"/>
                  <a:pt x="5165669" y="543713"/>
                </a:cubicBezTo>
                <a:cubicBezTo>
                  <a:pt x="5153898" y="531761"/>
                  <a:pt x="5177619" y="522708"/>
                  <a:pt x="5215647" y="522165"/>
                </a:cubicBezTo>
                <a:close/>
                <a:moveTo>
                  <a:pt x="3250048" y="521801"/>
                </a:moveTo>
                <a:cubicBezTo>
                  <a:pt x="3291151" y="521983"/>
                  <a:pt x="3323745" y="533209"/>
                  <a:pt x="3313605" y="545885"/>
                </a:cubicBezTo>
                <a:cubicBezTo>
                  <a:pt x="3298757" y="561457"/>
                  <a:pt x="3254211" y="570148"/>
                  <a:pt x="3211840" y="569968"/>
                </a:cubicBezTo>
                <a:cubicBezTo>
                  <a:pt x="3169467" y="569787"/>
                  <a:pt x="3139409" y="557291"/>
                  <a:pt x="3151179" y="544437"/>
                </a:cubicBezTo>
                <a:cubicBezTo>
                  <a:pt x="3162948" y="531580"/>
                  <a:pt x="3208943" y="521620"/>
                  <a:pt x="3250048" y="521801"/>
                </a:cubicBezTo>
                <a:close/>
                <a:moveTo>
                  <a:pt x="4062544" y="518725"/>
                </a:moveTo>
                <a:cubicBezTo>
                  <a:pt x="4038405" y="530835"/>
                  <a:pt x="4011864" y="537394"/>
                  <a:pt x="3984861" y="537918"/>
                </a:cubicBezTo>
                <a:cubicBezTo>
                  <a:pt x="4018903" y="542447"/>
                  <a:pt x="4039184" y="550232"/>
                  <a:pt x="4050773" y="562184"/>
                </a:cubicBezTo>
                <a:cubicBezTo>
                  <a:pt x="4063449" y="550775"/>
                  <a:pt x="4088257" y="545161"/>
                  <a:pt x="4122119" y="541359"/>
                </a:cubicBezTo>
                <a:cubicBezTo>
                  <a:pt x="4090249" y="536108"/>
                  <a:pt x="4070512" y="529590"/>
                  <a:pt x="4062544" y="518725"/>
                </a:cubicBezTo>
                <a:close/>
                <a:moveTo>
                  <a:pt x="3077844" y="517639"/>
                </a:moveTo>
                <a:cubicBezTo>
                  <a:pt x="3120579" y="517820"/>
                  <a:pt x="3144662" y="527236"/>
                  <a:pt x="3134158" y="539911"/>
                </a:cubicBezTo>
                <a:cubicBezTo>
                  <a:pt x="3123657" y="552587"/>
                  <a:pt x="3081283" y="562727"/>
                  <a:pt x="3037283" y="562908"/>
                </a:cubicBezTo>
                <a:cubicBezTo>
                  <a:pt x="2993281" y="563088"/>
                  <a:pt x="2967206" y="552406"/>
                  <a:pt x="2980785" y="539186"/>
                </a:cubicBezTo>
                <a:cubicBezTo>
                  <a:pt x="2994366" y="525968"/>
                  <a:pt x="3035108" y="517457"/>
                  <a:pt x="3077844" y="517639"/>
                </a:cubicBezTo>
                <a:close/>
                <a:moveTo>
                  <a:pt x="3883096" y="516733"/>
                </a:moveTo>
                <a:cubicBezTo>
                  <a:pt x="3872051" y="520174"/>
                  <a:pt x="3862635" y="523976"/>
                  <a:pt x="3850139" y="526692"/>
                </a:cubicBezTo>
                <a:cubicBezTo>
                  <a:pt x="3837645" y="529409"/>
                  <a:pt x="3823703" y="530675"/>
                  <a:pt x="3811751" y="532487"/>
                </a:cubicBezTo>
                <a:cubicBezTo>
                  <a:pt x="3824319" y="535485"/>
                  <a:pt x="3836712" y="539173"/>
                  <a:pt x="3848873" y="543532"/>
                </a:cubicBezTo>
                <a:cubicBezTo>
                  <a:pt x="3856882" y="547424"/>
                  <a:pt x="3864414" y="552224"/>
                  <a:pt x="3871327" y="557838"/>
                </a:cubicBezTo>
                <a:cubicBezTo>
                  <a:pt x="3887261" y="545705"/>
                  <a:pt x="3917863" y="539730"/>
                  <a:pt x="3958968" y="538101"/>
                </a:cubicBezTo>
                <a:cubicBezTo>
                  <a:pt x="3916776" y="534479"/>
                  <a:pt x="3894141" y="527236"/>
                  <a:pt x="3883096" y="517457"/>
                </a:cubicBezTo>
                <a:close/>
                <a:moveTo>
                  <a:pt x="5031310" y="515646"/>
                </a:moveTo>
                <a:cubicBezTo>
                  <a:pt x="5075493" y="515828"/>
                  <a:pt x="5115148" y="525425"/>
                  <a:pt x="5127643" y="537738"/>
                </a:cubicBezTo>
                <a:cubicBezTo>
                  <a:pt x="5141042" y="551137"/>
                  <a:pt x="5116416" y="561277"/>
                  <a:pt x="5070423" y="561097"/>
                </a:cubicBezTo>
                <a:cubicBezTo>
                  <a:pt x="5024428" y="560916"/>
                  <a:pt x="4984230" y="550956"/>
                  <a:pt x="4973183" y="537919"/>
                </a:cubicBezTo>
                <a:cubicBezTo>
                  <a:pt x="4962137" y="524881"/>
                  <a:pt x="4987127" y="515465"/>
                  <a:pt x="5031310" y="515646"/>
                </a:cubicBezTo>
                <a:close/>
                <a:moveTo>
                  <a:pt x="6634026" y="515645"/>
                </a:moveTo>
                <a:cubicBezTo>
                  <a:pt x="6655575" y="516039"/>
                  <a:pt x="6676905" y="519890"/>
                  <a:pt x="6697222" y="527054"/>
                </a:cubicBezTo>
                <a:cubicBezTo>
                  <a:pt x="6708450" y="533029"/>
                  <a:pt x="6701748" y="537918"/>
                  <a:pt x="6682555" y="537736"/>
                </a:cubicBezTo>
                <a:cubicBezTo>
                  <a:pt x="6660970" y="536966"/>
                  <a:pt x="6639657" y="532810"/>
                  <a:pt x="6619360" y="525423"/>
                </a:cubicBezTo>
                <a:cubicBezTo>
                  <a:pt x="6608312" y="519991"/>
                  <a:pt x="6615194" y="515465"/>
                  <a:pt x="6634026" y="515645"/>
                </a:cubicBezTo>
                <a:close/>
                <a:moveTo>
                  <a:pt x="2902017" y="514921"/>
                </a:moveTo>
                <a:cubicBezTo>
                  <a:pt x="2941674" y="514379"/>
                  <a:pt x="2967386" y="524156"/>
                  <a:pt x="2956340" y="536108"/>
                </a:cubicBezTo>
                <a:cubicBezTo>
                  <a:pt x="2945295" y="548058"/>
                  <a:pt x="2900930" y="557837"/>
                  <a:pt x="2859845" y="558018"/>
                </a:cubicBezTo>
                <a:cubicBezTo>
                  <a:pt x="2819103" y="558018"/>
                  <a:pt x="2795925" y="548421"/>
                  <a:pt x="2808059" y="536469"/>
                </a:cubicBezTo>
                <a:cubicBezTo>
                  <a:pt x="2820189" y="524519"/>
                  <a:pt x="2862382" y="515464"/>
                  <a:pt x="2902017" y="514921"/>
                </a:cubicBezTo>
                <a:close/>
                <a:moveTo>
                  <a:pt x="6446794" y="510938"/>
                </a:moveTo>
                <a:cubicBezTo>
                  <a:pt x="6470171" y="511385"/>
                  <a:pt x="6493349" y="515541"/>
                  <a:pt x="6515423" y="523252"/>
                </a:cubicBezTo>
                <a:cubicBezTo>
                  <a:pt x="6529909" y="529590"/>
                  <a:pt x="6523209" y="535565"/>
                  <a:pt x="6501117" y="535565"/>
                </a:cubicBezTo>
                <a:cubicBezTo>
                  <a:pt x="6476418" y="535428"/>
                  <a:pt x="6451919" y="531080"/>
                  <a:pt x="6428686" y="522708"/>
                </a:cubicBezTo>
                <a:cubicBezTo>
                  <a:pt x="6416010" y="516372"/>
                  <a:pt x="6424340" y="510758"/>
                  <a:pt x="6446794" y="510938"/>
                </a:cubicBezTo>
                <a:close/>
                <a:moveTo>
                  <a:pt x="4852584" y="510756"/>
                </a:moveTo>
                <a:cubicBezTo>
                  <a:pt x="4894958" y="510938"/>
                  <a:pt x="4943123" y="522345"/>
                  <a:pt x="4951634" y="535021"/>
                </a:cubicBezTo>
                <a:cubicBezTo>
                  <a:pt x="4960146" y="547695"/>
                  <a:pt x="4930266" y="558923"/>
                  <a:pt x="4885903" y="558743"/>
                </a:cubicBezTo>
                <a:cubicBezTo>
                  <a:pt x="4839910" y="558743"/>
                  <a:pt x="4793191" y="546429"/>
                  <a:pt x="4786311" y="533209"/>
                </a:cubicBezTo>
                <a:cubicBezTo>
                  <a:pt x="4779429" y="519991"/>
                  <a:pt x="4810213" y="510575"/>
                  <a:pt x="4852584" y="510756"/>
                </a:cubicBezTo>
                <a:close/>
                <a:moveTo>
                  <a:pt x="2735084" y="510576"/>
                </a:moveTo>
                <a:cubicBezTo>
                  <a:pt x="2772567" y="510576"/>
                  <a:pt x="2792125" y="519448"/>
                  <a:pt x="2780537" y="530132"/>
                </a:cubicBezTo>
                <a:cubicBezTo>
                  <a:pt x="2768403" y="541359"/>
                  <a:pt x="2724400" y="551137"/>
                  <a:pt x="2685469" y="551137"/>
                </a:cubicBezTo>
                <a:cubicBezTo>
                  <a:pt x="2646538" y="551137"/>
                  <a:pt x="2627525" y="541721"/>
                  <a:pt x="2640742" y="530856"/>
                </a:cubicBezTo>
                <a:cubicBezTo>
                  <a:pt x="2653961" y="519992"/>
                  <a:pt x="2697601" y="510576"/>
                  <a:pt x="2735084" y="510576"/>
                </a:cubicBezTo>
                <a:close/>
                <a:moveTo>
                  <a:pt x="2559258" y="507317"/>
                </a:moveTo>
                <a:cubicBezTo>
                  <a:pt x="2594385" y="508765"/>
                  <a:pt x="2609959" y="516552"/>
                  <a:pt x="2595470" y="527054"/>
                </a:cubicBezTo>
                <a:cubicBezTo>
                  <a:pt x="2567297" y="540612"/>
                  <a:pt x="2536150" y="546840"/>
                  <a:pt x="2504937" y="545162"/>
                </a:cubicBezTo>
                <a:cubicBezTo>
                  <a:pt x="2466366" y="545162"/>
                  <a:pt x="2450610" y="536650"/>
                  <a:pt x="2468719" y="525424"/>
                </a:cubicBezTo>
                <a:cubicBezTo>
                  <a:pt x="2497038" y="512282"/>
                  <a:pt x="2528074" y="506073"/>
                  <a:pt x="2559258" y="507317"/>
                </a:cubicBezTo>
                <a:close/>
                <a:moveTo>
                  <a:pt x="6257205" y="504781"/>
                </a:moveTo>
                <a:cubicBezTo>
                  <a:pt x="6282628" y="504203"/>
                  <a:pt x="6307916" y="508633"/>
                  <a:pt x="6331628" y="517819"/>
                </a:cubicBezTo>
                <a:cubicBezTo>
                  <a:pt x="6347744" y="525425"/>
                  <a:pt x="6340864" y="530856"/>
                  <a:pt x="6314606" y="531039"/>
                </a:cubicBezTo>
                <a:cubicBezTo>
                  <a:pt x="6288791" y="531687"/>
                  <a:pt x="6263112" y="527128"/>
                  <a:pt x="6239097" y="517638"/>
                </a:cubicBezTo>
                <a:cubicBezTo>
                  <a:pt x="6223887" y="510034"/>
                  <a:pt x="6231130" y="504781"/>
                  <a:pt x="6257205" y="504781"/>
                </a:cubicBezTo>
                <a:close/>
                <a:moveTo>
                  <a:pt x="4674585" y="504781"/>
                </a:moveTo>
                <a:cubicBezTo>
                  <a:pt x="4721665" y="504781"/>
                  <a:pt x="4762589" y="515102"/>
                  <a:pt x="4772367" y="529046"/>
                </a:cubicBezTo>
                <a:cubicBezTo>
                  <a:pt x="4781241" y="542988"/>
                  <a:pt x="4751181" y="553672"/>
                  <a:pt x="4701928" y="553490"/>
                </a:cubicBezTo>
                <a:cubicBezTo>
                  <a:pt x="4652675" y="553309"/>
                  <a:pt x="4611389" y="542445"/>
                  <a:pt x="4604509" y="528322"/>
                </a:cubicBezTo>
                <a:cubicBezTo>
                  <a:pt x="4597627" y="514197"/>
                  <a:pt x="4627504" y="504781"/>
                  <a:pt x="4674585" y="504781"/>
                </a:cubicBezTo>
                <a:close/>
                <a:moveTo>
                  <a:pt x="2391036" y="504237"/>
                </a:moveTo>
                <a:cubicBezTo>
                  <a:pt x="2422183" y="504237"/>
                  <a:pt x="2437392" y="512385"/>
                  <a:pt x="2423630" y="522345"/>
                </a:cubicBezTo>
                <a:cubicBezTo>
                  <a:pt x="2395147" y="534964"/>
                  <a:pt x="2364236" y="541146"/>
                  <a:pt x="2333090" y="540452"/>
                </a:cubicBezTo>
                <a:cubicBezTo>
                  <a:pt x="2301042" y="540452"/>
                  <a:pt x="2287638" y="531399"/>
                  <a:pt x="2303755" y="522345"/>
                </a:cubicBezTo>
                <a:cubicBezTo>
                  <a:pt x="2331300" y="510383"/>
                  <a:pt x="2361010" y="504218"/>
                  <a:pt x="2391036" y="504237"/>
                </a:cubicBezTo>
                <a:close/>
                <a:moveTo>
                  <a:pt x="2221551" y="501884"/>
                </a:moveTo>
                <a:cubicBezTo>
                  <a:pt x="2250883" y="501884"/>
                  <a:pt x="2263741" y="509490"/>
                  <a:pt x="2249072" y="517999"/>
                </a:cubicBezTo>
                <a:cubicBezTo>
                  <a:pt x="2222378" y="528991"/>
                  <a:pt x="2193734" y="534472"/>
                  <a:pt x="2164872" y="534116"/>
                </a:cubicBezTo>
                <a:cubicBezTo>
                  <a:pt x="2134631" y="534116"/>
                  <a:pt x="2122314" y="526149"/>
                  <a:pt x="2138250" y="517457"/>
                </a:cubicBezTo>
                <a:cubicBezTo>
                  <a:pt x="2164707" y="506813"/>
                  <a:pt x="2193026" y="501521"/>
                  <a:pt x="2221551" y="501884"/>
                </a:cubicBezTo>
                <a:close/>
                <a:moveTo>
                  <a:pt x="6076127" y="499711"/>
                </a:moveTo>
                <a:cubicBezTo>
                  <a:pt x="6102974" y="499171"/>
                  <a:pt x="6129651" y="504100"/>
                  <a:pt x="6154533" y="514197"/>
                </a:cubicBezTo>
                <a:cubicBezTo>
                  <a:pt x="6171192" y="522708"/>
                  <a:pt x="6161776" y="529046"/>
                  <a:pt x="6131535" y="528864"/>
                </a:cubicBezTo>
                <a:cubicBezTo>
                  <a:pt x="6104356" y="529446"/>
                  <a:pt x="6077353" y="524391"/>
                  <a:pt x="6052224" y="514016"/>
                </a:cubicBezTo>
                <a:cubicBezTo>
                  <a:pt x="6035927" y="505686"/>
                  <a:pt x="6046067" y="499711"/>
                  <a:pt x="6076127" y="499711"/>
                </a:cubicBezTo>
                <a:close/>
                <a:moveTo>
                  <a:pt x="2054411" y="498081"/>
                </a:moveTo>
                <a:cubicBezTo>
                  <a:pt x="2083021" y="498081"/>
                  <a:pt x="2093524" y="504239"/>
                  <a:pt x="2078132" y="512387"/>
                </a:cubicBezTo>
                <a:cubicBezTo>
                  <a:pt x="2053216" y="522573"/>
                  <a:pt x="2026452" y="527507"/>
                  <a:pt x="1999545" y="526873"/>
                </a:cubicBezTo>
                <a:cubicBezTo>
                  <a:pt x="1970574" y="526873"/>
                  <a:pt x="1961699" y="520174"/>
                  <a:pt x="1978902" y="511843"/>
                </a:cubicBezTo>
                <a:cubicBezTo>
                  <a:pt x="2002931" y="502359"/>
                  <a:pt x="2028589" y="497684"/>
                  <a:pt x="2054411" y="498081"/>
                </a:cubicBezTo>
                <a:close/>
                <a:moveTo>
                  <a:pt x="1890718" y="496089"/>
                </a:moveTo>
                <a:cubicBezTo>
                  <a:pt x="1914981" y="496089"/>
                  <a:pt x="1920412" y="502245"/>
                  <a:pt x="1903756" y="509851"/>
                </a:cubicBezTo>
                <a:cubicBezTo>
                  <a:pt x="1880651" y="518408"/>
                  <a:pt x="1856131" y="522465"/>
                  <a:pt x="1831506" y="521801"/>
                </a:cubicBezTo>
                <a:cubicBezTo>
                  <a:pt x="1805975" y="521801"/>
                  <a:pt x="1800177" y="515826"/>
                  <a:pt x="1816837" y="508222"/>
                </a:cubicBezTo>
                <a:cubicBezTo>
                  <a:pt x="1840448" y="499448"/>
                  <a:pt x="1865548" y="495329"/>
                  <a:pt x="1890718" y="496089"/>
                </a:cubicBezTo>
                <a:close/>
                <a:moveTo>
                  <a:pt x="5890521" y="493191"/>
                </a:moveTo>
                <a:cubicBezTo>
                  <a:pt x="5918953" y="492775"/>
                  <a:pt x="5947193" y="497944"/>
                  <a:pt x="5973635" y="508402"/>
                </a:cubicBezTo>
                <a:cubicBezTo>
                  <a:pt x="5990658" y="517457"/>
                  <a:pt x="5977801" y="525061"/>
                  <a:pt x="5945751" y="524880"/>
                </a:cubicBezTo>
                <a:cubicBezTo>
                  <a:pt x="5917183" y="525169"/>
                  <a:pt x="5888851" y="519688"/>
                  <a:pt x="5862453" y="508765"/>
                </a:cubicBezTo>
                <a:cubicBezTo>
                  <a:pt x="5848150" y="500254"/>
                  <a:pt x="5861007" y="493191"/>
                  <a:pt x="5890521" y="493191"/>
                </a:cubicBezTo>
                <a:close/>
                <a:moveTo>
                  <a:pt x="1723039" y="491926"/>
                </a:moveTo>
                <a:cubicBezTo>
                  <a:pt x="1744952" y="491926"/>
                  <a:pt x="1752916" y="497177"/>
                  <a:pt x="1740060" y="503334"/>
                </a:cubicBezTo>
                <a:cubicBezTo>
                  <a:pt x="1718549" y="511045"/>
                  <a:pt x="1695914" y="515085"/>
                  <a:pt x="1673062" y="515285"/>
                </a:cubicBezTo>
                <a:cubicBezTo>
                  <a:pt x="1650789" y="515285"/>
                  <a:pt x="1643184" y="510034"/>
                  <a:pt x="1656765" y="503695"/>
                </a:cubicBezTo>
                <a:cubicBezTo>
                  <a:pt x="1678041" y="496112"/>
                  <a:pt x="1700443" y="492135"/>
                  <a:pt x="1723039" y="491926"/>
                </a:cubicBezTo>
                <a:close/>
                <a:moveTo>
                  <a:pt x="1551921" y="489934"/>
                </a:moveTo>
                <a:cubicBezTo>
                  <a:pt x="1569484" y="490114"/>
                  <a:pt x="1574736" y="495004"/>
                  <a:pt x="1562967" y="500074"/>
                </a:cubicBezTo>
                <a:cubicBezTo>
                  <a:pt x="1543846" y="506352"/>
                  <a:pt x="1523889" y="509770"/>
                  <a:pt x="1503755" y="510215"/>
                </a:cubicBezTo>
                <a:cubicBezTo>
                  <a:pt x="1484379" y="510215"/>
                  <a:pt x="1478947" y="504783"/>
                  <a:pt x="1492890" y="499530"/>
                </a:cubicBezTo>
                <a:cubicBezTo>
                  <a:pt x="1511994" y="493470"/>
                  <a:pt x="1531877" y="490238"/>
                  <a:pt x="1551921" y="489934"/>
                </a:cubicBezTo>
                <a:close/>
                <a:moveTo>
                  <a:pt x="5710712" y="488485"/>
                </a:moveTo>
                <a:cubicBezTo>
                  <a:pt x="5741110" y="487989"/>
                  <a:pt x="5771294" y="493656"/>
                  <a:pt x="5799439" y="505144"/>
                </a:cubicBezTo>
                <a:cubicBezTo>
                  <a:pt x="5815013" y="514379"/>
                  <a:pt x="5799439" y="523252"/>
                  <a:pt x="5766303" y="523252"/>
                </a:cubicBezTo>
                <a:cubicBezTo>
                  <a:pt x="5735770" y="523664"/>
                  <a:pt x="5705505" y="517488"/>
                  <a:pt x="5677574" y="505144"/>
                </a:cubicBezTo>
                <a:cubicBezTo>
                  <a:pt x="5664717" y="496272"/>
                  <a:pt x="5680110" y="488666"/>
                  <a:pt x="5710712" y="488485"/>
                </a:cubicBezTo>
                <a:close/>
                <a:moveTo>
                  <a:pt x="1388045" y="486493"/>
                </a:moveTo>
                <a:cubicBezTo>
                  <a:pt x="1403074" y="486493"/>
                  <a:pt x="1407964" y="490477"/>
                  <a:pt x="1398004" y="494641"/>
                </a:cubicBezTo>
                <a:cubicBezTo>
                  <a:pt x="1381671" y="499929"/>
                  <a:pt x="1364649" y="502796"/>
                  <a:pt x="1347485" y="503152"/>
                </a:cubicBezTo>
                <a:cubicBezTo>
                  <a:pt x="1332272" y="503152"/>
                  <a:pt x="1327383" y="499169"/>
                  <a:pt x="1337708" y="495004"/>
                </a:cubicBezTo>
                <a:cubicBezTo>
                  <a:pt x="1354002" y="489833"/>
                  <a:pt x="1370950" y="486970"/>
                  <a:pt x="1388045" y="486493"/>
                </a:cubicBezTo>
                <a:close/>
                <a:moveTo>
                  <a:pt x="1225426" y="485044"/>
                </a:moveTo>
                <a:cubicBezTo>
                  <a:pt x="1234482" y="485044"/>
                  <a:pt x="1235748" y="488665"/>
                  <a:pt x="1227963" y="491562"/>
                </a:cubicBezTo>
                <a:cubicBezTo>
                  <a:pt x="1214653" y="495408"/>
                  <a:pt x="1200892" y="497480"/>
                  <a:pt x="1187038" y="497720"/>
                </a:cubicBezTo>
                <a:cubicBezTo>
                  <a:pt x="1176172" y="497720"/>
                  <a:pt x="1174905" y="493916"/>
                  <a:pt x="1184321" y="490838"/>
                </a:cubicBezTo>
                <a:cubicBezTo>
                  <a:pt x="1197702" y="487064"/>
                  <a:pt x="1211520" y="485114"/>
                  <a:pt x="1225426" y="485044"/>
                </a:cubicBezTo>
                <a:close/>
                <a:moveTo>
                  <a:pt x="4246881" y="482146"/>
                </a:moveTo>
                <a:lnTo>
                  <a:pt x="4202154" y="493374"/>
                </a:lnTo>
                <a:lnTo>
                  <a:pt x="4243983" y="508585"/>
                </a:lnTo>
                <a:lnTo>
                  <a:pt x="4293780" y="494823"/>
                </a:lnTo>
                <a:close/>
                <a:moveTo>
                  <a:pt x="4414559" y="481966"/>
                </a:moveTo>
                <a:lnTo>
                  <a:pt x="4359319" y="495642"/>
                </a:lnTo>
                <a:lnTo>
                  <a:pt x="4358063" y="495184"/>
                </a:lnTo>
                <a:lnTo>
                  <a:pt x="4358244" y="495908"/>
                </a:lnTo>
                <a:lnTo>
                  <a:pt x="4359319" y="495642"/>
                </a:lnTo>
                <a:lnTo>
                  <a:pt x="4421078" y="518181"/>
                </a:lnTo>
                <a:cubicBezTo>
                  <a:pt x="4431036" y="508041"/>
                  <a:pt x="4452948" y="502971"/>
                  <a:pt x="4489888" y="500074"/>
                </a:cubicBezTo>
                <a:cubicBezTo>
                  <a:pt x="4463797" y="499302"/>
                  <a:pt x="4438148" y="493136"/>
                  <a:pt x="4414559" y="481966"/>
                </a:cubicBezTo>
                <a:close/>
                <a:moveTo>
                  <a:pt x="5525470" y="481603"/>
                </a:moveTo>
                <a:cubicBezTo>
                  <a:pt x="5556355" y="480532"/>
                  <a:pt x="5587056" y="486735"/>
                  <a:pt x="5615104" y="499710"/>
                </a:cubicBezTo>
                <a:cubicBezTo>
                  <a:pt x="5631220" y="510394"/>
                  <a:pt x="5615104" y="517818"/>
                  <a:pt x="5578889" y="517818"/>
                </a:cubicBezTo>
                <a:cubicBezTo>
                  <a:pt x="5547665" y="519506"/>
                  <a:pt x="5516522" y="513276"/>
                  <a:pt x="5488350" y="499710"/>
                </a:cubicBezTo>
                <a:cubicBezTo>
                  <a:pt x="5475130" y="489570"/>
                  <a:pt x="5490884" y="481603"/>
                  <a:pt x="5525470" y="481603"/>
                </a:cubicBezTo>
                <a:close/>
                <a:moveTo>
                  <a:pt x="6901478" y="479791"/>
                </a:moveTo>
                <a:cubicBezTo>
                  <a:pt x="6915276" y="480124"/>
                  <a:pt x="6928966" y="482253"/>
                  <a:pt x="6942220" y="486129"/>
                </a:cubicBezTo>
                <a:cubicBezTo>
                  <a:pt x="6951636" y="489207"/>
                  <a:pt x="6949826" y="492648"/>
                  <a:pt x="6938418" y="492829"/>
                </a:cubicBezTo>
                <a:cubicBezTo>
                  <a:pt x="6924456" y="492595"/>
                  <a:pt x="6910586" y="490585"/>
                  <a:pt x="6897132" y="486854"/>
                </a:cubicBezTo>
                <a:cubicBezTo>
                  <a:pt x="6886087" y="483232"/>
                  <a:pt x="6888260" y="479611"/>
                  <a:pt x="6901478" y="479791"/>
                </a:cubicBezTo>
                <a:close/>
                <a:moveTo>
                  <a:pt x="4073951" y="478888"/>
                </a:moveTo>
                <a:lnTo>
                  <a:pt x="4025422" y="489209"/>
                </a:lnTo>
                <a:cubicBezTo>
                  <a:pt x="4033572" y="491745"/>
                  <a:pt x="4043530" y="493918"/>
                  <a:pt x="4049507" y="496815"/>
                </a:cubicBezTo>
                <a:cubicBezTo>
                  <a:pt x="4055060" y="499452"/>
                  <a:pt x="4060391" y="502541"/>
                  <a:pt x="4065442" y="506049"/>
                </a:cubicBezTo>
                <a:lnTo>
                  <a:pt x="4114512" y="491382"/>
                </a:lnTo>
                <a:close/>
                <a:moveTo>
                  <a:pt x="5350368" y="478345"/>
                </a:moveTo>
                <a:cubicBezTo>
                  <a:pt x="5382014" y="476742"/>
                  <a:pt x="5413577" y="482829"/>
                  <a:pt x="5442356" y="496091"/>
                </a:cubicBezTo>
                <a:cubicBezTo>
                  <a:pt x="5457386" y="506956"/>
                  <a:pt x="5439820" y="515828"/>
                  <a:pt x="5401794" y="516009"/>
                </a:cubicBezTo>
                <a:cubicBezTo>
                  <a:pt x="5363767" y="516189"/>
                  <a:pt x="5320128" y="507317"/>
                  <a:pt x="5306727" y="496452"/>
                </a:cubicBezTo>
                <a:cubicBezTo>
                  <a:pt x="5293329" y="485588"/>
                  <a:pt x="5313066" y="478345"/>
                  <a:pt x="5350368" y="478345"/>
                </a:cubicBezTo>
                <a:close/>
                <a:moveTo>
                  <a:pt x="6718047" y="474723"/>
                </a:moveTo>
                <a:cubicBezTo>
                  <a:pt x="6735738" y="474936"/>
                  <a:pt x="6753321" y="477742"/>
                  <a:pt x="6770197" y="483053"/>
                </a:cubicBezTo>
                <a:cubicBezTo>
                  <a:pt x="6780338" y="487036"/>
                  <a:pt x="6776716" y="491019"/>
                  <a:pt x="6762410" y="491202"/>
                </a:cubicBezTo>
                <a:cubicBezTo>
                  <a:pt x="6744593" y="490949"/>
                  <a:pt x="6726883" y="488082"/>
                  <a:pt x="6709899" y="482690"/>
                </a:cubicBezTo>
                <a:cubicBezTo>
                  <a:pt x="6699939" y="478706"/>
                  <a:pt x="6703924" y="474723"/>
                  <a:pt x="6718047" y="474723"/>
                </a:cubicBezTo>
                <a:close/>
                <a:moveTo>
                  <a:pt x="3904825" y="474179"/>
                </a:moveTo>
                <a:lnTo>
                  <a:pt x="3851951" y="484863"/>
                </a:lnTo>
                <a:lnTo>
                  <a:pt x="3889976" y="499169"/>
                </a:lnTo>
                <a:lnTo>
                  <a:pt x="3941041" y="486131"/>
                </a:lnTo>
                <a:close/>
                <a:moveTo>
                  <a:pt x="5176353" y="471102"/>
                </a:moveTo>
                <a:cubicBezTo>
                  <a:pt x="5215466" y="471102"/>
                  <a:pt x="5257657" y="480518"/>
                  <a:pt x="5269970" y="491382"/>
                </a:cubicBezTo>
                <a:cubicBezTo>
                  <a:pt x="5282283" y="502247"/>
                  <a:pt x="5259469" y="512024"/>
                  <a:pt x="5220356" y="512207"/>
                </a:cubicBezTo>
                <a:cubicBezTo>
                  <a:pt x="5181060" y="512207"/>
                  <a:pt x="5136697" y="502610"/>
                  <a:pt x="5124746" y="491745"/>
                </a:cubicBezTo>
                <a:cubicBezTo>
                  <a:pt x="5112794" y="480881"/>
                  <a:pt x="5137240" y="471102"/>
                  <a:pt x="5176353" y="471102"/>
                </a:cubicBezTo>
                <a:close/>
                <a:moveTo>
                  <a:pt x="3303103" y="471102"/>
                </a:moveTo>
                <a:cubicBezTo>
                  <a:pt x="3346200" y="471102"/>
                  <a:pt x="3375534" y="480518"/>
                  <a:pt x="3368471" y="492650"/>
                </a:cubicBezTo>
                <a:cubicBezTo>
                  <a:pt x="3361411" y="504783"/>
                  <a:pt x="3318676" y="515647"/>
                  <a:pt x="3273769" y="515828"/>
                </a:cubicBezTo>
                <a:cubicBezTo>
                  <a:pt x="3228862" y="516008"/>
                  <a:pt x="3199707" y="505868"/>
                  <a:pt x="3208943" y="493374"/>
                </a:cubicBezTo>
                <a:cubicBezTo>
                  <a:pt x="3218178" y="480881"/>
                  <a:pt x="3260007" y="471102"/>
                  <a:pt x="3303103" y="471102"/>
                </a:cubicBezTo>
                <a:close/>
                <a:moveTo>
                  <a:pt x="3133617" y="468566"/>
                </a:moveTo>
                <a:cubicBezTo>
                  <a:pt x="3175988" y="468566"/>
                  <a:pt x="3198805" y="477801"/>
                  <a:pt x="3188845" y="489209"/>
                </a:cubicBezTo>
                <a:cubicBezTo>
                  <a:pt x="3178524" y="501523"/>
                  <a:pt x="3139048" y="510575"/>
                  <a:pt x="3094685" y="510395"/>
                </a:cubicBezTo>
                <a:cubicBezTo>
                  <a:pt x="3050321" y="510214"/>
                  <a:pt x="3027504" y="501159"/>
                  <a:pt x="3040361" y="488846"/>
                </a:cubicBezTo>
                <a:cubicBezTo>
                  <a:pt x="3053218" y="476533"/>
                  <a:pt x="3091244" y="468566"/>
                  <a:pt x="3133617" y="468566"/>
                </a:cubicBezTo>
                <a:close/>
                <a:moveTo>
                  <a:pt x="6536065" y="468023"/>
                </a:moveTo>
                <a:cubicBezTo>
                  <a:pt x="6555566" y="468512"/>
                  <a:pt x="6574905" y="471805"/>
                  <a:pt x="6593466" y="477801"/>
                </a:cubicBezTo>
                <a:cubicBezTo>
                  <a:pt x="6605598" y="482871"/>
                  <a:pt x="6600889" y="487397"/>
                  <a:pt x="6583325" y="487761"/>
                </a:cubicBezTo>
                <a:cubicBezTo>
                  <a:pt x="6562647" y="487578"/>
                  <a:pt x="6542131" y="484219"/>
                  <a:pt x="6522483" y="477801"/>
                </a:cubicBezTo>
                <a:cubicBezTo>
                  <a:pt x="6510170" y="472550"/>
                  <a:pt x="6516869" y="467841"/>
                  <a:pt x="6536065" y="468023"/>
                </a:cubicBezTo>
                <a:close/>
                <a:moveTo>
                  <a:pt x="5002336" y="467480"/>
                </a:moveTo>
                <a:cubicBezTo>
                  <a:pt x="5044709" y="467480"/>
                  <a:pt x="5084908" y="475810"/>
                  <a:pt x="5097402" y="487580"/>
                </a:cubicBezTo>
                <a:cubicBezTo>
                  <a:pt x="5109897" y="499349"/>
                  <a:pt x="5087624" y="509128"/>
                  <a:pt x="5043985" y="509309"/>
                </a:cubicBezTo>
                <a:cubicBezTo>
                  <a:pt x="5000344" y="509489"/>
                  <a:pt x="4959241" y="500437"/>
                  <a:pt x="4948193" y="488304"/>
                </a:cubicBezTo>
                <a:cubicBezTo>
                  <a:pt x="4937148" y="476171"/>
                  <a:pt x="4960326" y="467480"/>
                  <a:pt x="5002336" y="467480"/>
                </a:cubicBezTo>
                <a:close/>
                <a:moveTo>
                  <a:pt x="2968111" y="466574"/>
                </a:moveTo>
                <a:cubicBezTo>
                  <a:pt x="3005231" y="466755"/>
                  <a:pt x="3029134" y="475627"/>
                  <a:pt x="3018993" y="486131"/>
                </a:cubicBezTo>
                <a:cubicBezTo>
                  <a:pt x="3008490" y="496996"/>
                  <a:pt x="2964670" y="506592"/>
                  <a:pt x="2926282" y="506773"/>
                </a:cubicBezTo>
                <a:cubicBezTo>
                  <a:pt x="2887893" y="506953"/>
                  <a:pt x="2862019" y="496813"/>
                  <a:pt x="2875217" y="485768"/>
                </a:cubicBezTo>
                <a:cubicBezTo>
                  <a:pt x="2888437" y="474723"/>
                  <a:pt x="2930989" y="466392"/>
                  <a:pt x="2968111" y="466574"/>
                </a:cubicBezTo>
                <a:close/>
                <a:moveTo>
                  <a:pt x="6357340" y="463315"/>
                </a:moveTo>
                <a:cubicBezTo>
                  <a:pt x="6379655" y="463634"/>
                  <a:pt x="6401778" y="467484"/>
                  <a:pt x="6422889" y="474721"/>
                </a:cubicBezTo>
                <a:cubicBezTo>
                  <a:pt x="6435746" y="480698"/>
                  <a:pt x="6428142" y="485948"/>
                  <a:pt x="6406774" y="485768"/>
                </a:cubicBezTo>
                <a:cubicBezTo>
                  <a:pt x="6383742" y="485669"/>
                  <a:pt x="6360899" y="481625"/>
                  <a:pt x="6339232" y="473816"/>
                </a:cubicBezTo>
                <a:cubicBezTo>
                  <a:pt x="6328187" y="468022"/>
                  <a:pt x="6337240" y="462952"/>
                  <a:pt x="6357340" y="463315"/>
                </a:cubicBezTo>
                <a:close/>
                <a:moveTo>
                  <a:pt x="4835745" y="463132"/>
                </a:moveTo>
                <a:cubicBezTo>
                  <a:pt x="4880291" y="463495"/>
                  <a:pt x="4919764" y="473272"/>
                  <a:pt x="4929181" y="485405"/>
                </a:cubicBezTo>
                <a:cubicBezTo>
                  <a:pt x="4938597" y="497538"/>
                  <a:pt x="4910529" y="507315"/>
                  <a:pt x="4865441" y="507315"/>
                </a:cubicBezTo>
                <a:cubicBezTo>
                  <a:pt x="4820715" y="507315"/>
                  <a:pt x="4778705" y="496994"/>
                  <a:pt x="4770376" y="484500"/>
                </a:cubicBezTo>
                <a:cubicBezTo>
                  <a:pt x="4762046" y="472006"/>
                  <a:pt x="4791201" y="462771"/>
                  <a:pt x="4835745" y="463132"/>
                </a:cubicBezTo>
                <a:close/>
                <a:moveTo>
                  <a:pt x="2805886" y="462771"/>
                </a:moveTo>
                <a:cubicBezTo>
                  <a:pt x="2842102" y="462771"/>
                  <a:pt x="2861477" y="470919"/>
                  <a:pt x="2849525" y="480878"/>
                </a:cubicBezTo>
                <a:cubicBezTo>
                  <a:pt x="2837575" y="490838"/>
                  <a:pt x="2796471" y="500072"/>
                  <a:pt x="2756994" y="498986"/>
                </a:cubicBezTo>
                <a:cubicBezTo>
                  <a:pt x="2717522" y="497899"/>
                  <a:pt x="2702668" y="490114"/>
                  <a:pt x="2716250" y="479610"/>
                </a:cubicBezTo>
                <a:cubicBezTo>
                  <a:pt x="2729834" y="469109"/>
                  <a:pt x="2768946" y="462771"/>
                  <a:pt x="2805886" y="462771"/>
                </a:cubicBezTo>
                <a:close/>
                <a:moveTo>
                  <a:pt x="3735698" y="462048"/>
                </a:moveTo>
                <a:cubicBezTo>
                  <a:pt x="3711988" y="472196"/>
                  <a:pt x="3686521" y="477610"/>
                  <a:pt x="3660733" y="477983"/>
                </a:cubicBezTo>
                <a:cubicBezTo>
                  <a:pt x="3694051" y="482146"/>
                  <a:pt x="3709081" y="489209"/>
                  <a:pt x="3717773" y="499169"/>
                </a:cubicBezTo>
                <a:lnTo>
                  <a:pt x="3717590" y="498444"/>
                </a:lnTo>
                <a:cubicBezTo>
                  <a:pt x="3738101" y="488671"/>
                  <a:pt x="3760286" y="482895"/>
                  <a:pt x="3782961" y="481422"/>
                </a:cubicBezTo>
                <a:cubicBezTo>
                  <a:pt x="3753988" y="476896"/>
                  <a:pt x="3742760" y="470196"/>
                  <a:pt x="3735698" y="462048"/>
                </a:cubicBezTo>
                <a:close/>
                <a:moveTo>
                  <a:pt x="2639474" y="460781"/>
                </a:moveTo>
                <a:cubicBezTo>
                  <a:pt x="2675509" y="460600"/>
                  <a:pt x="2692892" y="467661"/>
                  <a:pt x="2680217" y="477620"/>
                </a:cubicBezTo>
                <a:cubicBezTo>
                  <a:pt x="2667361" y="487760"/>
                  <a:pt x="2630422" y="495728"/>
                  <a:pt x="2593660" y="495728"/>
                </a:cubicBezTo>
                <a:cubicBezTo>
                  <a:pt x="2556904" y="495728"/>
                  <a:pt x="2540787" y="488123"/>
                  <a:pt x="2555636" y="477620"/>
                </a:cubicBezTo>
                <a:cubicBezTo>
                  <a:pt x="2581855" y="465442"/>
                  <a:pt x="2610595" y="459669"/>
                  <a:pt x="2639474" y="460781"/>
                </a:cubicBezTo>
                <a:close/>
                <a:moveTo>
                  <a:pt x="3571643" y="457520"/>
                </a:moveTo>
                <a:cubicBezTo>
                  <a:pt x="3540339" y="470485"/>
                  <a:pt x="3506641" y="476656"/>
                  <a:pt x="3472773" y="475628"/>
                </a:cubicBezTo>
                <a:cubicBezTo>
                  <a:pt x="3519492" y="477983"/>
                  <a:pt x="3539410" y="485044"/>
                  <a:pt x="3541946" y="496633"/>
                </a:cubicBezTo>
                <a:cubicBezTo>
                  <a:pt x="3555164" y="492287"/>
                  <a:pt x="3564580" y="488123"/>
                  <a:pt x="3576893" y="485044"/>
                </a:cubicBezTo>
                <a:cubicBezTo>
                  <a:pt x="3589207" y="481966"/>
                  <a:pt x="3604237" y="480156"/>
                  <a:pt x="3619628" y="477439"/>
                </a:cubicBezTo>
                <a:cubicBezTo>
                  <a:pt x="3589931" y="473274"/>
                  <a:pt x="3575808" y="467299"/>
                  <a:pt x="3571643" y="457520"/>
                </a:cubicBezTo>
                <a:close/>
                <a:moveTo>
                  <a:pt x="6175901" y="457157"/>
                </a:moveTo>
                <a:cubicBezTo>
                  <a:pt x="6200575" y="457044"/>
                  <a:pt x="6225082" y="461211"/>
                  <a:pt x="6248332" y="469470"/>
                </a:cubicBezTo>
                <a:cubicBezTo>
                  <a:pt x="6262275" y="475808"/>
                  <a:pt x="6255032" y="481602"/>
                  <a:pt x="6232217" y="482146"/>
                </a:cubicBezTo>
                <a:cubicBezTo>
                  <a:pt x="6207556" y="482266"/>
                  <a:pt x="6183059" y="478161"/>
                  <a:pt x="6159786" y="470013"/>
                </a:cubicBezTo>
                <a:cubicBezTo>
                  <a:pt x="6143669" y="463314"/>
                  <a:pt x="6151999" y="457520"/>
                  <a:pt x="6175901" y="457157"/>
                </a:cubicBezTo>
                <a:close/>
                <a:moveTo>
                  <a:pt x="2481394" y="456796"/>
                </a:moveTo>
                <a:cubicBezTo>
                  <a:pt x="2512359" y="456796"/>
                  <a:pt x="2528476" y="464402"/>
                  <a:pt x="2515619" y="472911"/>
                </a:cubicBezTo>
                <a:cubicBezTo>
                  <a:pt x="2488786" y="484502"/>
                  <a:pt x="2459738" y="490124"/>
                  <a:pt x="2430513" y="489390"/>
                </a:cubicBezTo>
                <a:cubicBezTo>
                  <a:pt x="2398642" y="489390"/>
                  <a:pt x="2383069" y="481422"/>
                  <a:pt x="2397195" y="472731"/>
                </a:cubicBezTo>
                <a:cubicBezTo>
                  <a:pt x="2423810" y="461520"/>
                  <a:pt x="2452511" y="456088"/>
                  <a:pt x="2481394" y="456796"/>
                </a:cubicBezTo>
                <a:close/>
                <a:moveTo>
                  <a:pt x="2318607" y="454804"/>
                </a:moveTo>
                <a:cubicBezTo>
                  <a:pt x="2347578" y="454804"/>
                  <a:pt x="2360978" y="461142"/>
                  <a:pt x="2348483" y="469110"/>
                </a:cubicBezTo>
                <a:cubicBezTo>
                  <a:pt x="2323207" y="480121"/>
                  <a:pt x="2295827" y="485438"/>
                  <a:pt x="2268267" y="484683"/>
                </a:cubicBezTo>
                <a:cubicBezTo>
                  <a:pt x="2238388" y="484683"/>
                  <a:pt x="2225533" y="477982"/>
                  <a:pt x="2239110" y="469834"/>
                </a:cubicBezTo>
                <a:cubicBezTo>
                  <a:pt x="2264246" y="459269"/>
                  <a:pt x="2291335" y="454150"/>
                  <a:pt x="2318607" y="454804"/>
                </a:cubicBezTo>
                <a:close/>
                <a:moveTo>
                  <a:pt x="5996634" y="452992"/>
                </a:moveTo>
                <a:cubicBezTo>
                  <a:pt x="6022034" y="452492"/>
                  <a:pt x="6047295" y="456857"/>
                  <a:pt x="6071057" y="465849"/>
                </a:cubicBezTo>
                <a:cubicBezTo>
                  <a:pt x="6087716" y="473997"/>
                  <a:pt x="6078119" y="479974"/>
                  <a:pt x="6048060" y="479791"/>
                </a:cubicBezTo>
                <a:cubicBezTo>
                  <a:pt x="6022642" y="480407"/>
                  <a:pt x="5997371" y="475784"/>
                  <a:pt x="5973819" y="466212"/>
                </a:cubicBezTo>
                <a:cubicBezTo>
                  <a:pt x="5959333" y="458606"/>
                  <a:pt x="5969110" y="452992"/>
                  <a:pt x="5996634" y="452992"/>
                </a:cubicBezTo>
                <a:close/>
                <a:moveTo>
                  <a:pt x="2154188" y="451364"/>
                </a:moveTo>
                <a:cubicBezTo>
                  <a:pt x="2181893" y="451545"/>
                  <a:pt x="2192033" y="456978"/>
                  <a:pt x="2178452" y="464583"/>
                </a:cubicBezTo>
                <a:cubicBezTo>
                  <a:pt x="2155474" y="473940"/>
                  <a:pt x="2130828" y="478557"/>
                  <a:pt x="2106020" y="478164"/>
                </a:cubicBezTo>
                <a:cubicBezTo>
                  <a:pt x="2075957" y="478164"/>
                  <a:pt x="2065821" y="472369"/>
                  <a:pt x="2081754" y="464221"/>
                </a:cubicBezTo>
                <a:cubicBezTo>
                  <a:pt x="2104860" y="455336"/>
                  <a:pt x="2129454" y="450971"/>
                  <a:pt x="2154188" y="451364"/>
                </a:cubicBezTo>
                <a:close/>
                <a:moveTo>
                  <a:pt x="1994654" y="449190"/>
                </a:moveTo>
                <a:cubicBezTo>
                  <a:pt x="2018196" y="449190"/>
                  <a:pt x="2027432" y="455165"/>
                  <a:pt x="2014031" y="461503"/>
                </a:cubicBezTo>
                <a:cubicBezTo>
                  <a:pt x="1991236" y="469820"/>
                  <a:pt x="1967132" y="473991"/>
                  <a:pt x="1942870" y="473816"/>
                </a:cubicBezTo>
                <a:cubicBezTo>
                  <a:pt x="1918783" y="473635"/>
                  <a:pt x="1910091" y="467660"/>
                  <a:pt x="1924217" y="461142"/>
                </a:cubicBezTo>
                <a:cubicBezTo>
                  <a:pt x="1946831" y="453125"/>
                  <a:pt x="1970661" y="449083"/>
                  <a:pt x="1994654" y="449190"/>
                </a:cubicBezTo>
                <a:close/>
                <a:moveTo>
                  <a:pt x="5822075" y="447017"/>
                </a:moveTo>
                <a:cubicBezTo>
                  <a:pt x="5848825" y="446534"/>
                  <a:pt x="5875408" y="451332"/>
                  <a:pt x="5900301" y="461142"/>
                </a:cubicBezTo>
                <a:cubicBezTo>
                  <a:pt x="5916055" y="469470"/>
                  <a:pt x="5903922" y="476352"/>
                  <a:pt x="5872777" y="476172"/>
                </a:cubicBezTo>
                <a:cubicBezTo>
                  <a:pt x="5845755" y="476700"/>
                  <a:pt x="5818902" y="471773"/>
                  <a:pt x="5793827" y="461686"/>
                </a:cubicBezTo>
                <a:cubicBezTo>
                  <a:pt x="5779341" y="453355"/>
                  <a:pt x="5792017" y="446836"/>
                  <a:pt x="5822075" y="447017"/>
                </a:cubicBezTo>
                <a:close/>
                <a:moveTo>
                  <a:pt x="1835670" y="445751"/>
                </a:moveTo>
                <a:cubicBezTo>
                  <a:pt x="1856131" y="445751"/>
                  <a:pt x="1865548" y="450097"/>
                  <a:pt x="1855226" y="455710"/>
                </a:cubicBezTo>
                <a:cubicBezTo>
                  <a:pt x="1834547" y="463431"/>
                  <a:pt x="1812654" y="467476"/>
                  <a:pt x="1790579" y="467661"/>
                </a:cubicBezTo>
                <a:cubicBezTo>
                  <a:pt x="1768310" y="467661"/>
                  <a:pt x="1759798" y="462410"/>
                  <a:pt x="1772474" y="456435"/>
                </a:cubicBezTo>
                <a:cubicBezTo>
                  <a:pt x="1792844" y="449541"/>
                  <a:pt x="1814174" y="445933"/>
                  <a:pt x="1835670" y="445751"/>
                </a:cubicBezTo>
                <a:close/>
                <a:moveTo>
                  <a:pt x="1678132" y="443939"/>
                </a:moveTo>
                <a:cubicBezTo>
                  <a:pt x="1696239" y="443939"/>
                  <a:pt x="1701673" y="448828"/>
                  <a:pt x="1689177" y="453718"/>
                </a:cubicBezTo>
                <a:cubicBezTo>
                  <a:pt x="1670292" y="459836"/>
                  <a:pt x="1650534" y="462892"/>
                  <a:pt x="1630690" y="462771"/>
                </a:cubicBezTo>
                <a:cubicBezTo>
                  <a:pt x="1613668" y="462771"/>
                  <a:pt x="1609143" y="458062"/>
                  <a:pt x="1620548" y="453355"/>
                </a:cubicBezTo>
                <a:cubicBezTo>
                  <a:pt x="1639146" y="447277"/>
                  <a:pt x="1658576" y="444102"/>
                  <a:pt x="1678132" y="443939"/>
                </a:cubicBezTo>
                <a:close/>
                <a:moveTo>
                  <a:pt x="5652767" y="442490"/>
                </a:moveTo>
                <a:cubicBezTo>
                  <a:pt x="5680908" y="442165"/>
                  <a:pt x="5708822" y="447589"/>
                  <a:pt x="5734794" y="458425"/>
                </a:cubicBezTo>
                <a:cubicBezTo>
                  <a:pt x="5748195" y="467116"/>
                  <a:pt x="5731897" y="474542"/>
                  <a:pt x="5700210" y="474359"/>
                </a:cubicBezTo>
                <a:cubicBezTo>
                  <a:pt x="5671454" y="474846"/>
                  <a:pt x="5642927" y="469165"/>
                  <a:pt x="5616551" y="457700"/>
                </a:cubicBezTo>
                <a:cubicBezTo>
                  <a:pt x="5604419" y="449372"/>
                  <a:pt x="5621078" y="442309"/>
                  <a:pt x="5652767" y="442490"/>
                </a:cubicBezTo>
                <a:close/>
                <a:moveTo>
                  <a:pt x="1522587" y="440861"/>
                </a:moveTo>
                <a:cubicBezTo>
                  <a:pt x="1538157" y="440861"/>
                  <a:pt x="1541780" y="444844"/>
                  <a:pt x="1530374" y="449009"/>
                </a:cubicBezTo>
                <a:cubicBezTo>
                  <a:pt x="1514132" y="454013"/>
                  <a:pt x="1497216" y="456515"/>
                  <a:pt x="1480211" y="456433"/>
                </a:cubicBezTo>
                <a:cubicBezTo>
                  <a:pt x="1466091" y="456433"/>
                  <a:pt x="1463193" y="452631"/>
                  <a:pt x="1473333" y="448465"/>
                </a:cubicBezTo>
                <a:cubicBezTo>
                  <a:pt x="1489284" y="443488"/>
                  <a:pt x="1505873" y="440925"/>
                  <a:pt x="1522587" y="440861"/>
                </a:cubicBezTo>
                <a:close/>
                <a:moveTo>
                  <a:pt x="1362508" y="439232"/>
                </a:moveTo>
                <a:cubicBezTo>
                  <a:pt x="1375547" y="439232"/>
                  <a:pt x="1378624" y="442310"/>
                  <a:pt x="1369027" y="445751"/>
                </a:cubicBezTo>
                <a:cubicBezTo>
                  <a:pt x="1356478" y="449387"/>
                  <a:pt x="1343512" y="451395"/>
                  <a:pt x="1330458" y="451726"/>
                </a:cubicBezTo>
                <a:cubicBezTo>
                  <a:pt x="1317237" y="451726"/>
                  <a:pt x="1314159" y="448648"/>
                  <a:pt x="1324120" y="445207"/>
                </a:cubicBezTo>
                <a:cubicBezTo>
                  <a:pt x="1336613" y="441572"/>
                  <a:pt x="1349507" y="439562"/>
                  <a:pt x="1362508" y="439232"/>
                </a:cubicBezTo>
                <a:close/>
                <a:moveTo>
                  <a:pt x="4253580" y="437059"/>
                </a:moveTo>
                <a:lnTo>
                  <a:pt x="4212657" y="447018"/>
                </a:lnTo>
                <a:lnTo>
                  <a:pt x="4248873" y="458064"/>
                </a:lnTo>
                <a:lnTo>
                  <a:pt x="4292693" y="448104"/>
                </a:lnTo>
                <a:close/>
                <a:moveTo>
                  <a:pt x="4082462" y="436515"/>
                </a:moveTo>
                <a:lnTo>
                  <a:pt x="4053309" y="443034"/>
                </a:lnTo>
                <a:lnTo>
                  <a:pt x="4082281" y="452993"/>
                </a:lnTo>
                <a:lnTo>
                  <a:pt x="4116143" y="445207"/>
                </a:lnTo>
                <a:close/>
                <a:moveTo>
                  <a:pt x="5480924" y="435973"/>
                </a:moveTo>
                <a:cubicBezTo>
                  <a:pt x="5510024" y="435336"/>
                  <a:pt x="5538901" y="441150"/>
                  <a:pt x="5565488" y="452993"/>
                </a:cubicBezTo>
                <a:cubicBezTo>
                  <a:pt x="5578525" y="462229"/>
                  <a:pt x="5560959" y="470015"/>
                  <a:pt x="5527280" y="469833"/>
                </a:cubicBezTo>
                <a:cubicBezTo>
                  <a:pt x="5493599" y="469652"/>
                  <a:pt x="5451047" y="461324"/>
                  <a:pt x="5440000" y="451725"/>
                </a:cubicBezTo>
                <a:cubicBezTo>
                  <a:pt x="5428955" y="442129"/>
                  <a:pt x="5448150" y="435610"/>
                  <a:pt x="5480924" y="435973"/>
                </a:cubicBezTo>
                <a:close/>
                <a:moveTo>
                  <a:pt x="6794280" y="434706"/>
                </a:moveTo>
                <a:cubicBezTo>
                  <a:pt x="6808095" y="434922"/>
                  <a:pt x="6821804" y="437055"/>
                  <a:pt x="6835022" y="441044"/>
                </a:cubicBezTo>
                <a:cubicBezTo>
                  <a:pt x="6842809" y="444122"/>
                  <a:pt x="6839187" y="446839"/>
                  <a:pt x="6827599" y="446839"/>
                </a:cubicBezTo>
                <a:cubicBezTo>
                  <a:pt x="6814525" y="446481"/>
                  <a:pt x="6801559" y="444409"/>
                  <a:pt x="6789029" y="440681"/>
                </a:cubicBezTo>
                <a:cubicBezTo>
                  <a:pt x="6780699" y="437784"/>
                  <a:pt x="6783235" y="434886"/>
                  <a:pt x="6794280" y="434706"/>
                </a:cubicBezTo>
                <a:close/>
                <a:moveTo>
                  <a:pt x="5311075" y="431808"/>
                </a:moveTo>
                <a:cubicBezTo>
                  <a:pt x="5341324" y="430633"/>
                  <a:pt x="5371407" y="436848"/>
                  <a:pt x="5398716" y="449916"/>
                </a:cubicBezTo>
                <a:cubicBezTo>
                  <a:pt x="5412658" y="459874"/>
                  <a:pt x="5395455" y="468024"/>
                  <a:pt x="5358696" y="468024"/>
                </a:cubicBezTo>
                <a:cubicBezTo>
                  <a:pt x="5321939" y="468024"/>
                  <a:pt x="5280834" y="460417"/>
                  <a:pt x="5268158" y="449916"/>
                </a:cubicBezTo>
                <a:cubicBezTo>
                  <a:pt x="5255483" y="439413"/>
                  <a:pt x="5275040" y="431808"/>
                  <a:pt x="5311075" y="431808"/>
                </a:cubicBezTo>
                <a:close/>
                <a:moveTo>
                  <a:pt x="3919131" y="431627"/>
                </a:moveTo>
                <a:lnTo>
                  <a:pt x="3881647" y="438870"/>
                </a:lnTo>
                <a:lnTo>
                  <a:pt x="3912612" y="448828"/>
                </a:lnTo>
                <a:lnTo>
                  <a:pt x="3946472" y="440319"/>
                </a:lnTo>
                <a:close/>
                <a:moveTo>
                  <a:pt x="6616282" y="428548"/>
                </a:moveTo>
                <a:cubicBezTo>
                  <a:pt x="6632922" y="428829"/>
                  <a:pt x="6649436" y="431451"/>
                  <a:pt x="6665352" y="436335"/>
                </a:cubicBezTo>
                <a:cubicBezTo>
                  <a:pt x="6674768" y="439956"/>
                  <a:pt x="6670785" y="443578"/>
                  <a:pt x="6657024" y="443759"/>
                </a:cubicBezTo>
                <a:cubicBezTo>
                  <a:pt x="6640328" y="443508"/>
                  <a:pt x="6623742" y="440884"/>
                  <a:pt x="6607771" y="435972"/>
                </a:cubicBezTo>
                <a:cubicBezTo>
                  <a:pt x="6598535" y="432169"/>
                  <a:pt x="6602881" y="428728"/>
                  <a:pt x="6616282" y="428548"/>
                </a:cubicBezTo>
                <a:close/>
                <a:moveTo>
                  <a:pt x="5148103" y="426736"/>
                </a:moveTo>
                <a:cubicBezTo>
                  <a:pt x="5186311" y="426736"/>
                  <a:pt x="5225061" y="435971"/>
                  <a:pt x="5235203" y="444844"/>
                </a:cubicBezTo>
                <a:cubicBezTo>
                  <a:pt x="5245341" y="453716"/>
                  <a:pt x="5221078" y="463856"/>
                  <a:pt x="5181965" y="462952"/>
                </a:cubicBezTo>
                <a:cubicBezTo>
                  <a:pt x="5142852" y="462047"/>
                  <a:pt x="5102652" y="454623"/>
                  <a:pt x="5093780" y="444844"/>
                </a:cubicBezTo>
                <a:cubicBezTo>
                  <a:pt x="5084727" y="434703"/>
                  <a:pt x="5109895" y="426736"/>
                  <a:pt x="5148103" y="426736"/>
                </a:cubicBezTo>
                <a:close/>
                <a:moveTo>
                  <a:pt x="3348916" y="426736"/>
                </a:moveTo>
                <a:cubicBezTo>
                  <a:pt x="3392194" y="426918"/>
                  <a:pt x="3417182" y="434885"/>
                  <a:pt x="3409939" y="447016"/>
                </a:cubicBezTo>
                <a:cubicBezTo>
                  <a:pt x="3402334" y="459149"/>
                  <a:pt x="3361953" y="468203"/>
                  <a:pt x="3316685" y="468021"/>
                </a:cubicBezTo>
                <a:cubicBezTo>
                  <a:pt x="3271414" y="467840"/>
                  <a:pt x="3247331" y="458605"/>
                  <a:pt x="3256384" y="447016"/>
                </a:cubicBezTo>
                <a:cubicBezTo>
                  <a:pt x="3265439" y="435427"/>
                  <a:pt x="3305638" y="426555"/>
                  <a:pt x="3348916" y="426736"/>
                </a:cubicBezTo>
                <a:close/>
                <a:moveTo>
                  <a:pt x="3190655" y="425468"/>
                </a:moveTo>
                <a:cubicBezTo>
                  <a:pt x="3228501" y="426555"/>
                  <a:pt x="3254033" y="434523"/>
                  <a:pt x="3246065" y="444663"/>
                </a:cubicBezTo>
                <a:cubicBezTo>
                  <a:pt x="3238098" y="454803"/>
                  <a:pt x="3193915" y="464219"/>
                  <a:pt x="3153897" y="464039"/>
                </a:cubicBezTo>
                <a:cubicBezTo>
                  <a:pt x="3113517" y="464039"/>
                  <a:pt x="3086173" y="454079"/>
                  <a:pt x="3098487" y="443576"/>
                </a:cubicBezTo>
                <a:cubicBezTo>
                  <a:pt x="3110800" y="433074"/>
                  <a:pt x="3152810" y="424382"/>
                  <a:pt x="3190655" y="425468"/>
                </a:cubicBezTo>
                <a:close/>
                <a:moveTo>
                  <a:pt x="3759783" y="425289"/>
                </a:moveTo>
                <a:lnTo>
                  <a:pt x="3704011" y="434886"/>
                </a:lnTo>
                <a:cubicBezTo>
                  <a:pt x="3726101" y="438507"/>
                  <a:pt x="3740226" y="444121"/>
                  <a:pt x="3743848" y="450820"/>
                </a:cubicBezTo>
                <a:lnTo>
                  <a:pt x="3794006" y="437422"/>
                </a:lnTo>
                <a:close/>
                <a:moveTo>
                  <a:pt x="6440997" y="424202"/>
                </a:moveTo>
                <a:cubicBezTo>
                  <a:pt x="6459324" y="424508"/>
                  <a:pt x="6477503" y="427498"/>
                  <a:pt x="6494959" y="433074"/>
                </a:cubicBezTo>
                <a:cubicBezTo>
                  <a:pt x="6506909" y="437964"/>
                  <a:pt x="6500390" y="442309"/>
                  <a:pt x="6481741" y="442129"/>
                </a:cubicBezTo>
                <a:cubicBezTo>
                  <a:pt x="6463289" y="441724"/>
                  <a:pt x="6444999" y="438675"/>
                  <a:pt x="6427418" y="433074"/>
                </a:cubicBezTo>
                <a:cubicBezTo>
                  <a:pt x="6416010" y="428186"/>
                  <a:pt x="6422709" y="423840"/>
                  <a:pt x="6440997" y="424202"/>
                </a:cubicBezTo>
                <a:close/>
                <a:moveTo>
                  <a:pt x="4973727" y="423658"/>
                </a:moveTo>
                <a:cubicBezTo>
                  <a:pt x="5011572" y="423658"/>
                  <a:pt x="5056116" y="432713"/>
                  <a:pt x="5065532" y="443395"/>
                </a:cubicBezTo>
                <a:cubicBezTo>
                  <a:pt x="5074948" y="454079"/>
                  <a:pt x="5049961" y="462410"/>
                  <a:pt x="5010304" y="462410"/>
                </a:cubicBezTo>
                <a:cubicBezTo>
                  <a:pt x="4969199" y="462410"/>
                  <a:pt x="4925923" y="452630"/>
                  <a:pt x="4917773" y="441766"/>
                </a:cubicBezTo>
                <a:cubicBezTo>
                  <a:pt x="4909625" y="430901"/>
                  <a:pt x="4935881" y="423658"/>
                  <a:pt x="4973727" y="423658"/>
                </a:cubicBezTo>
                <a:close/>
                <a:moveTo>
                  <a:pt x="3032575" y="421849"/>
                </a:moveTo>
                <a:cubicBezTo>
                  <a:pt x="3069878" y="421849"/>
                  <a:pt x="3091788" y="429997"/>
                  <a:pt x="3083277" y="439956"/>
                </a:cubicBezTo>
                <a:cubicBezTo>
                  <a:pt x="3074766" y="449916"/>
                  <a:pt x="3034024" y="458064"/>
                  <a:pt x="2994549" y="458064"/>
                </a:cubicBezTo>
                <a:cubicBezTo>
                  <a:pt x="2955437" y="458064"/>
                  <a:pt x="2932259" y="449553"/>
                  <a:pt x="2943667" y="439956"/>
                </a:cubicBezTo>
                <a:cubicBezTo>
                  <a:pt x="2955073" y="430360"/>
                  <a:pt x="2995274" y="421849"/>
                  <a:pt x="3032575" y="421849"/>
                </a:cubicBezTo>
                <a:close/>
                <a:moveTo>
                  <a:pt x="6264267" y="418227"/>
                </a:moveTo>
                <a:cubicBezTo>
                  <a:pt x="6285873" y="418367"/>
                  <a:pt x="6307321" y="421911"/>
                  <a:pt x="6327826" y="428728"/>
                </a:cubicBezTo>
                <a:cubicBezTo>
                  <a:pt x="6340139" y="434886"/>
                  <a:pt x="6332533" y="438871"/>
                  <a:pt x="6311528" y="438871"/>
                </a:cubicBezTo>
                <a:cubicBezTo>
                  <a:pt x="6290479" y="438616"/>
                  <a:pt x="6269594" y="435133"/>
                  <a:pt x="6249600" y="428548"/>
                </a:cubicBezTo>
                <a:cubicBezTo>
                  <a:pt x="6237648" y="423297"/>
                  <a:pt x="6244711" y="418407"/>
                  <a:pt x="6264267" y="418227"/>
                </a:cubicBezTo>
                <a:close/>
                <a:moveTo>
                  <a:pt x="2876122" y="418045"/>
                </a:moveTo>
                <a:cubicBezTo>
                  <a:pt x="2913062" y="418045"/>
                  <a:pt x="2930445" y="425107"/>
                  <a:pt x="2920488" y="434704"/>
                </a:cubicBezTo>
                <a:cubicBezTo>
                  <a:pt x="2910528" y="444300"/>
                  <a:pt x="2872338" y="452992"/>
                  <a:pt x="2834856" y="452992"/>
                </a:cubicBezTo>
                <a:cubicBezTo>
                  <a:pt x="2796468" y="452992"/>
                  <a:pt x="2777634" y="445387"/>
                  <a:pt x="2790313" y="434884"/>
                </a:cubicBezTo>
                <a:cubicBezTo>
                  <a:pt x="2802987" y="424383"/>
                  <a:pt x="2839201" y="418045"/>
                  <a:pt x="2876122" y="418045"/>
                </a:cubicBezTo>
                <a:close/>
                <a:moveTo>
                  <a:pt x="4808040" y="417864"/>
                </a:moveTo>
                <a:cubicBezTo>
                  <a:pt x="4849145" y="417683"/>
                  <a:pt x="4890972" y="426375"/>
                  <a:pt x="4900751" y="437783"/>
                </a:cubicBezTo>
                <a:cubicBezTo>
                  <a:pt x="4910529" y="449192"/>
                  <a:pt x="4884997" y="458064"/>
                  <a:pt x="4842263" y="458245"/>
                </a:cubicBezTo>
                <a:cubicBezTo>
                  <a:pt x="4798080" y="458245"/>
                  <a:pt x="4756975" y="449192"/>
                  <a:pt x="4748827" y="437603"/>
                </a:cubicBezTo>
                <a:cubicBezTo>
                  <a:pt x="4740679" y="426014"/>
                  <a:pt x="4766935" y="418046"/>
                  <a:pt x="4808040" y="417864"/>
                </a:cubicBezTo>
                <a:close/>
                <a:moveTo>
                  <a:pt x="3605322" y="416054"/>
                </a:moveTo>
                <a:lnTo>
                  <a:pt x="3528917" y="430313"/>
                </a:lnTo>
                <a:lnTo>
                  <a:pt x="3526735" y="429996"/>
                </a:lnTo>
                <a:lnTo>
                  <a:pt x="3526735" y="430720"/>
                </a:lnTo>
                <a:lnTo>
                  <a:pt x="3528917" y="430313"/>
                </a:lnTo>
                <a:lnTo>
                  <a:pt x="3554814" y="434077"/>
                </a:lnTo>
                <a:cubicBezTo>
                  <a:pt x="3563815" y="436985"/>
                  <a:pt x="3572328" y="441401"/>
                  <a:pt x="3579971" y="447199"/>
                </a:cubicBezTo>
                <a:cubicBezTo>
                  <a:pt x="3601292" y="438176"/>
                  <a:pt x="3624031" y="432967"/>
                  <a:pt x="3647151" y="431808"/>
                </a:cubicBezTo>
                <a:cubicBezTo>
                  <a:pt x="3637916" y="429454"/>
                  <a:pt x="3629044" y="427462"/>
                  <a:pt x="3621620" y="425108"/>
                </a:cubicBezTo>
                <a:cubicBezTo>
                  <a:pt x="3615919" y="422603"/>
                  <a:pt x="3610463" y="419572"/>
                  <a:pt x="3605322" y="416054"/>
                </a:cubicBezTo>
                <a:close/>
                <a:moveTo>
                  <a:pt x="2715889" y="415512"/>
                </a:moveTo>
                <a:cubicBezTo>
                  <a:pt x="2747215" y="415692"/>
                  <a:pt x="2765140" y="423116"/>
                  <a:pt x="2754095" y="431627"/>
                </a:cubicBezTo>
                <a:cubicBezTo>
                  <a:pt x="2727169" y="443570"/>
                  <a:pt x="2697873" y="449206"/>
                  <a:pt x="2668447" y="448104"/>
                </a:cubicBezTo>
                <a:cubicBezTo>
                  <a:pt x="2636031" y="448104"/>
                  <a:pt x="2618648" y="439956"/>
                  <a:pt x="2630783" y="431446"/>
                </a:cubicBezTo>
                <a:cubicBezTo>
                  <a:pt x="2657635" y="419958"/>
                  <a:pt x="2686699" y="414519"/>
                  <a:pt x="2715889" y="415512"/>
                </a:cubicBezTo>
                <a:close/>
                <a:moveTo>
                  <a:pt x="6101659" y="414242"/>
                </a:moveTo>
                <a:cubicBezTo>
                  <a:pt x="6123833" y="414328"/>
                  <a:pt x="6145829" y="418250"/>
                  <a:pt x="6166666" y="425831"/>
                </a:cubicBezTo>
                <a:cubicBezTo>
                  <a:pt x="6178436" y="431989"/>
                  <a:pt x="6168115" y="437240"/>
                  <a:pt x="6143850" y="436878"/>
                </a:cubicBezTo>
                <a:cubicBezTo>
                  <a:pt x="6121021" y="436962"/>
                  <a:pt x="6098374" y="432848"/>
                  <a:pt x="6077032" y="424746"/>
                </a:cubicBezTo>
                <a:cubicBezTo>
                  <a:pt x="6065987" y="418408"/>
                  <a:pt x="6077032" y="413701"/>
                  <a:pt x="6101659" y="414242"/>
                </a:cubicBezTo>
                <a:close/>
                <a:moveTo>
                  <a:pt x="2561976" y="413700"/>
                </a:moveTo>
                <a:cubicBezTo>
                  <a:pt x="2591490" y="413700"/>
                  <a:pt x="2605068" y="421305"/>
                  <a:pt x="2591666" y="429272"/>
                </a:cubicBezTo>
                <a:cubicBezTo>
                  <a:pt x="2565740" y="439711"/>
                  <a:pt x="2537945" y="444644"/>
                  <a:pt x="2510006" y="443758"/>
                </a:cubicBezTo>
                <a:cubicBezTo>
                  <a:pt x="2479400" y="443758"/>
                  <a:pt x="2465459" y="436154"/>
                  <a:pt x="2479222" y="428006"/>
                </a:cubicBezTo>
                <a:cubicBezTo>
                  <a:pt x="2505476" y="417445"/>
                  <a:pt x="2533690" y="412571"/>
                  <a:pt x="2561976" y="413700"/>
                </a:cubicBezTo>
                <a:close/>
                <a:moveTo>
                  <a:pt x="2407154" y="410440"/>
                </a:moveTo>
                <a:cubicBezTo>
                  <a:pt x="2436488" y="410621"/>
                  <a:pt x="2447173" y="416777"/>
                  <a:pt x="2433408" y="424563"/>
                </a:cubicBezTo>
                <a:cubicBezTo>
                  <a:pt x="2409110" y="434346"/>
                  <a:pt x="2382997" y="438854"/>
                  <a:pt x="2356814" y="437782"/>
                </a:cubicBezTo>
                <a:cubicBezTo>
                  <a:pt x="2327477" y="437782"/>
                  <a:pt x="2316614" y="431263"/>
                  <a:pt x="2331282" y="423295"/>
                </a:cubicBezTo>
                <a:cubicBezTo>
                  <a:pt x="2355455" y="413961"/>
                  <a:pt x="2381257" y="409590"/>
                  <a:pt x="2407154" y="410440"/>
                </a:cubicBezTo>
                <a:close/>
                <a:moveTo>
                  <a:pt x="5929997" y="408992"/>
                </a:moveTo>
                <a:cubicBezTo>
                  <a:pt x="5953751" y="408379"/>
                  <a:pt x="5977389" y="412503"/>
                  <a:pt x="5999531" y="421124"/>
                </a:cubicBezTo>
                <a:cubicBezTo>
                  <a:pt x="6013292" y="428367"/>
                  <a:pt x="6003333" y="433438"/>
                  <a:pt x="5975628" y="433257"/>
                </a:cubicBezTo>
                <a:cubicBezTo>
                  <a:pt x="5951662" y="433898"/>
                  <a:pt x="5927818" y="429647"/>
                  <a:pt x="5905551" y="420763"/>
                </a:cubicBezTo>
                <a:cubicBezTo>
                  <a:pt x="5892694" y="413701"/>
                  <a:pt x="5903015" y="408811"/>
                  <a:pt x="5929997" y="408992"/>
                </a:cubicBezTo>
                <a:close/>
                <a:moveTo>
                  <a:pt x="2250701" y="408628"/>
                </a:moveTo>
                <a:cubicBezTo>
                  <a:pt x="2278225" y="408628"/>
                  <a:pt x="2288184" y="414061"/>
                  <a:pt x="2274242" y="421485"/>
                </a:cubicBezTo>
                <a:cubicBezTo>
                  <a:pt x="2251861" y="430164"/>
                  <a:pt x="2227974" y="434228"/>
                  <a:pt x="2203982" y="433436"/>
                </a:cubicBezTo>
                <a:cubicBezTo>
                  <a:pt x="2175915" y="433436"/>
                  <a:pt x="2166319" y="427824"/>
                  <a:pt x="2181163" y="420398"/>
                </a:cubicBezTo>
                <a:cubicBezTo>
                  <a:pt x="2203383" y="412077"/>
                  <a:pt x="2226980" y="408081"/>
                  <a:pt x="2250701" y="408628"/>
                </a:cubicBezTo>
                <a:close/>
                <a:moveTo>
                  <a:pt x="2098777" y="406457"/>
                </a:moveTo>
                <a:cubicBezTo>
                  <a:pt x="2121049" y="407001"/>
                  <a:pt x="2129740" y="412615"/>
                  <a:pt x="2117609" y="418410"/>
                </a:cubicBezTo>
                <a:cubicBezTo>
                  <a:pt x="2095137" y="426141"/>
                  <a:pt x="2071488" y="429938"/>
                  <a:pt x="2047712" y="429635"/>
                </a:cubicBezTo>
                <a:cubicBezTo>
                  <a:pt x="2025803" y="429635"/>
                  <a:pt x="2017471" y="423478"/>
                  <a:pt x="2029604" y="417685"/>
                </a:cubicBezTo>
                <a:cubicBezTo>
                  <a:pt x="2051876" y="410111"/>
                  <a:pt x="2075254" y="406317"/>
                  <a:pt x="2098777" y="406457"/>
                </a:cubicBezTo>
                <a:close/>
                <a:moveTo>
                  <a:pt x="5765396" y="404826"/>
                </a:moveTo>
                <a:cubicBezTo>
                  <a:pt x="5790469" y="404427"/>
                  <a:pt x="5815377" y="408918"/>
                  <a:pt x="5838734" y="418045"/>
                </a:cubicBezTo>
                <a:cubicBezTo>
                  <a:pt x="5852496" y="425468"/>
                  <a:pt x="5838734" y="431807"/>
                  <a:pt x="5810123" y="431445"/>
                </a:cubicBezTo>
                <a:cubicBezTo>
                  <a:pt x="5784852" y="431924"/>
                  <a:pt x="5759736" y="427368"/>
                  <a:pt x="5736243" y="418045"/>
                </a:cubicBezTo>
                <a:cubicBezTo>
                  <a:pt x="5723386" y="410440"/>
                  <a:pt x="5736243" y="404646"/>
                  <a:pt x="5765396" y="404826"/>
                </a:cubicBezTo>
                <a:close/>
                <a:moveTo>
                  <a:pt x="1945403" y="403378"/>
                </a:moveTo>
                <a:cubicBezTo>
                  <a:pt x="1966408" y="403378"/>
                  <a:pt x="1975099" y="408087"/>
                  <a:pt x="1963509" y="413518"/>
                </a:cubicBezTo>
                <a:cubicBezTo>
                  <a:pt x="1943540" y="420461"/>
                  <a:pt x="1922535" y="423949"/>
                  <a:pt x="1901400" y="423839"/>
                </a:cubicBezTo>
                <a:cubicBezTo>
                  <a:pt x="1881302" y="423839"/>
                  <a:pt x="1873517" y="419132"/>
                  <a:pt x="1884198" y="413881"/>
                </a:cubicBezTo>
                <a:cubicBezTo>
                  <a:pt x="1903864" y="406967"/>
                  <a:pt x="1924561" y="403416"/>
                  <a:pt x="1945403" y="403378"/>
                </a:cubicBezTo>
                <a:close/>
                <a:moveTo>
                  <a:pt x="1787142" y="401929"/>
                </a:moveTo>
                <a:cubicBezTo>
                  <a:pt x="1805248" y="401929"/>
                  <a:pt x="1811766" y="405913"/>
                  <a:pt x="1800543" y="410620"/>
                </a:cubicBezTo>
                <a:cubicBezTo>
                  <a:pt x="1783028" y="416474"/>
                  <a:pt x="1764685" y="419472"/>
                  <a:pt x="1746218" y="419493"/>
                </a:cubicBezTo>
                <a:cubicBezTo>
                  <a:pt x="1728111" y="419493"/>
                  <a:pt x="1722496" y="414966"/>
                  <a:pt x="1734811" y="410259"/>
                </a:cubicBezTo>
                <a:cubicBezTo>
                  <a:pt x="1751740" y="404885"/>
                  <a:pt x="1769378" y="402079"/>
                  <a:pt x="1787142" y="401929"/>
                </a:cubicBezTo>
                <a:close/>
                <a:moveTo>
                  <a:pt x="5598987" y="400663"/>
                </a:moveTo>
                <a:cubicBezTo>
                  <a:pt x="5626351" y="400068"/>
                  <a:pt x="5653561" y="404931"/>
                  <a:pt x="5679024" y="414967"/>
                </a:cubicBezTo>
                <a:cubicBezTo>
                  <a:pt x="5692423" y="422753"/>
                  <a:pt x="5677393" y="429816"/>
                  <a:pt x="5647155" y="429816"/>
                </a:cubicBezTo>
                <a:cubicBezTo>
                  <a:pt x="5619781" y="430400"/>
                  <a:pt x="5592586" y="425280"/>
                  <a:pt x="5567298" y="414786"/>
                </a:cubicBezTo>
                <a:cubicBezTo>
                  <a:pt x="5556253" y="407362"/>
                  <a:pt x="5570920" y="400844"/>
                  <a:pt x="5598987" y="400663"/>
                </a:cubicBezTo>
                <a:close/>
                <a:moveTo>
                  <a:pt x="1639742" y="398671"/>
                </a:moveTo>
                <a:cubicBezTo>
                  <a:pt x="1654953" y="398671"/>
                  <a:pt x="1657852" y="402112"/>
                  <a:pt x="1648074" y="406094"/>
                </a:cubicBezTo>
                <a:cubicBezTo>
                  <a:pt x="1632701" y="411117"/>
                  <a:pt x="1616621" y="413622"/>
                  <a:pt x="1600449" y="413520"/>
                </a:cubicBezTo>
                <a:cubicBezTo>
                  <a:pt x="1585059" y="413520"/>
                  <a:pt x="1582343" y="410079"/>
                  <a:pt x="1592483" y="405914"/>
                </a:cubicBezTo>
                <a:cubicBezTo>
                  <a:pt x="1607768" y="401077"/>
                  <a:pt x="1623719" y="398635"/>
                  <a:pt x="1639742" y="398671"/>
                </a:cubicBezTo>
                <a:close/>
                <a:moveTo>
                  <a:pt x="1484736" y="397583"/>
                </a:moveTo>
                <a:cubicBezTo>
                  <a:pt x="1497773" y="397403"/>
                  <a:pt x="1501394" y="399937"/>
                  <a:pt x="1492884" y="403197"/>
                </a:cubicBezTo>
                <a:cubicBezTo>
                  <a:pt x="1480407" y="407167"/>
                  <a:pt x="1467405" y="409184"/>
                  <a:pt x="1454312" y="409173"/>
                </a:cubicBezTo>
                <a:cubicBezTo>
                  <a:pt x="1441457" y="409173"/>
                  <a:pt x="1438920" y="406456"/>
                  <a:pt x="1448519" y="403015"/>
                </a:cubicBezTo>
                <a:cubicBezTo>
                  <a:pt x="1460290" y="399610"/>
                  <a:pt x="1472475" y="397785"/>
                  <a:pt x="1484736" y="397583"/>
                </a:cubicBezTo>
                <a:close/>
                <a:moveTo>
                  <a:pt x="4414559" y="397402"/>
                </a:moveTo>
                <a:lnTo>
                  <a:pt x="4376171" y="407362"/>
                </a:lnTo>
                <a:lnTo>
                  <a:pt x="4416913" y="418951"/>
                </a:lnTo>
                <a:lnTo>
                  <a:pt x="4463269" y="408810"/>
                </a:lnTo>
                <a:close/>
                <a:moveTo>
                  <a:pt x="4568837" y="395592"/>
                </a:moveTo>
                <a:cubicBezTo>
                  <a:pt x="4553627" y="404284"/>
                  <a:pt x="4553627" y="404284"/>
                  <a:pt x="4517229" y="409898"/>
                </a:cubicBezTo>
                <a:cubicBezTo>
                  <a:pt x="4539240" y="410248"/>
                  <a:pt x="4560752" y="416500"/>
                  <a:pt x="4579520" y="428006"/>
                </a:cubicBezTo>
                <a:cubicBezTo>
                  <a:pt x="4588755" y="418951"/>
                  <a:pt x="4610304" y="414605"/>
                  <a:pt x="4640362" y="412613"/>
                </a:cubicBezTo>
                <a:cubicBezTo>
                  <a:pt x="4615612" y="411854"/>
                  <a:pt x="4591276" y="406063"/>
                  <a:pt x="4568837" y="395592"/>
                </a:cubicBezTo>
                <a:close/>
                <a:moveTo>
                  <a:pt x="4256840" y="395592"/>
                </a:moveTo>
                <a:lnTo>
                  <a:pt x="4227324" y="403016"/>
                </a:lnTo>
                <a:lnTo>
                  <a:pt x="4257926" y="413337"/>
                </a:lnTo>
                <a:lnTo>
                  <a:pt x="4294141" y="405552"/>
                </a:lnTo>
                <a:close/>
                <a:moveTo>
                  <a:pt x="5430766" y="395412"/>
                </a:moveTo>
                <a:cubicBezTo>
                  <a:pt x="5458638" y="394682"/>
                  <a:pt x="5486348" y="399866"/>
                  <a:pt x="5512070" y="410623"/>
                </a:cubicBezTo>
                <a:cubicBezTo>
                  <a:pt x="5524746" y="418771"/>
                  <a:pt x="5508448" y="426195"/>
                  <a:pt x="5475854" y="426195"/>
                </a:cubicBezTo>
                <a:cubicBezTo>
                  <a:pt x="5447118" y="427354"/>
                  <a:pt x="5418497" y="421902"/>
                  <a:pt x="5392197" y="410260"/>
                </a:cubicBezTo>
                <a:cubicBezTo>
                  <a:pt x="5381694" y="402112"/>
                  <a:pt x="5399440" y="395412"/>
                  <a:pt x="5430766" y="395412"/>
                </a:cubicBezTo>
                <a:close/>
                <a:moveTo>
                  <a:pt x="1337873" y="394505"/>
                </a:moveTo>
                <a:cubicBezTo>
                  <a:pt x="1346201" y="395048"/>
                  <a:pt x="1348014" y="396858"/>
                  <a:pt x="1341856" y="398670"/>
                </a:cubicBezTo>
                <a:cubicBezTo>
                  <a:pt x="1332911" y="401318"/>
                  <a:pt x="1323658" y="402722"/>
                  <a:pt x="1314332" y="402836"/>
                </a:cubicBezTo>
                <a:cubicBezTo>
                  <a:pt x="1304374" y="402836"/>
                  <a:pt x="1302381" y="400843"/>
                  <a:pt x="1310168" y="398307"/>
                </a:cubicBezTo>
                <a:cubicBezTo>
                  <a:pt x="1319204" y="395893"/>
                  <a:pt x="1328510" y="394615"/>
                  <a:pt x="1337873" y="394505"/>
                </a:cubicBezTo>
                <a:close/>
                <a:moveTo>
                  <a:pt x="6691608" y="393781"/>
                </a:moveTo>
                <a:cubicBezTo>
                  <a:pt x="6703904" y="393897"/>
                  <a:pt x="6716126" y="395539"/>
                  <a:pt x="6728004" y="398670"/>
                </a:cubicBezTo>
                <a:cubicBezTo>
                  <a:pt x="6736154" y="401387"/>
                  <a:pt x="6733618" y="404284"/>
                  <a:pt x="6723478" y="404465"/>
                </a:cubicBezTo>
                <a:cubicBezTo>
                  <a:pt x="6711925" y="404130"/>
                  <a:pt x="6700463" y="402550"/>
                  <a:pt x="6689254" y="399756"/>
                </a:cubicBezTo>
                <a:cubicBezTo>
                  <a:pt x="6680563" y="397041"/>
                  <a:pt x="6681831" y="393961"/>
                  <a:pt x="6691608" y="393781"/>
                </a:cubicBezTo>
                <a:close/>
                <a:moveTo>
                  <a:pt x="4100570" y="393600"/>
                </a:moveTo>
                <a:lnTo>
                  <a:pt x="4071054" y="400482"/>
                </a:lnTo>
                <a:lnTo>
                  <a:pt x="4092059" y="406457"/>
                </a:lnTo>
                <a:lnTo>
                  <a:pt x="4121031" y="400119"/>
                </a:lnTo>
                <a:close/>
                <a:moveTo>
                  <a:pt x="5272323" y="391789"/>
                </a:moveTo>
                <a:cubicBezTo>
                  <a:pt x="5300410" y="390450"/>
                  <a:pt x="5328395" y="396047"/>
                  <a:pt x="5353809" y="408087"/>
                </a:cubicBezTo>
                <a:cubicBezTo>
                  <a:pt x="5365579" y="416779"/>
                  <a:pt x="5347471" y="424202"/>
                  <a:pt x="5311436" y="424022"/>
                </a:cubicBezTo>
                <a:cubicBezTo>
                  <a:pt x="5275220" y="424022"/>
                  <a:pt x="5239005" y="416959"/>
                  <a:pt x="5228320" y="407724"/>
                </a:cubicBezTo>
                <a:cubicBezTo>
                  <a:pt x="5217638" y="398488"/>
                  <a:pt x="5236107" y="391608"/>
                  <a:pt x="5272323" y="391789"/>
                </a:cubicBezTo>
                <a:close/>
                <a:moveTo>
                  <a:pt x="3939412" y="389254"/>
                </a:moveTo>
                <a:lnTo>
                  <a:pt x="3904101" y="395412"/>
                </a:lnTo>
                <a:lnTo>
                  <a:pt x="3930357" y="404284"/>
                </a:lnTo>
                <a:lnTo>
                  <a:pt x="3962046" y="397041"/>
                </a:lnTo>
                <a:close/>
                <a:moveTo>
                  <a:pt x="6521758" y="387987"/>
                </a:moveTo>
                <a:cubicBezTo>
                  <a:pt x="6536897" y="388257"/>
                  <a:pt x="6551926" y="390509"/>
                  <a:pt x="6566485" y="394686"/>
                </a:cubicBezTo>
                <a:cubicBezTo>
                  <a:pt x="6575901" y="397946"/>
                  <a:pt x="6572099" y="401568"/>
                  <a:pt x="6558698" y="401749"/>
                </a:cubicBezTo>
                <a:cubicBezTo>
                  <a:pt x="6543488" y="401539"/>
                  <a:pt x="6528368" y="399224"/>
                  <a:pt x="6513791" y="394869"/>
                </a:cubicBezTo>
                <a:cubicBezTo>
                  <a:pt x="6504557" y="391608"/>
                  <a:pt x="6508540" y="388167"/>
                  <a:pt x="6521758" y="387987"/>
                </a:cubicBezTo>
                <a:close/>
                <a:moveTo>
                  <a:pt x="3393282" y="386357"/>
                </a:moveTo>
                <a:cubicBezTo>
                  <a:pt x="3434928" y="386357"/>
                  <a:pt x="3460279" y="394324"/>
                  <a:pt x="3453399" y="405008"/>
                </a:cubicBezTo>
                <a:cubicBezTo>
                  <a:pt x="3446337" y="416054"/>
                  <a:pt x="3408492" y="424382"/>
                  <a:pt x="3365213" y="424202"/>
                </a:cubicBezTo>
                <a:cubicBezTo>
                  <a:pt x="3321935" y="424021"/>
                  <a:pt x="3296947" y="415510"/>
                  <a:pt x="3305639" y="404465"/>
                </a:cubicBezTo>
                <a:cubicBezTo>
                  <a:pt x="3314331" y="393419"/>
                  <a:pt x="3351632" y="386357"/>
                  <a:pt x="3393282" y="386357"/>
                </a:cubicBezTo>
                <a:close/>
                <a:moveTo>
                  <a:pt x="5108992" y="386177"/>
                </a:moveTo>
                <a:cubicBezTo>
                  <a:pt x="5143576" y="386177"/>
                  <a:pt x="5185044" y="393963"/>
                  <a:pt x="5195365" y="403197"/>
                </a:cubicBezTo>
                <a:cubicBezTo>
                  <a:pt x="5205686" y="412432"/>
                  <a:pt x="5184320" y="420763"/>
                  <a:pt x="5148466" y="420763"/>
                </a:cubicBezTo>
                <a:cubicBezTo>
                  <a:pt x="5111345" y="420763"/>
                  <a:pt x="5070603" y="412432"/>
                  <a:pt x="5061368" y="402655"/>
                </a:cubicBezTo>
                <a:cubicBezTo>
                  <a:pt x="5052133" y="392876"/>
                  <a:pt x="5074406" y="386177"/>
                  <a:pt x="5108992" y="386177"/>
                </a:cubicBezTo>
                <a:close/>
                <a:moveTo>
                  <a:pt x="3234113" y="384365"/>
                </a:moveTo>
                <a:cubicBezTo>
                  <a:pt x="3271233" y="384365"/>
                  <a:pt x="3297852" y="392513"/>
                  <a:pt x="3290790" y="402472"/>
                </a:cubicBezTo>
                <a:cubicBezTo>
                  <a:pt x="3283729" y="412432"/>
                  <a:pt x="3242444" y="420580"/>
                  <a:pt x="3203873" y="420580"/>
                </a:cubicBezTo>
                <a:cubicBezTo>
                  <a:pt x="3165304" y="420580"/>
                  <a:pt x="3139048" y="411888"/>
                  <a:pt x="3147740" y="402472"/>
                </a:cubicBezTo>
                <a:cubicBezTo>
                  <a:pt x="3156431" y="393056"/>
                  <a:pt x="3196993" y="384365"/>
                  <a:pt x="3234113" y="384365"/>
                </a:cubicBezTo>
                <a:close/>
                <a:moveTo>
                  <a:pt x="6357884" y="383821"/>
                </a:moveTo>
                <a:cubicBezTo>
                  <a:pt x="6375319" y="383988"/>
                  <a:pt x="6392642" y="386670"/>
                  <a:pt x="6409311" y="391788"/>
                </a:cubicBezTo>
                <a:cubicBezTo>
                  <a:pt x="6420717" y="396134"/>
                  <a:pt x="6414198" y="400480"/>
                  <a:pt x="6396454" y="400119"/>
                </a:cubicBezTo>
                <a:cubicBezTo>
                  <a:pt x="6379051" y="399908"/>
                  <a:pt x="6361780" y="397102"/>
                  <a:pt x="6345208" y="391788"/>
                </a:cubicBezTo>
                <a:cubicBezTo>
                  <a:pt x="6335792" y="387623"/>
                  <a:pt x="6341949" y="383821"/>
                  <a:pt x="6357884" y="383821"/>
                </a:cubicBezTo>
                <a:close/>
                <a:moveTo>
                  <a:pt x="4952903" y="382373"/>
                </a:moveTo>
                <a:cubicBezTo>
                  <a:pt x="4990206" y="382373"/>
                  <a:pt x="5029319" y="391064"/>
                  <a:pt x="5038915" y="400480"/>
                </a:cubicBezTo>
                <a:cubicBezTo>
                  <a:pt x="5049056" y="410620"/>
                  <a:pt x="5023885" y="418588"/>
                  <a:pt x="4984592" y="418588"/>
                </a:cubicBezTo>
                <a:cubicBezTo>
                  <a:pt x="4945298" y="418588"/>
                  <a:pt x="4906910" y="409896"/>
                  <a:pt x="4898579" y="400480"/>
                </a:cubicBezTo>
                <a:cubicBezTo>
                  <a:pt x="4890251" y="391064"/>
                  <a:pt x="4915602" y="382373"/>
                  <a:pt x="4952903" y="382373"/>
                </a:cubicBezTo>
                <a:close/>
                <a:moveTo>
                  <a:pt x="3786763" y="382011"/>
                </a:moveTo>
                <a:lnTo>
                  <a:pt x="3735517" y="392514"/>
                </a:lnTo>
                <a:lnTo>
                  <a:pt x="3773181" y="403740"/>
                </a:lnTo>
                <a:lnTo>
                  <a:pt x="3820805" y="394324"/>
                </a:lnTo>
                <a:close/>
                <a:moveTo>
                  <a:pt x="3084906" y="380563"/>
                </a:moveTo>
                <a:cubicBezTo>
                  <a:pt x="3121304" y="380563"/>
                  <a:pt x="3142670" y="388350"/>
                  <a:pt x="3133798" y="398670"/>
                </a:cubicBezTo>
                <a:cubicBezTo>
                  <a:pt x="3124201" y="408087"/>
                  <a:pt x="3086174" y="415873"/>
                  <a:pt x="3048329" y="415691"/>
                </a:cubicBezTo>
                <a:cubicBezTo>
                  <a:pt x="3010484" y="415510"/>
                  <a:pt x="2989479" y="407725"/>
                  <a:pt x="3000344" y="397583"/>
                </a:cubicBezTo>
                <a:cubicBezTo>
                  <a:pt x="3011209" y="387445"/>
                  <a:pt x="3048510" y="380563"/>
                  <a:pt x="3084906" y="380563"/>
                </a:cubicBezTo>
                <a:close/>
                <a:moveTo>
                  <a:pt x="2932438" y="379114"/>
                </a:moveTo>
                <a:cubicBezTo>
                  <a:pt x="2968111" y="379114"/>
                  <a:pt x="2987124" y="385633"/>
                  <a:pt x="2976803" y="394866"/>
                </a:cubicBezTo>
                <a:cubicBezTo>
                  <a:pt x="2966300" y="404102"/>
                  <a:pt x="2931172" y="411164"/>
                  <a:pt x="2894412" y="410984"/>
                </a:cubicBezTo>
                <a:cubicBezTo>
                  <a:pt x="2857675" y="410801"/>
                  <a:pt x="2840109" y="403741"/>
                  <a:pt x="2852422" y="394325"/>
                </a:cubicBezTo>
                <a:cubicBezTo>
                  <a:pt x="2877443" y="382808"/>
                  <a:pt x="2904918" y="377588"/>
                  <a:pt x="2932438" y="379114"/>
                </a:cubicBezTo>
                <a:close/>
                <a:moveTo>
                  <a:pt x="6191293" y="378571"/>
                </a:moveTo>
                <a:cubicBezTo>
                  <a:pt x="6210969" y="378464"/>
                  <a:pt x="6230533" y="381523"/>
                  <a:pt x="6249238" y="387625"/>
                </a:cubicBezTo>
                <a:cubicBezTo>
                  <a:pt x="6261371" y="392515"/>
                  <a:pt x="6254852" y="397041"/>
                  <a:pt x="6235295" y="397222"/>
                </a:cubicBezTo>
                <a:cubicBezTo>
                  <a:pt x="6215442" y="397138"/>
                  <a:pt x="6195719" y="394024"/>
                  <a:pt x="6176807" y="387986"/>
                </a:cubicBezTo>
                <a:cubicBezTo>
                  <a:pt x="6165398" y="383099"/>
                  <a:pt x="6172098" y="378753"/>
                  <a:pt x="6191293" y="378571"/>
                </a:cubicBezTo>
                <a:close/>
                <a:moveTo>
                  <a:pt x="4794822" y="378027"/>
                </a:moveTo>
                <a:cubicBezTo>
                  <a:pt x="4835747" y="378027"/>
                  <a:pt x="4872504" y="385994"/>
                  <a:pt x="4881015" y="396135"/>
                </a:cubicBezTo>
                <a:cubicBezTo>
                  <a:pt x="4890431" y="406819"/>
                  <a:pt x="4864719" y="415328"/>
                  <a:pt x="4822346" y="414243"/>
                </a:cubicBezTo>
                <a:cubicBezTo>
                  <a:pt x="4779975" y="413155"/>
                  <a:pt x="4743396" y="405731"/>
                  <a:pt x="4735792" y="396135"/>
                </a:cubicBezTo>
                <a:cubicBezTo>
                  <a:pt x="4728186" y="386538"/>
                  <a:pt x="4753900" y="378027"/>
                  <a:pt x="4794822" y="378027"/>
                </a:cubicBezTo>
                <a:close/>
                <a:moveTo>
                  <a:pt x="2783796" y="375673"/>
                </a:moveTo>
                <a:cubicBezTo>
                  <a:pt x="2815121" y="375493"/>
                  <a:pt x="2834858" y="382555"/>
                  <a:pt x="2824356" y="390522"/>
                </a:cubicBezTo>
                <a:cubicBezTo>
                  <a:pt x="2798843" y="401775"/>
                  <a:pt x="2771103" y="407039"/>
                  <a:pt x="2743234" y="405913"/>
                </a:cubicBezTo>
                <a:cubicBezTo>
                  <a:pt x="2711187" y="405913"/>
                  <a:pt x="2693076" y="398307"/>
                  <a:pt x="2705390" y="390159"/>
                </a:cubicBezTo>
                <a:cubicBezTo>
                  <a:pt x="2730232" y="379922"/>
                  <a:pt x="2756939" y="374987"/>
                  <a:pt x="2783796" y="375673"/>
                </a:cubicBezTo>
                <a:close/>
                <a:moveTo>
                  <a:pt x="6031039" y="374949"/>
                </a:moveTo>
                <a:cubicBezTo>
                  <a:pt x="6052326" y="374438"/>
                  <a:pt x="6073521" y="377939"/>
                  <a:pt x="6093511" y="385270"/>
                </a:cubicBezTo>
                <a:cubicBezTo>
                  <a:pt x="6105824" y="391064"/>
                  <a:pt x="6098400" y="395230"/>
                  <a:pt x="6075403" y="395230"/>
                </a:cubicBezTo>
                <a:cubicBezTo>
                  <a:pt x="6053921" y="395790"/>
                  <a:pt x="6032528" y="392224"/>
                  <a:pt x="6012388" y="384726"/>
                </a:cubicBezTo>
                <a:cubicBezTo>
                  <a:pt x="6000618" y="378932"/>
                  <a:pt x="6008222" y="374949"/>
                  <a:pt x="6031039" y="374949"/>
                </a:cubicBezTo>
                <a:close/>
                <a:moveTo>
                  <a:pt x="2633677" y="374044"/>
                </a:moveTo>
                <a:cubicBezTo>
                  <a:pt x="2664103" y="373863"/>
                  <a:pt x="2680218" y="380562"/>
                  <a:pt x="2669355" y="387625"/>
                </a:cubicBezTo>
                <a:cubicBezTo>
                  <a:pt x="2645108" y="398145"/>
                  <a:pt x="2618795" y="403035"/>
                  <a:pt x="2592394" y="401929"/>
                </a:cubicBezTo>
                <a:cubicBezTo>
                  <a:pt x="2561249" y="401929"/>
                  <a:pt x="2546582" y="395410"/>
                  <a:pt x="2559261" y="387442"/>
                </a:cubicBezTo>
                <a:cubicBezTo>
                  <a:pt x="2582867" y="377876"/>
                  <a:pt x="2608220" y="373314"/>
                  <a:pt x="2633677" y="374044"/>
                </a:cubicBezTo>
                <a:close/>
                <a:moveTo>
                  <a:pt x="2489001" y="371145"/>
                </a:moveTo>
                <a:cubicBezTo>
                  <a:pt x="2517248" y="371327"/>
                  <a:pt x="2528836" y="376578"/>
                  <a:pt x="2516523" y="383821"/>
                </a:cubicBezTo>
                <a:cubicBezTo>
                  <a:pt x="2493599" y="393308"/>
                  <a:pt x="2468885" y="397635"/>
                  <a:pt x="2444093" y="396496"/>
                </a:cubicBezTo>
                <a:cubicBezTo>
                  <a:pt x="2413671" y="396496"/>
                  <a:pt x="2402262" y="390701"/>
                  <a:pt x="2416568" y="382916"/>
                </a:cubicBezTo>
                <a:cubicBezTo>
                  <a:pt x="2439675" y="374139"/>
                  <a:pt x="2464301" y="370135"/>
                  <a:pt x="2489001" y="371145"/>
                </a:cubicBezTo>
                <a:close/>
                <a:moveTo>
                  <a:pt x="5862094" y="369698"/>
                </a:moveTo>
                <a:cubicBezTo>
                  <a:pt x="5884968" y="369123"/>
                  <a:pt x="5907747" y="372806"/>
                  <a:pt x="5929273" y="380562"/>
                </a:cubicBezTo>
                <a:cubicBezTo>
                  <a:pt x="5942854" y="387081"/>
                  <a:pt x="5933618" y="392151"/>
                  <a:pt x="5907726" y="392151"/>
                </a:cubicBezTo>
                <a:cubicBezTo>
                  <a:pt x="5884850" y="392697"/>
                  <a:pt x="5862088" y="388760"/>
                  <a:pt x="5840726" y="380562"/>
                </a:cubicBezTo>
                <a:cubicBezTo>
                  <a:pt x="5829318" y="374405"/>
                  <a:pt x="5838372" y="369878"/>
                  <a:pt x="5862094" y="369698"/>
                </a:cubicBezTo>
                <a:close/>
                <a:moveTo>
                  <a:pt x="2333090" y="368974"/>
                </a:moveTo>
                <a:cubicBezTo>
                  <a:pt x="2358080" y="369154"/>
                  <a:pt x="2370395" y="374405"/>
                  <a:pt x="2359710" y="380563"/>
                </a:cubicBezTo>
                <a:cubicBezTo>
                  <a:pt x="2337943" y="388939"/>
                  <a:pt x="2314766" y="392999"/>
                  <a:pt x="2291444" y="392513"/>
                </a:cubicBezTo>
                <a:cubicBezTo>
                  <a:pt x="2265911" y="392513"/>
                  <a:pt x="2253779" y="387262"/>
                  <a:pt x="2265369" y="380924"/>
                </a:cubicBezTo>
                <a:cubicBezTo>
                  <a:pt x="2286988" y="372717"/>
                  <a:pt x="2309970" y="368660"/>
                  <a:pt x="2333090" y="368974"/>
                </a:cubicBezTo>
                <a:close/>
                <a:moveTo>
                  <a:pt x="2188591" y="366257"/>
                </a:moveTo>
                <a:cubicBezTo>
                  <a:pt x="2210686" y="366257"/>
                  <a:pt x="2221007" y="371690"/>
                  <a:pt x="2209238" y="377122"/>
                </a:cubicBezTo>
                <a:cubicBezTo>
                  <a:pt x="2188826" y="384028"/>
                  <a:pt x="2167405" y="387515"/>
                  <a:pt x="2145859" y="387443"/>
                </a:cubicBezTo>
                <a:cubicBezTo>
                  <a:pt x="2123221" y="387443"/>
                  <a:pt x="2113445" y="382011"/>
                  <a:pt x="2125756" y="376397"/>
                </a:cubicBezTo>
                <a:cubicBezTo>
                  <a:pt x="2146020" y="369650"/>
                  <a:pt x="2167245" y="366224"/>
                  <a:pt x="2188591" y="366257"/>
                </a:cubicBezTo>
                <a:close/>
                <a:moveTo>
                  <a:pt x="5704736" y="366076"/>
                </a:moveTo>
                <a:cubicBezTo>
                  <a:pt x="5729454" y="365395"/>
                  <a:pt x="5754063" y="369578"/>
                  <a:pt x="5777167" y="378389"/>
                </a:cubicBezTo>
                <a:cubicBezTo>
                  <a:pt x="5788395" y="385089"/>
                  <a:pt x="5775899" y="390703"/>
                  <a:pt x="5748919" y="390520"/>
                </a:cubicBezTo>
                <a:cubicBezTo>
                  <a:pt x="5724785" y="391062"/>
                  <a:pt x="5700784" y="386817"/>
                  <a:pt x="5678300" y="378026"/>
                </a:cubicBezTo>
                <a:cubicBezTo>
                  <a:pt x="5666891" y="371507"/>
                  <a:pt x="5678300" y="366076"/>
                  <a:pt x="5704736" y="366076"/>
                </a:cubicBezTo>
                <a:close/>
                <a:moveTo>
                  <a:pt x="2038475" y="364809"/>
                </a:moveTo>
                <a:cubicBezTo>
                  <a:pt x="2059482" y="364447"/>
                  <a:pt x="2068899" y="368793"/>
                  <a:pt x="2058935" y="373681"/>
                </a:cubicBezTo>
                <a:cubicBezTo>
                  <a:pt x="2040268" y="380289"/>
                  <a:pt x="2020603" y="383597"/>
                  <a:pt x="2000811" y="383460"/>
                </a:cubicBezTo>
                <a:cubicBezTo>
                  <a:pt x="1980166" y="383460"/>
                  <a:pt x="1972020" y="378933"/>
                  <a:pt x="1982705" y="373863"/>
                </a:cubicBezTo>
                <a:cubicBezTo>
                  <a:pt x="2000704" y="367907"/>
                  <a:pt x="2019518" y="364850"/>
                  <a:pt x="2038475" y="364809"/>
                </a:cubicBezTo>
                <a:close/>
                <a:moveTo>
                  <a:pt x="1897962" y="361911"/>
                </a:moveTo>
                <a:cubicBezTo>
                  <a:pt x="1914803" y="362454"/>
                  <a:pt x="1920775" y="365532"/>
                  <a:pt x="1911360" y="369878"/>
                </a:cubicBezTo>
                <a:cubicBezTo>
                  <a:pt x="1895045" y="375454"/>
                  <a:pt x="1877898" y="378268"/>
                  <a:pt x="1860660" y="378209"/>
                </a:cubicBezTo>
                <a:cubicBezTo>
                  <a:pt x="1841283" y="378209"/>
                  <a:pt x="1835307" y="374407"/>
                  <a:pt x="1847077" y="369698"/>
                </a:cubicBezTo>
                <a:cubicBezTo>
                  <a:pt x="1863537" y="364489"/>
                  <a:pt x="1880703" y="361861"/>
                  <a:pt x="1897962" y="361911"/>
                </a:cubicBezTo>
                <a:close/>
                <a:moveTo>
                  <a:pt x="5545027" y="361006"/>
                </a:moveTo>
                <a:cubicBezTo>
                  <a:pt x="5570826" y="360463"/>
                  <a:pt x="5596502" y="364763"/>
                  <a:pt x="5620716" y="373683"/>
                </a:cubicBezTo>
                <a:cubicBezTo>
                  <a:pt x="5633393" y="380926"/>
                  <a:pt x="5618907" y="387444"/>
                  <a:pt x="5590295" y="387444"/>
                </a:cubicBezTo>
                <a:cubicBezTo>
                  <a:pt x="5564460" y="388163"/>
                  <a:pt x="5538753" y="383538"/>
                  <a:pt x="5514787" y="373863"/>
                </a:cubicBezTo>
                <a:cubicBezTo>
                  <a:pt x="5504285" y="367164"/>
                  <a:pt x="5518408" y="361187"/>
                  <a:pt x="5545027" y="361006"/>
                </a:cubicBezTo>
                <a:close/>
                <a:moveTo>
                  <a:pt x="1752733" y="360643"/>
                </a:moveTo>
                <a:cubicBezTo>
                  <a:pt x="1766497" y="361006"/>
                  <a:pt x="1769937" y="363904"/>
                  <a:pt x="1759438" y="367886"/>
                </a:cubicBezTo>
                <a:cubicBezTo>
                  <a:pt x="1744988" y="372211"/>
                  <a:pt x="1729975" y="374287"/>
                  <a:pt x="1714889" y="374044"/>
                </a:cubicBezTo>
                <a:cubicBezTo>
                  <a:pt x="1698774" y="374044"/>
                  <a:pt x="1695877" y="370603"/>
                  <a:pt x="1708373" y="366438"/>
                </a:cubicBezTo>
                <a:cubicBezTo>
                  <a:pt x="1722766" y="362221"/>
                  <a:pt x="1737741" y="360267"/>
                  <a:pt x="1752733" y="360643"/>
                </a:cubicBezTo>
                <a:close/>
                <a:moveTo>
                  <a:pt x="1601529" y="358109"/>
                </a:moveTo>
                <a:cubicBezTo>
                  <a:pt x="1613300" y="357929"/>
                  <a:pt x="1616920" y="360282"/>
                  <a:pt x="1608954" y="363360"/>
                </a:cubicBezTo>
                <a:cubicBezTo>
                  <a:pt x="1597219" y="366969"/>
                  <a:pt x="1585016" y="368740"/>
                  <a:pt x="1572739" y="368613"/>
                </a:cubicBezTo>
                <a:cubicBezTo>
                  <a:pt x="1561692" y="368613"/>
                  <a:pt x="1558433" y="366440"/>
                  <a:pt x="1565313" y="363543"/>
                </a:cubicBezTo>
                <a:cubicBezTo>
                  <a:pt x="1577047" y="359898"/>
                  <a:pt x="1589252" y="358065"/>
                  <a:pt x="1601529" y="358109"/>
                </a:cubicBezTo>
                <a:close/>
                <a:moveTo>
                  <a:pt x="5390929" y="357746"/>
                </a:moveTo>
                <a:cubicBezTo>
                  <a:pt x="5417102" y="356411"/>
                  <a:pt x="5443234" y="361056"/>
                  <a:pt x="5467345" y="371327"/>
                </a:cubicBezTo>
                <a:cubicBezTo>
                  <a:pt x="5479839" y="379475"/>
                  <a:pt x="5464990" y="385450"/>
                  <a:pt x="5431130" y="385450"/>
                </a:cubicBezTo>
                <a:cubicBezTo>
                  <a:pt x="5405305" y="386556"/>
                  <a:pt x="5379565" y="381853"/>
                  <a:pt x="5355801" y="371688"/>
                </a:cubicBezTo>
                <a:cubicBezTo>
                  <a:pt x="5344573" y="363721"/>
                  <a:pt x="5359240" y="357746"/>
                  <a:pt x="5390929" y="357746"/>
                </a:cubicBezTo>
                <a:close/>
                <a:moveTo>
                  <a:pt x="4562319" y="356841"/>
                </a:moveTo>
                <a:cubicBezTo>
                  <a:pt x="4546488" y="366319"/>
                  <a:pt x="4528240" y="370975"/>
                  <a:pt x="4509805" y="370241"/>
                </a:cubicBezTo>
                <a:cubicBezTo>
                  <a:pt x="4521938" y="372595"/>
                  <a:pt x="4535337" y="374587"/>
                  <a:pt x="4546021" y="377304"/>
                </a:cubicBezTo>
                <a:cubicBezTo>
                  <a:pt x="4554138" y="380026"/>
                  <a:pt x="4562064" y="383294"/>
                  <a:pt x="4569742" y="387081"/>
                </a:cubicBezTo>
                <a:cubicBezTo>
                  <a:pt x="4579158" y="378752"/>
                  <a:pt x="4602517" y="374587"/>
                  <a:pt x="4635111" y="374044"/>
                </a:cubicBezTo>
                <a:cubicBezTo>
                  <a:pt x="4619720" y="371690"/>
                  <a:pt x="4603422" y="369878"/>
                  <a:pt x="4591472" y="367164"/>
                </a:cubicBezTo>
                <a:cubicBezTo>
                  <a:pt x="4581558" y="364304"/>
                  <a:pt x="4571822" y="360858"/>
                  <a:pt x="4562319" y="356841"/>
                </a:cubicBezTo>
                <a:close/>
                <a:moveTo>
                  <a:pt x="4413835" y="356841"/>
                </a:moveTo>
                <a:lnTo>
                  <a:pt x="4371281" y="367344"/>
                </a:lnTo>
                <a:lnTo>
                  <a:pt x="4413835" y="378570"/>
                </a:lnTo>
                <a:cubicBezTo>
                  <a:pt x="4430101" y="372728"/>
                  <a:pt x="4447252" y="369724"/>
                  <a:pt x="4464537" y="369698"/>
                </a:cubicBezTo>
                <a:close/>
                <a:moveTo>
                  <a:pt x="1456657" y="356841"/>
                </a:moveTo>
                <a:cubicBezTo>
                  <a:pt x="1464263" y="357021"/>
                  <a:pt x="1465712" y="358833"/>
                  <a:pt x="1459735" y="360825"/>
                </a:cubicBezTo>
                <a:cubicBezTo>
                  <a:pt x="1451243" y="363234"/>
                  <a:pt x="1442479" y="364512"/>
                  <a:pt x="1433659" y="364628"/>
                </a:cubicBezTo>
                <a:cubicBezTo>
                  <a:pt x="1425511" y="364628"/>
                  <a:pt x="1422977" y="362816"/>
                  <a:pt x="1428409" y="360825"/>
                </a:cubicBezTo>
                <a:cubicBezTo>
                  <a:pt x="1437589" y="358156"/>
                  <a:pt x="1447096" y="356814"/>
                  <a:pt x="1456657" y="356841"/>
                </a:cubicBezTo>
                <a:close/>
                <a:moveTo>
                  <a:pt x="6603426" y="355936"/>
                </a:moveTo>
                <a:cubicBezTo>
                  <a:pt x="6614199" y="356131"/>
                  <a:pt x="6624900" y="357652"/>
                  <a:pt x="6635295" y="360462"/>
                </a:cubicBezTo>
                <a:cubicBezTo>
                  <a:pt x="6642175" y="362635"/>
                  <a:pt x="6640546" y="365171"/>
                  <a:pt x="6631854" y="365352"/>
                </a:cubicBezTo>
                <a:cubicBezTo>
                  <a:pt x="6620229" y="365384"/>
                  <a:pt x="6608640" y="363800"/>
                  <a:pt x="6597450" y="360645"/>
                </a:cubicBezTo>
                <a:cubicBezTo>
                  <a:pt x="6591473" y="358289"/>
                  <a:pt x="6594553" y="356116"/>
                  <a:pt x="6603426" y="355936"/>
                </a:cubicBezTo>
                <a:close/>
                <a:moveTo>
                  <a:pt x="4260823" y="354307"/>
                </a:moveTo>
                <a:lnTo>
                  <a:pt x="4226780" y="363723"/>
                </a:lnTo>
                <a:lnTo>
                  <a:pt x="4262091" y="373682"/>
                </a:lnTo>
                <a:lnTo>
                  <a:pt x="4299211" y="366439"/>
                </a:lnTo>
                <a:close/>
                <a:moveTo>
                  <a:pt x="4108537" y="352858"/>
                </a:moveTo>
                <a:lnTo>
                  <a:pt x="4080470" y="361369"/>
                </a:lnTo>
                <a:lnTo>
                  <a:pt x="4106364" y="368068"/>
                </a:lnTo>
                <a:lnTo>
                  <a:pt x="4138053" y="361730"/>
                </a:lnTo>
                <a:close/>
                <a:moveTo>
                  <a:pt x="5235744" y="352857"/>
                </a:moveTo>
                <a:cubicBezTo>
                  <a:pt x="5262705" y="351596"/>
                  <a:pt x="5289594" y="356552"/>
                  <a:pt x="5314333" y="367343"/>
                </a:cubicBezTo>
                <a:cubicBezTo>
                  <a:pt x="5325741" y="375491"/>
                  <a:pt x="5308358" y="382192"/>
                  <a:pt x="5274676" y="382192"/>
                </a:cubicBezTo>
                <a:cubicBezTo>
                  <a:pt x="5247430" y="383700"/>
                  <a:pt x="5220222" y="378607"/>
                  <a:pt x="5195366" y="367343"/>
                </a:cubicBezTo>
                <a:cubicBezTo>
                  <a:pt x="5185225" y="359195"/>
                  <a:pt x="5203151" y="352857"/>
                  <a:pt x="5235744" y="352857"/>
                </a:cubicBezTo>
                <a:close/>
                <a:moveTo>
                  <a:pt x="6441360" y="350683"/>
                </a:moveTo>
                <a:cubicBezTo>
                  <a:pt x="6455285" y="350843"/>
                  <a:pt x="6469137" y="352976"/>
                  <a:pt x="6482465" y="357021"/>
                </a:cubicBezTo>
                <a:cubicBezTo>
                  <a:pt x="6489889" y="360099"/>
                  <a:pt x="6483914" y="363177"/>
                  <a:pt x="6470876" y="362996"/>
                </a:cubicBezTo>
                <a:cubicBezTo>
                  <a:pt x="6457567" y="362538"/>
                  <a:pt x="6444366" y="360409"/>
                  <a:pt x="6431581" y="356658"/>
                </a:cubicBezTo>
                <a:cubicBezTo>
                  <a:pt x="6423433" y="353580"/>
                  <a:pt x="6428322" y="350503"/>
                  <a:pt x="6441360" y="350683"/>
                </a:cubicBezTo>
                <a:close/>
                <a:moveTo>
                  <a:pt x="5078571" y="349236"/>
                </a:moveTo>
                <a:cubicBezTo>
                  <a:pt x="5111708" y="349236"/>
                  <a:pt x="5149373" y="356480"/>
                  <a:pt x="5159150" y="364628"/>
                </a:cubicBezTo>
                <a:cubicBezTo>
                  <a:pt x="5168929" y="372775"/>
                  <a:pt x="5146837" y="380925"/>
                  <a:pt x="5111526" y="380562"/>
                </a:cubicBezTo>
                <a:cubicBezTo>
                  <a:pt x="5076217" y="380201"/>
                  <a:pt x="5039095" y="372595"/>
                  <a:pt x="5031310" y="364266"/>
                </a:cubicBezTo>
                <a:cubicBezTo>
                  <a:pt x="5023523" y="355936"/>
                  <a:pt x="5045433" y="349056"/>
                  <a:pt x="5078571" y="349236"/>
                </a:cubicBezTo>
                <a:close/>
                <a:moveTo>
                  <a:pt x="3957519" y="349236"/>
                </a:moveTo>
                <a:lnTo>
                  <a:pt x="3921304" y="356660"/>
                </a:lnTo>
                <a:lnTo>
                  <a:pt x="3955164" y="365352"/>
                </a:lnTo>
                <a:lnTo>
                  <a:pt x="3986672" y="358833"/>
                </a:lnTo>
                <a:close/>
                <a:moveTo>
                  <a:pt x="3427504" y="348873"/>
                </a:moveTo>
                <a:cubicBezTo>
                  <a:pt x="3466436" y="348693"/>
                  <a:pt x="3493599" y="355936"/>
                  <a:pt x="3487622" y="365894"/>
                </a:cubicBezTo>
                <a:cubicBezTo>
                  <a:pt x="3481647" y="376034"/>
                  <a:pt x="3445975" y="384002"/>
                  <a:pt x="3404326" y="384002"/>
                </a:cubicBezTo>
                <a:cubicBezTo>
                  <a:pt x="3362679" y="384002"/>
                  <a:pt x="3338053" y="376034"/>
                  <a:pt x="3346020" y="365894"/>
                </a:cubicBezTo>
                <a:cubicBezTo>
                  <a:pt x="3353987" y="355753"/>
                  <a:pt x="3388574" y="349054"/>
                  <a:pt x="3427504" y="348873"/>
                </a:cubicBezTo>
                <a:close/>
                <a:moveTo>
                  <a:pt x="6277122" y="346882"/>
                </a:moveTo>
                <a:cubicBezTo>
                  <a:pt x="6292987" y="346982"/>
                  <a:pt x="6308764" y="349235"/>
                  <a:pt x="6324022" y="353581"/>
                </a:cubicBezTo>
                <a:cubicBezTo>
                  <a:pt x="6334886" y="357203"/>
                  <a:pt x="6330902" y="361187"/>
                  <a:pt x="6315872" y="361549"/>
                </a:cubicBezTo>
                <a:cubicBezTo>
                  <a:pt x="6299081" y="361572"/>
                  <a:pt x="6282375" y="359193"/>
                  <a:pt x="6266257" y="354488"/>
                </a:cubicBezTo>
                <a:cubicBezTo>
                  <a:pt x="6256478" y="350684"/>
                  <a:pt x="6261912" y="346882"/>
                  <a:pt x="6277122" y="346882"/>
                </a:cubicBezTo>
                <a:close/>
                <a:moveTo>
                  <a:pt x="3283186" y="346881"/>
                </a:moveTo>
                <a:cubicBezTo>
                  <a:pt x="3319038" y="346701"/>
                  <a:pt x="3344028" y="353039"/>
                  <a:pt x="3337870" y="362455"/>
                </a:cubicBezTo>
                <a:cubicBezTo>
                  <a:pt x="3331532" y="371328"/>
                  <a:pt x="3292963" y="379476"/>
                  <a:pt x="3255660" y="380563"/>
                </a:cubicBezTo>
                <a:cubicBezTo>
                  <a:pt x="3218359" y="381649"/>
                  <a:pt x="3193008" y="372596"/>
                  <a:pt x="3201337" y="363541"/>
                </a:cubicBezTo>
                <a:cubicBezTo>
                  <a:pt x="3209667" y="354488"/>
                  <a:pt x="3247332" y="347062"/>
                  <a:pt x="3283186" y="346881"/>
                </a:cubicBezTo>
                <a:close/>
                <a:moveTo>
                  <a:pt x="3812657" y="344347"/>
                </a:moveTo>
                <a:lnTo>
                  <a:pt x="3758334" y="354850"/>
                </a:lnTo>
                <a:lnTo>
                  <a:pt x="3796359" y="366439"/>
                </a:lnTo>
                <a:cubicBezTo>
                  <a:pt x="3802517" y="364627"/>
                  <a:pt x="3808853" y="362274"/>
                  <a:pt x="3816640" y="360462"/>
                </a:cubicBezTo>
                <a:cubicBezTo>
                  <a:pt x="3824427" y="358652"/>
                  <a:pt x="3834748" y="357204"/>
                  <a:pt x="3842535" y="355755"/>
                </a:cubicBezTo>
                <a:close/>
                <a:moveTo>
                  <a:pt x="4927913" y="344347"/>
                </a:moveTo>
                <a:cubicBezTo>
                  <a:pt x="4965757" y="344347"/>
                  <a:pt x="4998534" y="351951"/>
                  <a:pt x="5007767" y="361367"/>
                </a:cubicBezTo>
                <a:cubicBezTo>
                  <a:pt x="5016459" y="370602"/>
                  <a:pt x="4994188" y="377303"/>
                  <a:pt x="4955075" y="377121"/>
                </a:cubicBezTo>
                <a:cubicBezTo>
                  <a:pt x="4915963" y="376940"/>
                  <a:pt x="4882645" y="369517"/>
                  <a:pt x="4875401" y="360101"/>
                </a:cubicBezTo>
                <a:cubicBezTo>
                  <a:pt x="4868158" y="350685"/>
                  <a:pt x="4890068" y="344347"/>
                  <a:pt x="4927913" y="344347"/>
                </a:cubicBezTo>
                <a:close/>
                <a:moveTo>
                  <a:pt x="3138324" y="343804"/>
                </a:moveTo>
                <a:cubicBezTo>
                  <a:pt x="3173090" y="343804"/>
                  <a:pt x="3194820" y="350866"/>
                  <a:pt x="3186852" y="359377"/>
                </a:cubicBezTo>
                <a:cubicBezTo>
                  <a:pt x="3178885" y="367886"/>
                  <a:pt x="3141584" y="375492"/>
                  <a:pt x="3106454" y="375310"/>
                </a:cubicBezTo>
                <a:cubicBezTo>
                  <a:pt x="3070239" y="375310"/>
                  <a:pt x="3049234" y="368069"/>
                  <a:pt x="3058650" y="359377"/>
                </a:cubicBezTo>
                <a:cubicBezTo>
                  <a:pt x="3068066" y="350684"/>
                  <a:pt x="3103557" y="343804"/>
                  <a:pt x="3138324" y="343804"/>
                </a:cubicBezTo>
                <a:close/>
                <a:moveTo>
                  <a:pt x="2993101" y="342354"/>
                </a:moveTo>
                <a:cubicBezTo>
                  <a:pt x="3027324" y="342535"/>
                  <a:pt x="3043803" y="348329"/>
                  <a:pt x="3035292" y="356479"/>
                </a:cubicBezTo>
                <a:cubicBezTo>
                  <a:pt x="3026780" y="364627"/>
                  <a:pt x="2993281" y="371690"/>
                  <a:pt x="2957971" y="371690"/>
                </a:cubicBezTo>
                <a:cubicBezTo>
                  <a:pt x="2921755" y="371690"/>
                  <a:pt x="2903647" y="365171"/>
                  <a:pt x="2915236" y="356660"/>
                </a:cubicBezTo>
                <a:cubicBezTo>
                  <a:pt x="2926825" y="348149"/>
                  <a:pt x="2958876" y="342174"/>
                  <a:pt x="2993101" y="342354"/>
                </a:cubicBezTo>
                <a:close/>
                <a:moveTo>
                  <a:pt x="6117231" y="342174"/>
                </a:moveTo>
                <a:cubicBezTo>
                  <a:pt x="6135663" y="341659"/>
                  <a:pt x="6154045" y="344355"/>
                  <a:pt x="6171554" y="350142"/>
                </a:cubicBezTo>
                <a:cubicBezTo>
                  <a:pt x="6182238" y="355029"/>
                  <a:pt x="6176624" y="358289"/>
                  <a:pt x="6157611" y="358470"/>
                </a:cubicBezTo>
                <a:cubicBezTo>
                  <a:pt x="6139855" y="358805"/>
                  <a:pt x="6122170" y="356174"/>
                  <a:pt x="6105280" y="350683"/>
                </a:cubicBezTo>
                <a:cubicBezTo>
                  <a:pt x="6093872" y="345976"/>
                  <a:pt x="6098942" y="342536"/>
                  <a:pt x="6117231" y="342174"/>
                </a:cubicBezTo>
                <a:close/>
                <a:moveTo>
                  <a:pt x="4775446" y="341450"/>
                </a:moveTo>
                <a:cubicBezTo>
                  <a:pt x="4813111" y="341450"/>
                  <a:pt x="4850051" y="348873"/>
                  <a:pt x="4858200" y="358109"/>
                </a:cubicBezTo>
                <a:cubicBezTo>
                  <a:pt x="4866348" y="367344"/>
                  <a:pt x="4841902" y="376217"/>
                  <a:pt x="4802970" y="376217"/>
                </a:cubicBezTo>
                <a:cubicBezTo>
                  <a:pt x="4764040" y="376217"/>
                  <a:pt x="4726556" y="368430"/>
                  <a:pt x="4719494" y="358109"/>
                </a:cubicBezTo>
                <a:cubicBezTo>
                  <a:pt x="4712431" y="347788"/>
                  <a:pt x="4737782" y="341450"/>
                  <a:pt x="4775446" y="341450"/>
                </a:cubicBezTo>
                <a:close/>
                <a:moveTo>
                  <a:pt x="2844091" y="339097"/>
                </a:moveTo>
                <a:cubicBezTo>
                  <a:pt x="2874311" y="339097"/>
                  <a:pt x="2892599" y="345796"/>
                  <a:pt x="2882642" y="353039"/>
                </a:cubicBezTo>
                <a:cubicBezTo>
                  <a:pt x="2858188" y="363396"/>
                  <a:pt x="2831710" y="368160"/>
                  <a:pt x="2805160" y="366982"/>
                </a:cubicBezTo>
                <a:cubicBezTo>
                  <a:pt x="2774195" y="366982"/>
                  <a:pt x="2757355" y="359558"/>
                  <a:pt x="2768944" y="352315"/>
                </a:cubicBezTo>
                <a:cubicBezTo>
                  <a:pt x="2792847" y="342870"/>
                  <a:pt x="2818405" y="338372"/>
                  <a:pt x="2844091" y="339097"/>
                </a:cubicBezTo>
                <a:close/>
                <a:moveTo>
                  <a:pt x="5965850" y="338553"/>
                </a:moveTo>
                <a:cubicBezTo>
                  <a:pt x="5985220" y="338177"/>
                  <a:pt x="6004495" y="341369"/>
                  <a:pt x="6022709" y="347969"/>
                </a:cubicBezTo>
                <a:cubicBezTo>
                  <a:pt x="6033935" y="353401"/>
                  <a:pt x="6025606" y="357203"/>
                  <a:pt x="6002790" y="357022"/>
                </a:cubicBezTo>
                <a:cubicBezTo>
                  <a:pt x="5983284" y="357416"/>
                  <a:pt x="5963878" y="354159"/>
                  <a:pt x="5945569" y="347426"/>
                </a:cubicBezTo>
                <a:cubicBezTo>
                  <a:pt x="5935067" y="342175"/>
                  <a:pt x="5943396" y="338553"/>
                  <a:pt x="5965850" y="338553"/>
                </a:cubicBezTo>
                <a:close/>
                <a:moveTo>
                  <a:pt x="3667795" y="338191"/>
                </a:moveTo>
                <a:cubicBezTo>
                  <a:pt x="3657948" y="341413"/>
                  <a:pt x="3647908" y="344016"/>
                  <a:pt x="3637735" y="345976"/>
                </a:cubicBezTo>
                <a:cubicBezTo>
                  <a:pt x="3625422" y="348149"/>
                  <a:pt x="3609850" y="349417"/>
                  <a:pt x="3594640" y="351046"/>
                </a:cubicBezTo>
                <a:cubicBezTo>
                  <a:pt x="3612480" y="350126"/>
                  <a:pt x="3630084" y="355438"/>
                  <a:pt x="3644435" y="366076"/>
                </a:cubicBezTo>
                <a:cubicBezTo>
                  <a:pt x="3664546" y="358278"/>
                  <a:pt x="3685882" y="354107"/>
                  <a:pt x="3707450" y="353763"/>
                </a:cubicBezTo>
                <a:cubicBezTo>
                  <a:pt x="3698220" y="351888"/>
                  <a:pt x="3689093" y="349531"/>
                  <a:pt x="3680109" y="346700"/>
                </a:cubicBezTo>
                <a:cubicBezTo>
                  <a:pt x="3675540" y="344602"/>
                  <a:pt x="3671373" y="341721"/>
                  <a:pt x="3667795" y="338191"/>
                </a:cubicBezTo>
                <a:close/>
                <a:moveTo>
                  <a:pt x="2700497" y="337645"/>
                </a:moveTo>
                <a:cubicBezTo>
                  <a:pt x="2727838" y="337645"/>
                  <a:pt x="2743231" y="343259"/>
                  <a:pt x="2734179" y="349959"/>
                </a:cubicBezTo>
                <a:cubicBezTo>
                  <a:pt x="2711325" y="359768"/>
                  <a:pt x="2686592" y="364348"/>
                  <a:pt x="2661749" y="363360"/>
                </a:cubicBezTo>
                <a:cubicBezTo>
                  <a:pt x="2633137" y="363360"/>
                  <a:pt x="2617923" y="357565"/>
                  <a:pt x="2628065" y="350502"/>
                </a:cubicBezTo>
                <a:cubicBezTo>
                  <a:pt x="2651008" y="341100"/>
                  <a:pt x="2675707" y="336716"/>
                  <a:pt x="2700497" y="337645"/>
                </a:cubicBezTo>
                <a:close/>
                <a:moveTo>
                  <a:pt x="2557446" y="334930"/>
                </a:moveTo>
                <a:cubicBezTo>
                  <a:pt x="2584789" y="334930"/>
                  <a:pt x="2597648" y="339639"/>
                  <a:pt x="2587325" y="346338"/>
                </a:cubicBezTo>
                <a:cubicBezTo>
                  <a:pt x="2566050" y="355083"/>
                  <a:pt x="2543144" y="359157"/>
                  <a:pt x="2520146" y="358291"/>
                </a:cubicBezTo>
                <a:cubicBezTo>
                  <a:pt x="2491895" y="358291"/>
                  <a:pt x="2479400" y="353220"/>
                  <a:pt x="2490629" y="346519"/>
                </a:cubicBezTo>
                <a:cubicBezTo>
                  <a:pt x="2511850" y="338015"/>
                  <a:pt x="2534611" y="334065"/>
                  <a:pt x="2557446" y="334930"/>
                </a:cubicBezTo>
                <a:close/>
                <a:moveTo>
                  <a:pt x="5811934" y="334567"/>
                </a:moveTo>
                <a:cubicBezTo>
                  <a:pt x="5832286" y="334106"/>
                  <a:pt x="5852547" y="337421"/>
                  <a:pt x="5871689" y="344346"/>
                </a:cubicBezTo>
                <a:cubicBezTo>
                  <a:pt x="5882554" y="349960"/>
                  <a:pt x="5872777" y="354306"/>
                  <a:pt x="5849236" y="354306"/>
                </a:cubicBezTo>
                <a:cubicBezTo>
                  <a:pt x="5827845" y="355063"/>
                  <a:pt x="5806511" y="351681"/>
                  <a:pt x="5786401" y="344346"/>
                </a:cubicBezTo>
                <a:cubicBezTo>
                  <a:pt x="5775899" y="338552"/>
                  <a:pt x="5786401" y="334206"/>
                  <a:pt x="5811934" y="334567"/>
                </a:cubicBezTo>
                <a:close/>
                <a:moveTo>
                  <a:pt x="2416027" y="333120"/>
                </a:moveTo>
                <a:cubicBezTo>
                  <a:pt x="2439929" y="333120"/>
                  <a:pt x="2451338" y="338190"/>
                  <a:pt x="2440650" y="343984"/>
                </a:cubicBezTo>
                <a:cubicBezTo>
                  <a:pt x="2419811" y="351716"/>
                  <a:pt x="2397685" y="355404"/>
                  <a:pt x="2375465" y="354849"/>
                </a:cubicBezTo>
                <a:cubicBezTo>
                  <a:pt x="2351019" y="354849"/>
                  <a:pt x="2339249" y="349598"/>
                  <a:pt x="2351380" y="343803"/>
                </a:cubicBezTo>
                <a:cubicBezTo>
                  <a:pt x="2372115" y="336399"/>
                  <a:pt x="2394007" y="332781"/>
                  <a:pt x="2416027" y="333120"/>
                </a:cubicBezTo>
                <a:close/>
                <a:moveTo>
                  <a:pt x="2275512" y="330403"/>
                </a:moveTo>
                <a:cubicBezTo>
                  <a:pt x="2296695" y="330403"/>
                  <a:pt x="2307198" y="335292"/>
                  <a:pt x="2296516" y="340362"/>
                </a:cubicBezTo>
                <a:cubicBezTo>
                  <a:pt x="2277267" y="346849"/>
                  <a:pt x="2257075" y="350092"/>
                  <a:pt x="2236760" y="349959"/>
                </a:cubicBezTo>
                <a:cubicBezTo>
                  <a:pt x="2214849" y="349959"/>
                  <a:pt x="2204707" y="344889"/>
                  <a:pt x="2216118" y="339819"/>
                </a:cubicBezTo>
                <a:cubicBezTo>
                  <a:pt x="2235293" y="333538"/>
                  <a:pt x="2255337" y="330359"/>
                  <a:pt x="2275512" y="330403"/>
                </a:cubicBezTo>
                <a:close/>
                <a:moveTo>
                  <a:pt x="5656027" y="330224"/>
                </a:moveTo>
                <a:cubicBezTo>
                  <a:pt x="5678959" y="329859"/>
                  <a:pt x="5701772" y="333601"/>
                  <a:pt x="5723388" y="341270"/>
                </a:cubicBezTo>
                <a:cubicBezTo>
                  <a:pt x="5734794" y="347425"/>
                  <a:pt x="5723388" y="352678"/>
                  <a:pt x="5697130" y="352678"/>
                </a:cubicBezTo>
                <a:cubicBezTo>
                  <a:pt x="5674688" y="353020"/>
                  <a:pt x="5652365" y="349340"/>
                  <a:pt x="5631218" y="341813"/>
                </a:cubicBezTo>
                <a:cubicBezTo>
                  <a:pt x="5619629" y="335836"/>
                  <a:pt x="5631400" y="330405"/>
                  <a:pt x="5656027" y="330224"/>
                </a:cubicBezTo>
                <a:close/>
                <a:moveTo>
                  <a:pt x="2127022" y="328954"/>
                </a:moveTo>
                <a:cubicBezTo>
                  <a:pt x="2146764" y="328774"/>
                  <a:pt x="2155637" y="332757"/>
                  <a:pt x="2146764" y="337285"/>
                </a:cubicBezTo>
                <a:cubicBezTo>
                  <a:pt x="2129305" y="343414"/>
                  <a:pt x="2110926" y="346477"/>
                  <a:pt x="2092439" y="346338"/>
                </a:cubicBezTo>
                <a:cubicBezTo>
                  <a:pt x="2072700" y="346338"/>
                  <a:pt x="2064370" y="342173"/>
                  <a:pt x="2074329" y="337466"/>
                </a:cubicBezTo>
                <a:cubicBezTo>
                  <a:pt x="2091350" y="331939"/>
                  <a:pt x="2109133" y="329067"/>
                  <a:pt x="2127022" y="328954"/>
                </a:cubicBezTo>
                <a:close/>
                <a:moveTo>
                  <a:pt x="1988498" y="326240"/>
                </a:moveTo>
                <a:cubicBezTo>
                  <a:pt x="2006607" y="326240"/>
                  <a:pt x="2012764" y="329317"/>
                  <a:pt x="2004252" y="333302"/>
                </a:cubicBezTo>
                <a:cubicBezTo>
                  <a:pt x="1988247" y="338823"/>
                  <a:pt x="1971386" y="341519"/>
                  <a:pt x="1954457" y="341269"/>
                </a:cubicBezTo>
                <a:cubicBezTo>
                  <a:pt x="1937257" y="341269"/>
                  <a:pt x="1931279" y="337829"/>
                  <a:pt x="1940877" y="333663"/>
                </a:cubicBezTo>
                <a:cubicBezTo>
                  <a:pt x="1956267" y="328740"/>
                  <a:pt x="1972330" y="326236"/>
                  <a:pt x="1988498" y="326240"/>
                </a:cubicBezTo>
                <a:close/>
                <a:moveTo>
                  <a:pt x="1848525" y="326239"/>
                </a:moveTo>
                <a:cubicBezTo>
                  <a:pt x="1862651" y="326239"/>
                  <a:pt x="1866634" y="328956"/>
                  <a:pt x="1858484" y="332395"/>
                </a:cubicBezTo>
                <a:cubicBezTo>
                  <a:pt x="1844994" y="336559"/>
                  <a:pt x="1830962" y="338635"/>
                  <a:pt x="1816840" y="338553"/>
                </a:cubicBezTo>
                <a:cubicBezTo>
                  <a:pt x="1802531" y="338553"/>
                  <a:pt x="1798731" y="335655"/>
                  <a:pt x="1807241" y="332214"/>
                </a:cubicBezTo>
                <a:cubicBezTo>
                  <a:pt x="1820604" y="328074"/>
                  <a:pt x="1834529" y="326058"/>
                  <a:pt x="1848525" y="326239"/>
                </a:cubicBezTo>
                <a:close/>
                <a:moveTo>
                  <a:pt x="5499756" y="325696"/>
                </a:moveTo>
                <a:cubicBezTo>
                  <a:pt x="5523413" y="325154"/>
                  <a:pt x="5546956" y="329148"/>
                  <a:pt x="5569107" y="337466"/>
                </a:cubicBezTo>
                <a:cubicBezTo>
                  <a:pt x="5580335" y="343804"/>
                  <a:pt x="5566935" y="349599"/>
                  <a:pt x="5540318" y="349779"/>
                </a:cubicBezTo>
                <a:cubicBezTo>
                  <a:pt x="5516182" y="350426"/>
                  <a:pt x="5492144" y="346431"/>
                  <a:pt x="5469516" y="338009"/>
                </a:cubicBezTo>
                <a:cubicBezTo>
                  <a:pt x="5458108" y="331491"/>
                  <a:pt x="5472594" y="325696"/>
                  <a:pt x="5499756" y="325696"/>
                </a:cubicBezTo>
                <a:close/>
                <a:moveTo>
                  <a:pt x="1709632" y="322799"/>
                </a:moveTo>
                <a:cubicBezTo>
                  <a:pt x="1721584" y="322799"/>
                  <a:pt x="1725387" y="324971"/>
                  <a:pt x="1718143" y="327688"/>
                </a:cubicBezTo>
                <a:cubicBezTo>
                  <a:pt x="1707009" y="331117"/>
                  <a:pt x="1695399" y="332767"/>
                  <a:pt x="1683738" y="332575"/>
                </a:cubicBezTo>
                <a:cubicBezTo>
                  <a:pt x="1671968" y="332575"/>
                  <a:pt x="1669252" y="330222"/>
                  <a:pt x="1677402" y="327325"/>
                </a:cubicBezTo>
                <a:cubicBezTo>
                  <a:pt x="1687884" y="324337"/>
                  <a:pt x="1698733" y="322814"/>
                  <a:pt x="1709632" y="322799"/>
                </a:cubicBezTo>
                <a:close/>
                <a:moveTo>
                  <a:pt x="1570198" y="322618"/>
                </a:moveTo>
                <a:cubicBezTo>
                  <a:pt x="1577802" y="321711"/>
                  <a:pt x="1579795" y="323342"/>
                  <a:pt x="1574544" y="326239"/>
                </a:cubicBezTo>
                <a:cubicBezTo>
                  <a:pt x="1566594" y="328475"/>
                  <a:pt x="1558355" y="329633"/>
                  <a:pt x="1550098" y="329679"/>
                </a:cubicBezTo>
                <a:cubicBezTo>
                  <a:pt x="1541045" y="329679"/>
                  <a:pt x="1538690" y="327869"/>
                  <a:pt x="1545389" y="325876"/>
                </a:cubicBezTo>
                <a:cubicBezTo>
                  <a:pt x="1553484" y="323720"/>
                  <a:pt x="1561815" y="322623"/>
                  <a:pt x="1570198" y="322618"/>
                </a:cubicBezTo>
                <a:close/>
                <a:moveTo>
                  <a:pt x="5351817" y="322617"/>
                </a:moveTo>
                <a:cubicBezTo>
                  <a:pt x="5375732" y="321538"/>
                  <a:pt x="5399576" y="325935"/>
                  <a:pt x="5421531" y="335474"/>
                </a:cubicBezTo>
                <a:cubicBezTo>
                  <a:pt x="5432759" y="342717"/>
                  <a:pt x="5417910" y="347968"/>
                  <a:pt x="5386945" y="347968"/>
                </a:cubicBezTo>
                <a:cubicBezTo>
                  <a:pt x="5362493" y="349196"/>
                  <a:pt x="5338087" y="344797"/>
                  <a:pt x="5315601" y="335111"/>
                </a:cubicBezTo>
                <a:cubicBezTo>
                  <a:pt x="5305098" y="327688"/>
                  <a:pt x="5320852" y="322437"/>
                  <a:pt x="5351817" y="322617"/>
                </a:cubicBezTo>
                <a:close/>
                <a:moveTo>
                  <a:pt x="6512886" y="320082"/>
                </a:moveTo>
                <a:cubicBezTo>
                  <a:pt x="6522627" y="320019"/>
                  <a:pt x="6532315" y="321361"/>
                  <a:pt x="6541676" y="324066"/>
                </a:cubicBezTo>
                <a:cubicBezTo>
                  <a:pt x="6547834" y="326239"/>
                  <a:pt x="6546929" y="327868"/>
                  <a:pt x="6536788" y="328049"/>
                </a:cubicBezTo>
                <a:cubicBezTo>
                  <a:pt x="6527028" y="328163"/>
                  <a:pt x="6517321" y="326758"/>
                  <a:pt x="6507996" y="323884"/>
                </a:cubicBezTo>
                <a:cubicBezTo>
                  <a:pt x="6501839" y="321711"/>
                  <a:pt x="6503831" y="320262"/>
                  <a:pt x="6512886" y="320082"/>
                </a:cubicBezTo>
                <a:close/>
                <a:moveTo>
                  <a:pt x="4406953" y="318635"/>
                </a:moveTo>
                <a:cubicBezTo>
                  <a:pt x="4393916" y="326239"/>
                  <a:pt x="4386129" y="327507"/>
                  <a:pt x="4348465" y="330765"/>
                </a:cubicBezTo>
                <a:cubicBezTo>
                  <a:pt x="4370553" y="330887"/>
                  <a:pt x="4392353" y="335765"/>
                  <a:pt x="4412386" y="345071"/>
                </a:cubicBezTo>
                <a:cubicBezTo>
                  <a:pt x="4430209" y="337351"/>
                  <a:pt x="4449459" y="333463"/>
                  <a:pt x="4468883" y="333663"/>
                </a:cubicBezTo>
                <a:cubicBezTo>
                  <a:pt x="4456569" y="331672"/>
                  <a:pt x="4442444" y="330041"/>
                  <a:pt x="4432667" y="327507"/>
                </a:cubicBezTo>
                <a:cubicBezTo>
                  <a:pt x="4423922" y="325076"/>
                  <a:pt x="4415335" y="322112"/>
                  <a:pt x="4406953" y="318635"/>
                </a:cubicBezTo>
                <a:close/>
                <a:moveTo>
                  <a:pt x="5202790" y="318092"/>
                </a:moveTo>
                <a:cubicBezTo>
                  <a:pt x="5227637" y="317263"/>
                  <a:pt x="5252363" y="321900"/>
                  <a:pt x="5275221" y="331671"/>
                </a:cubicBezTo>
                <a:cubicBezTo>
                  <a:pt x="5284637" y="338734"/>
                  <a:pt x="5267254" y="345072"/>
                  <a:pt x="5236652" y="345072"/>
                </a:cubicBezTo>
                <a:cubicBezTo>
                  <a:pt x="5210799" y="346346"/>
                  <a:pt x="5185005" y="341572"/>
                  <a:pt x="5161324" y="331129"/>
                </a:cubicBezTo>
                <a:cubicBezTo>
                  <a:pt x="5152632" y="323886"/>
                  <a:pt x="5172006" y="317729"/>
                  <a:pt x="5202790" y="318092"/>
                </a:cubicBezTo>
                <a:close/>
                <a:moveTo>
                  <a:pt x="6359513" y="316462"/>
                </a:moveTo>
                <a:cubicBezTo>
                  <a:pt x="6371904" y="316086"/>
                  <a:pt x="6384269" y="317800"/>
                  <a:pt x="6396090" y="321532"/>
                </a:cubicBezTo>
                <a:cubicBezTo>
                  <a:pt x="6404964" y="324791"/>
                  <a:pt x="6401704" y="326783"/>
                  <a:pt x="6387942" y="326783"/>
                </a:cubicBezTo>
                <a:cubicBezTo>
                  <a:pt x="6375647" y="327074"/>
                  <a:pt x="6363395" y="325236"/>
                  <a:pt x="6351726" y="321350"/>
                </a:cubicBezTo>
                <a:cubicBezTo>
                  <a:pt x="6344302" y="318452"/>
                  <a:pt x="6347380" y="316643"/>
                  <a:pt x="6359513" y="316462"/>
                </a:cubicBezTo>
                <a:close/>
                <a:moveTo>
                  <a:pt x="4263359" y="315737"/>
                </a:moveTo>
                <a:lnTo>
                  <a:pt x="4216261" y="327732"/>
                </a:lnTo>
                <a:lnTo>
                  <a:pt x="4214830" y="327326"/>
                </a:lnTo>
                <a:lnTo>
                  <a:pt x="4215011" y="328051"/>
                </a:lnTo>
                <a:lnTo>
                  <a:pt x="4216261" y="327732"/>
                </a:lnTo>
                <a:lnTo>
                  <a:pt x="4263359" y="341088"/>
                </a:lnTo>
                <a:cubicBezTo>
                  <a:pt x="4282393" y="333319"/>
                  <a:pt x="4302738" y="329262"/>
                  <a:pt x="4323296" y="329136"/>
                </a:cubicBezTo>
                <a:cubicBezTo>
                  <a:pt x="4302647" y="328509"/>
                  <a:pt x="4282309" y="323962"/>
                  <a:pt x="4263359" y="315737"/>
                </a:cubicBezTo>
                <a:close/>
                <a:moveTo>
                  <a:pt x="5055030" y="315736"/>
                </a:moveTo>
                <a:cubicBezTo>
                  <a:pt x="5086539" y="315736"/>
                  <a:pt x="5122935" y="322617"/>
                  <a:pt x="5130722" y="330402"/>
                </a:cubicBezTo>
                <a:cubicBezTo>
                  <a:pt x="5138507" y="338189"/>
                  <a:pt x="5118409" y="344347"/>
                  <a:pt x="5085815" y="344347"/>
                </a:cubicBezTo>
                <a:cubicBezTo>
                  <a:pt x="5051953" y="344347"/>
                  <a:pt x="5016461" y="337104"/>
                  <a:pt x="5009762" y="329317"/>
                </a:cubicBezTo>
                <a:cubicBezTo>
                  <a:pt x="5003061" y="321530"/>
                  <a:pt x="5023524" y="315736"/>
                  <a:pt x="5055030" y="315736"/>
                </a:cubicBezTo>
                <a:close/>
                <a:moveTo>
                  <a:pt x="3467524" y="314288"/>
                </a:moveTo>
                <a:cubicBezTo>
                  <a:pt x="3505369" y="314288"/>
                  <a:pt x="3528910" y="321350"/>
                  <a:pt x="3524020" y="330042"/>
                </a:cubicBezTo>
                <a:cubicBezTo>
                  <a:pt x="3518950" y="339095"/>
                  <a:pt x="3485269" y="346338"/>
                  <a:pt x="3447424" y="346519"/>
                </a:cubicBezTo>
                <a:cubicBezTo>
                  <a:pt x="3409579" y="346701"/>
                  <a:pt x="3382055" y="339458"/>
                  <a:pt x="3388574" y="330223"/>
                </a:cubicBezTo>
                <a:cubicBezTo>
                  <a:pt x="3395093" y="320987"/>
                  <a:pt x="3429679" y="314288"/>
                  <a:pt x="3467524" y="314288"/>
                </a:cubicBezTo>
                <a:close/>
                <a:moveTo>
                  <a:pt x="4120489" y="313382"/>
                </a:moveTo>
                <a:cubicBezTo>
                  <a:pt x="4103927" y="320403"/>
                  <a:pt x="4086146" y="324095"/>
                  <a:pt x="4068156" y="324247"/>
                </a:cubicBezTo>
                <a:lnTo>
                  <a:pt x="4067432" y="324247"/>
                </a:lnTo>
                <a:lnTo>
                  <a:pt x="4111615" y="334387"/>
                </a:lnTo>
                <a:lnTo>
                  <a:pt x="4158153" y="325878"/>
                </a:lnTo>
                <a:cubicBezTo>
                  <a:pt x="4144779" y="324787"/>
                  <a:pt x="4131862" y="320502"/>
                  <a:pt x="4120489" y="313382"/>
                </a:cubicBezTo>
                <a:close/>
                <a:moveTo>
                  <a:pt x="6207044" y="311753"/>
                </a:moveTo>
                <a:cubicBezTo>
                  <a:pt x="6221316" y="311546"/>
                  <a:pt x="6235518" y="313749"/>
                  <a:pt x="6249054" y="318272"/>
                </a:cubicBezTo>
                <a:cubicBezTo>
                  <a:pt x="6258109" y="322074"/>
                  <a:pt x="6252676" y="324429"/>
                  <a:pt x="6235836" y="324246"/>
                </a:cubicBezTo>
                <a:cubicBezTo>
                  <a:pt x="6221608" y="324476"/>
                  <a:pt x="6207451" y="322209"/>
                  <a:pt x="6194007" y="317547"/>
                </a:cubicBezTo>
                <a:cubicBezTo>
                  <a:pt x="6186403" y="313926"/>
                  <a:pt x="6191473" y="311753"/>
                  <a:pt x="6207044" y="311753"/>
                </a:cubicBezTo>
                <a:close/>
                <a:moveTo>
                  <a:pt x="4909263" y="311570"/>
                </a:moveTo>
                <a:cubicBezTo>
                  <a:pt x="4944030" y="311753"/>
                  <a:pt x="4976080" y="317365"/>
                  <a:pt x="4984228" y="326239"/>
                </a:cubicBezTo>
                <a:cubicBezTo>
                  <a:pt x="4992559" y="334567"/>
                  <a:pt x="4971734" y="340906"/>
                  <a:pt x="4936063" y="340906"/>
                </a:cubicBezTo>
                <a:cubicBezTo>
                  <a:pt x="4900391" y="340906"/>
                  <a:pt x="4865985" y="334024"/>
                  <a:pt x="4859105" y="325332"/>
                </a:cubicBezTo>
                <a:cubicBezTo>
                  <a:pt x="4852223" y="316641"/>
                  <a:pt x="4874496" y="311390"/>
                  <a:pt x="4909263" y="311570"/>
                </a:cubicBezTo>
                <a:close/>
                <a:moveTo>
                  <a:pt x="3321754" y="311390"/>
                </a:moveTo>
                <a:cubicBezTo>
                  <a:pt x="3356702" y="311390"/>
                  <a:pt x="3380965" y="318633"/>
                  <a:pt x="3373541" y="326781"/>
                </a:cubicBezTo>
                <a:cubicBezTo>
                  <a:pt x="3366118" y="334931"/>
                  <a:pt x="3331351" y="342174"/>
                  <a:pt x="3296221" y="341992"/>
                </a:cubicBezTo>
                <a:cubicBezTo>
                  <a:pt x="3261093" y="341811"/>
                  <a:pt x="3236286" y="334568"/>
                  <a:pt x="3244795" y="326057"/>
                </a:cubicBezTo>
                <a:cubicBezTo>
                  <a:pt x="3253306" y="317547"/>
                  <a:pt x="3287529" y="311390"/>
                  <a:pt x="3321754" y="311390"/>
                </a:cubicBezTo>
                <a:close/>
                <a:moveTo>
                  <a:pt x="3979249" y="310485"/>
                </a:moveTo>
                <a:cubicBezTo>
                  <a:pt x="3970194" y="313021"/>
                  <a:pt x="3963314" y="315374"/>
                  <a:pt x="3954440" y="317186"/>
                </a:cubicBezTo>
                <a:cubicBezTo>
                  <a:pt x="3945567" y="318996"/>
                  <a:pt x="3935427" y="319901"/>
                  <a:pt x="3928184" y="320988"/>
                </a:cubicBezTo>
                <a:lnTo>
                  <a:pt x="3967660" y="331672"/>
                </a:lnTo>
                <a:cubicBezTo>
                  <a:pt x="3986338" y="326285"/>
                  <a:pt x="4005628" y="323302"/>
                  <a:pt x="4025061" y="322798"/>
                </a:cubicBezTo>
                <a:cubicBezTo>
                  <a:pt x="4009143" y="322631"/>
                  <a:pt x="3993497" y="318658"/>
                  <a:pt x="3979429" y="311209"/>
                </a:cubicBezTo>
                <a:close/>
                <a:moveTo>
                  <a:pt x="3181599" y="309761"/>
                </a:moveTo>
                <a:cubicBezTo>
                  <a:pt x="3214556" y="309761"/>
                  <a:pt x="3235198" y="316279"/>
                  <a:pt x="3228862" y="323884"/>
                </a:cubicBezTo>
                <a:cubicBezTo>
                  <a:pt x="3221980" y="331853"/>
                  <a:pt x="3186489" y="338733"/>
                  <a:pt x="3152447" y="338733"/>
                </a:cubicBezTo>
                <a:cubicBezTo>
                  <a:pt x="3118404" y="338733"/>
                  <a:pt x="3098123" y="332033"/>
                  <a:pt x="3105547" y="324247"/>
                </a:cubicBezTo>
                <a:cubicBezTo>
                  <a:pt x="3112973" y="316460"/>
                  <a:pt x="3148644" y="309761"/>
                  <a:pt x="3181599" y="309761"/>
                </a:cubicBezTo>
                <a:close/>
                <a:moveTo>
                  <a:pt x="6057112" y="308313"/>
                </a:moveTo>
                <a:cubicBezTo>
                  <a:pt x="6073017" y="308235"/>
                  <a:pt x="6088836" y="310619"/>
                  <a:pt x="6104012" y="315375"/>
                </a:cubicBezTo>
                <a:cubicBezTo>
                  <a:pt x="6114877" y="319721"/>
                  <a:pt x="6109445" y="322980"/>
                  <a:pt x="6091338" y="322980"/>
                </a:cubicBezTo>
                <a:cubicBezTo>
                  <a:pt x="6074627" y="323377"/>
                  <a:pt x="6057972" y="320927"/>
                  <a:pt x="6042084" y="315737"/>
                </a:cubicBezTo>
                <a:cubicBezTo>
                  <a:pt x="6032124" y="311391"/>
                  <a:pt x="6038643" y="308313"/>
                  <a:pt x="6057112" y="308313"/>
                </a:cubicBezTo>
                <a:close/>
                <a:moveTo>
                  <a:pt x="4763133" y="307588"/>
                </a:moveTo>
                <a:cubicBezTo>
                  <a:pt x="4797720" y="307588"/>
                  <a:pt x="4834659" y="314831"/>
                  <a:pt x="4841539" y="322979"/>
                </a:cubicBezTo>
                <a:cubicBezTo>
                  <a:pt x="4848421" y="331310"/>
                  <a:pt x="4823432" y="338733"/>
                  <a:pt x="4787216" y="338553"/>
                </a:cubicBezTo>
                <a:cubicBezTo>
                  <a:pt x="4751001" y="338370"/>
                  <a:pt x="4714785" y="330946"/>
                  <a:pt x="4708810" y="322618"/>
                </a:cubicBezTo>
                <a:cubicBezTo>
                  <a:pt x="4702835" y="314287"/>
                  <a:pt x="4728547" y="307588"/>
                  <a:pt x="4763133" y="307588"/>
                </a:cubicBezTo>
                <a:close/>
                <a:moveTo>
                  <a:pt x="3043257" y="307227"/>
                </a:moveTo>
                <a:cubicBezTo>
                  <a:pt x="3075489" y="307227"/>
                  <a:pt x="3092329" y="312841"/>
                  <a:pt x="3084725" y="320264"/>
                </a:cubicBezTo>
                <a:cubicBezTo>
                  <a:pt x="3076575" y="328051"/>
                  <a:pt x="3045068" y="334027"/>
                  <a:pt x="3012294" y="334027"/>
                </a:cubicBezTo>
                <a:cubicBezTo>
                  <a:pt x="2979517" y="334027"/>
                  <a:pt x="2962134" y="328232"/>
                  <a:pt x="2970826" y="320626"/>
                </a:cubicBezTo>
                <a:cubicBezTo>
                  <a:pt x="2979517" y="313021"/>
                  <a:pt x="3011026" y="307227"/>
                  <a:pt x="3043257" y="307227"/>
                </a:cubicBezTo>
                <a:close/>
                <a:moveTo>
                  <a:pt x="2904372" y="305415"/>
                </a:moveTo>
                <a:cubicBezTo>
                  <a:pt x="2931713" y="305415"/>
                  <a:pt x="2949640" y="311209"/>
                  <a:pt x="2942216" y="317728"/>
                </a:cubicBezTo>
                <a:cubicBezTo>
                  <a:pt x="2919420" y="327676"/>
                  <a:pt x="2894625" y="332201"/>
                  <a:pt x="2869804" y="330946"/>
                </a:cubicBezTo>
                <a:cubicBezTo>
                  <a:pt x="2841012" y="330946"/>
                  <a:pt x="2823630" y="324971"/>
                  <a:pt x="2831961" y="318270"/>
                </a:cubicBezTo>
                <a:cubicBezTo>
                  <a:pt x="2854881" y="308763"/>
                  <a:pt x="2879580" y="304375"/>
                  <a:pt x="2904372" y="305415"/>
                </a:cubicBezTo>
                <a:close/>
                <a:moveTo>
                  <a:pt x="5900301" y="303786"/>
                </a:moveTo>
                <a:cubicBezTo>
                  <a:pt x="5918770" y="303388"/>
                  <a:pt x="5937161" y="306271"/>
                  <a:pt x="5954624" y="312297"/>
                </a:cubicBezTo>
                <a:cubicBezTo>
                  <a:pt x="5964222" y="317004"/>
                  <a:pt x="5956436" y="320445"/>
                  <a:pt x="5936516" y="320445"/>
                </a:cubicBezTo>
                <a:cubicBezTo>
                  <a:pt x="5918030" y="320890"/>
                  <a:pt x="5899618" y="317945"/>
                  <a:pt x="5882193" y="311753"/>
                </a:cubicBezTo>
                <a:cubicBezTo>
                  <a:pt x="5872596" y="308132"/>
                  <a:pt x="5880564" y="303786"/>
                  <a:pt x="5900301" y="303786"/>
                </a:cubicBezTo>
                <a:close/>
                <a:moveTo>
                  <a:pt x="4615735" y="303785"/>
                </a:moveTo>
                <a:cubicBezTo>
                  <a:pt x="4653399" y="303785"/>
                  <a:pt x="4686175" y="310848"/>
                  <a:pt x="4691970" y="319720"/>
                </a:cubicBezTo>
                <a:cubicBezTo>
                  <a:pt x="4697764" y="328593"/>
                  <a:pt x="4671689" y="335655"/>
                  <a:pt x="4631852" y="335292"/>
                </a:cubicBezTo>
                <a:cubicBezTo>
                  <a:pt x="4592015" y="334931"/>
                  <a:pt x="4561775" y="327869"/>
                  <a:pt x="4556885" y="318996"/>
                </a:cubicBezTo>
                <a:cubicBezTo>
                  <a:pt x="4551996" y="310124"/>
                  <a:pt x="4577709" y="303605"/>
                  <a:pt x="4615735" y="303785"/>
                </a:cubicBezTo>
                <a:close/>
                <a:moveTo>
                  <a:pt x="2768220" y="302518"/>
                </a:moveTo>
                <a:cubicBezTo>
                  <a:pt x="2794658" y="302518"/>
                  <a:pt x="2809148" y="308132"/>
                  <a:pt x="2799729" y="314468"/>
                </a:cubicBezTo>
                <a:cubicBezTo>
                  <a:pt x="2778108" y="323103"/>
                  <a:pt x="2754912" y="327112"/>
                  <a:pt x="2731646" y="326240"/>
                </a:cubicBezTo>
                <a:cubicBezTo>
                  <a:pt x="2704119" y="326240"/>
                  <a:pt x="2689093" y="320806"/>
                  <a:pt x="2698687" y="314288"/>
                </a:cubicBezTo>
                <a:cubicBezTo>
                  <a:pt x="2720778" y="305543"/>
                  <a:pt x="2744483" y="301533"/>
                  <a:pt x="2768220" y="302518"/>
                </a:cubicBezTo>
                <a:close/>
                <a:moveTo>
                  <a:pt x="2621909" y="301430"/>
                </a:moveTo>
                <a:cubicBezTo>
                  <a:pt x="2647805" y="301430"/>
                  <a:pt x="2661203" y="305959"/>
                  <a:pt x="2652150" y="311934"/>
                </a:cubicBezTo>
                <a:cubicBezTo>
                  <a:pt x="2631871" y="320120"/>
                  <a:pt x="2610086" y="323884"/>
                  <a:pt x="2588227" y="322980"/>
                </a:cubicBezTo>
                <a:cubicBezTo>
                  <a:pt x="2561793" y="322980"/>
                  <a:pt x="2549480" y="318090"/>
                  <a:pt x="2560163" y="311934"/>
                </a:cubicBezTo>
                <a:cubicBezTo>
                  <a:pt x="2579847" y="304406"/>
                  <a:pt x="2600833" y="300837"/>
                  <a:pt x="2621909" y="301430"/>
                </a:cubicBezTo>
                <a:close/>
                <a:moveTo>
                  <a:pt x="5752904" y="300527"/>
                </a:moveTo>
                <a:cubicBezTo>
                  <a:pt x="5772717" y="300133"/>
                  <a:pt x="5792448" y="303198"/>
                  <a:pt x="5811210" y="309580"/>
                </a:cubicBezTo>
                <a:cubicBezTo>
                  <a:pt x="5821894" y="314650"/>
                  <a:pt x="5812658" y="318996"/>
                  <a:pt x="5790748" y="319177"/>
                </a:cubicBezTo>
                <a:cubicBezTo>
                  <a:pt x="5770806" y="319510"/>
                  <a:pt x="5750957" y="316386"/>
                  <a:pt x="5732080" y="309943"/>
                </a:cubicBezTo>
                <a:cubicBezTo>
                  <a:pt x="5721939" y="304873"/>
                  <a:pt x="5732080" y="300527"/>
                  <a:pt x="5752904" y="300527"/>
                </a:cubicBezTo>
                <a:close/>
                <a:moveTo>
                  <a:pt x="2488999" y="298897"/>
                </a:moveTo>
                <a:cubicBezTo>
                  <a:pt x="2512177" y="298897"/>
                  <a:pt x="2521595" y="303242"/>
                  <a:pt x="2511453" y="308676"/>
                </a:cubicBezTo>
                <a:cubicBezTo>
                  <a:pt x="2492550" y="315797"/>
                  <a:pt x="2472413" y="319060"/>
                  <a:pt x="2452242" y="318273"/>
                </a:cubicBezTo>
                <a:cubicBezTo>
                  <a:pt x="2428159" y="318273"/>
                  <a:pt x="2418200" y="314288"/>
                  <a:pt x="2428339" y="308676"/>
                </a:cubicBezTo>
                <a:cubicBezTo>
                  <a:pt x="2447712" y="301414"/>
                  <a:pt x="2468340" y="298090"/>
                  <a:pt x="2488999" y="298897"/>
                </a:cubicBezTo>
                <a:close/>
                <a:moveTo>
                  <a:pt x="2353373" y="297265"/>
                </a:moveTo>
                <a:cubicBezTo>
                  <a:pt x="2372568" y="297628"/>
                  <a:pt x="2382166" y="302155"/>
                  <a:pt x="2371483" y="306681"/>
                </a:cubicBezTo>
                <a:cubicBezTo>
                  <a:pt x="2352955" y="312684"/>
                  <a:pt x="2333563" y="315621"/>
                  <a:pt x="2314079" y="315372"/>
                </a:cubicBezTo>
                <a:cubicBezTo>
                  <a:pt x="2293256" y="315372"/>
                  <a:pt x="2284383" y="310122"/>
                  <a:pt x="2295971" y="305415"/>
                </a:cubicBezTo>
                <a:cubicBezTo>
                  <a:pt x="2314586" y="299793"/>
                  <a:pt x="2333944" y="297045"/>
                  <a:pt x="2353373" y="297265"/>
                </a:cubicBezTo>
                <a:close/>
                <a:moveTo>
                  <a:pt x="5605142" y="296180"/>
                </a:moveTo>
                <a:cubicBezTo>
                  <a:pt x="5626208" y="295872"/>
                  <a:pt x="5647166" y="299242"/>
                  <a:pt x="5667072" y="306140"/>
                </a:cubicBezTo>
                <a:cubicBezTo>
                  <a:pt x="5677212" y="311391"/>
                  <a:pt x="5665804" y="316280"/>
                  <a:pt x="5643170" y="316461"/>
                </a:cubicBezTo>
                <a:cubicBezTo>
                  <a:pt x="5621336" y="316938"/>
                  <a:pt x="5599605" y="313377"/>
                  <a:pt x="5579067" y="305959"/>
                </a:cubicBezTo>
                <a:cubicBezTo>
                  <a:pt x="5570376" y="300889"/>
                  <a:pt x="5582869" y="296180"/>
                  <a:pt x="5605142" y="296180"/>
                </a:cubicBezTo>
                <a:close/>
                <a:moveTo>
                  <a:pt x="2215753" y="295999"/>
                </a:moveTo>
                <a:cubicBezTo>
                  <a:pt x="2233320" y="296360"/>
                  <a:pt x="2240380" y="300164"/>
                  <a:pt x="2231147" y="304147"/>
                </a:cubicBezTo>
                <a:cubicBezTo>
                  <a:pt x="2213581" y="309704"/>
                  <a:pt x="2195239" y="312335"/>
                  <a:pt x="2176822" y="311934"/>
                </a:cubicBezTo>
                <a:cubicBezTo>
                  <a:pt x="2159798" y="311934"/>
                  <a:pt x="2153103" y="307588"/>
                  <a:pt x="2162519" y="303603"/>
                </a:cubicBezTo>
                <a:cubicBezTo>
                  <a:pt x="2179737" y="298250"/>
                  <a:pt x="2197718" y="295682"/>
                  <a:pt x="2215753" y="295999"/>
                </a:cubicBezTo>
                <a:close/>
                <a:moveTo>
                  <a:pt x="2080307" y="294370"/>
                </a:moveTo>
                <a:cubicBezTo>
                  <a:pt x="2095700" y="294370"/>
                  <a:pt x="2102216" y="297267"/>
                  <a:pt x="2095158" y="300708"/>
                </a:cubicBezTo>
                <a:cubicBezTo>
                  <a:pt x="2080469" y="305712"/>
                  <a:pt x="2065042" y="308221"/>
                  <a:pt x="2049524" y="308132"/>
                </a:cubicBezTo>
                <a:cubicBezTo>
                  <a:pt x="2032685" y="308132"/>
                  <a:pt x="2025803" y="305054"/>
                  <a:pt x="2034495" y="301252"/>
                </a:cubicBezTo>
                <a:cubicBezTo>
                  <a:pt x="2049290" y="296515"/>
                  <a:pt x="2064769" y="294191"/>
                  <a:pt x="2080307" y="294370"/>
                </a:cubicBezTo>
                <a:close/>
                <a:moveTo>
                  <a:pt x="5460463" y="293463"/>
                </a:moveTo>
                <a:cubicBezTo>
                  <a:pt x="5482116" y="292475"/>
                  <a:pt x="5503747" y="295925"/>
                  <a:pt x="5524020" y="303603"/>
                </a:cubicBezTo>
                <a:cubicBezTo>
                  <a:pt x="5535428" y="310122"/>
                  <a:pt x="5524020" y="314831"/>
                  <a:pt x="5495048" y="314649"/>
                </a:cubicBezTo>
                <a:cubicBezTo>
                  <a:pt x="5473451" y="315544"/>
                  <a:pt x="5451910" y="311839"/>
                  <a:pt x="5431852" y="303784"/>
                </a:cubicBezTo>
                <a:cubicBezTo>
                  <a:pt x="5422436" y="297628"/>
                  <a:pt x="5434388" y="293463"/>
                  <a:pt x="5460463" y="293463"/>
                </a:cubicBezTo>
                <a:close/>
                <a:moveTo>
                  <a:pt x="1943951" y="292377"/>
                </a:moveTo>
                <a:cubicBezTo>
                  <a:pt x="1957713" y="292377"/>
                  <a:pt x="1962058" y="294913"/>
                  <a:pt x="1954999" y="298172"/>
                </a:cubicBezTo>
                <a:cubicBezTo>
                  <a:pt x="1942287" y="302156"/>
                  <a:pt x="1929031" y="304110"/>
                  <a:pt x="1915704" y="303966"/>
                </a:cubicBezTo>
                <a:cubicBezTo>
                  <a:pt x="1901760" y="303966"/>
                  <a:pt x="1897595" y="301249"/>
                  <a:pt x="1905022" y="298172"/>
                </a:cubicBezTo>
                <a:cubicBezTo>
                  <a:pt x="1917605" y="294187"/>
                  <a:pt x="1930756" y="292231"/>
                  <a:pt x="1943951" y="292377"/>
                </a:cubicBezTo>
                <a:close/>
                <a:moveTo>
                  <a:pt x="5315962" y="290205"/>
                </a:moveTo>
                <a:cubicBezTo>
                  <a:pt x="5339249" y="289218"/>
                  <a:pt x="5362487" y="293041"/>
                  <a:pt x="5384230" y="301432"/>
                </a:cubicBezTo>
                <a:cubicBezTo>
                  <a:pt x="5394551" y="307951"/>
                  <a:pt x="5380065" y="313202"/>
                  <a:pt x="5351636" y="313202"/>
                </a:cubicBezTo>
                <a:cubicBezTo>
                  <a:pt x="5328469" y="314312"/>
                  <a:pt x="5305345" y="310291"/>
                  <a:pt x="5283912" y="301432"/>
                </a:cubicBezTo>
                <a:cubicBezTo>
                  <a:pt x="5275220" y="295275"/>
                  <a:pt x="5289526" y="290385"/>
                  <a:pt x="5315962" y="290205"/>
                </a:cubicBezTo>
                <a:close/>
                <a:moveTo>
                  <a:pt x="1806874" y="290204"/>
                </a:moveTo>
                <a:cubicBezTo>
                  <a:pt x="1816471" y="290024"/>
                  <a:pt x="1819732" y="292377"/>
                  <a:pt x="1813756" y="294731"/>
                </a:cubicBezTo>
                <a:cubicBezTo>
                  <a:pt x="1803181" y="297887"/>
                  <a:pt x="1792190" y="299413"/>
                  <a:pt x="1781161" y="299259"/>
                </a:cubicBezTo>
                <a:cubicBezTo>
                  <a:pt x="1771565" y="299259"/>
                  <a:pt x="1768487" y="297086"/>
                  <a:pt x="1774463" y="294731"/>
                </a:cubicBezTo>
                <a:cubicBezTo>
                  <a:pt x="1784982" y="291617"/>
                  <a:pt x="1795902" y="290090"/>
                  <a:pt x="1806874" y="290204"/>
                </a:cubicBezTo>
                <a:close/>
                <a:moveTo>
                  <a:pt x="1669608" y="289119"/>
                </a:moveTo>
                <a:cubicBezTo>
                  <a:pt x="1677758" y="290024"/>
                  <a:pt x="1680653" y="290024"/>
                  <a:pt x="1675946" y="292196"/>
                </a:cubicBezTo>
                <a:cubicBezTo>
                  <a:pt x="1668558" y="294515"/>
                  <a:pt x="1660880" y="295736"/>
                  <a:pt x="1653131" y="295818"/>
                </a:cubicBezTo>
                <a:cubicBezTo>
                  <a:pt x="1644077" y="295818"/>
                  <a:pt x="1640816" y="294369"/>
                  <a:pt x="1646613" y="292379"/>
                </a:cubicBezTo>
                <a:cubicBezTo>
                  <a:pt x="1654109" y="290309"/>
                  <a:pt x="1661840" y="289214"/>
                  <a:pt x="1669608" y="289119"/>
                </a:cubicBezTo>
                <a:close/>
                <a:moveTo>
                  <a:pt x="6437921" y="288032"/>
                </a:moveTo>
                <a:cubicBezTo>
                  <a:pt x="6446358" y="287840"/>
                  <a:pt x="6454797" y="288940"/>
                  <a:pt x="6462909" y="291292"/>
                </a:cubicBezTo>
                <a:cubicBezTo>
                  <a:pt x="6468703" y="293465"/>
                  <a:pt x="6466167" y="294914"/>
                  <a:pt x="6456751" y="294733"/>
                </a:cubicBezTo>
                <a:cubicBezTo>
                  <a:pt x="6448930" y="294695"/>
                  <a:pt x="6441143" y="293661"/>
                  <a:pt x="6433573" y="291653"/>
                </a:cubicBezTo>
                <a:cubicBezTo>
                  <a:pt x="6427237" y="289480"/>
                  <a:pt x="6429047" y="288032"/>
                  <a:pt x="6437921" y="288032"/>
                </a:cubicBezTo>
                <a:close/>
                <a:moveTo>
                  <a:pt x="5172549" y="286039"/>
                </a:moveTo>
                <a:cubicBezTo>
                  <a:pt x="5196677" y="285104"/>
                  <a:pt x="5220735" y="289237"/>
                  <a:pt x="5243168" y="298172"/>
                </a:cubicBezTo>
                <a:cubicBezTo>
                  <a:pt x="5251860" y="304871"/>
                  <a:pt x="5233752" y="310848"/>
                  <a:pt x="5204780" y="310666"/>
                </a:cubicBezTo>
                <a:cubicBezTo>
                  <a:pt x="5180691" y="311728"/>
                  <a:pt x="5156675" y="307333"/>
                  <a:pt x="5134522" y="297811"/>
                </a:cubicBezTo>
                <a:cubicBezTo>
                  <a:pt x="5127822" y="291472"/>
                  <a:pt x="5145386" y="286039"/>
                  <a:pt x="5172549" y="286039"/>
                </a:cubicBezTo>
                <a:close/>
                <a:moveTo>
                  <a:pt x="6286721" y="284591"/>
                </a:moveTo>
                <a:cubicBezTo>
                  <a:pt x="6297616" y="284785"/>
                  <a:pt x="6308420" y="286616"/>
                  <a:pt x="6318771" y="290023"/>
                </a:cubicBezTo>
                <a:cubicBezTo>
                  <a:pt x="6325651" y="292739"/>
                  <a:pt x="6321849" y="294551"/>
                  <a:pt x="6310079" y="294551"/>
                </a:cubicBezTo>
                <a:cubicBezTo>
                  <a:pt x="6299152" y="294703"/>
                  <a:pt x="6288274" y="293114"/>
                  <a:pt x="6277847" y="289842"/>
                </a:cubicBezTo>
                <a:cubicBezTo>
                  <a:pt x="6271147" y="286401"/>
                  <a:pt x="6275313" y="284410"/>
                  <a:pt x="6286721" y="284591"/>
                </a:cubicBezTo>
                <a:close/>
                <a:moveTo>
                  <a:pt x="3634658" y="284410"/>
                </a:moveTo>
                <a:cubicBezTo>
                  <a:pt x="3672684" y="284591"/>
                  <a:pt x="3696405" y="290929"/>
                  <a:pt x="3692421" y="299440"/>
                </a:cubicBezTo>
                <a:cubicBezTo>
                  <a:pt x="3688438" y="307951"/>
                  <a:pt x="3656568" y="314831"/>
                  <a:pt x="3617999" y="314651"/>
                </a:cubicBezTo>
                <a:cubicBezTo>
                  <a:pt x="3579610" y="314651"/>
                  <a:pt x="3555164" y="307769"/>
                  <a:pt x="3560415" y="299077"/>
                </a:cubicBezTo>
                <a:cubicBezTo>
                  <a:pt x="3565666" y="290386"/>
                  <a:pt x="3596631" y="284230"/>
                  <a:pt x="3634658" y="284410"/>
                </a:cubicBezTo>
                <a:close/>
                <a:moveTo>
                  <a:pt x="5025333" y="282781"/>
                </a:moveTo>
                <a:cubicBezTo>
                  <a:pt x="5049771" y="281182"/>
                  <a:pt x="5074238" y="285467"/>
                  <a:pt x="5096678" y="295275"/>
                </a:cubicBezTo>
                <a:cubicBezTo>
                  <a:pt x="5106094" y="303061"/>
                  <a:pt x="5089435" y="308132"/>
                  <a:pt x="5058109" y="308132"/>
                </a:cubicBezTo>
                <a:cubicBezTo>
                  <a:pt x="5025516" y="308132"/>
                  <a:pt x="4994551" y="302698"/>
                  <a:pt x="4985679" y="295275"/>
                </a:cubicBezTo>
                <a:cubicBezTo>
                  <a:pt x="4976806" y="287851"/>
                  <a:pt x="4994914" y="282961"/>
                  <a:pt x="5025333" y="282781"/>
                </a:cubicBezTo>
                <a:close/>
                <a:moveTo>
                  <a:pt x="3499936" y="282600"/>
                </a:moveTo>
                <a:cubicBezTo>
                  <a:pt x="3533979" y="282961"/>
                  <a:pt x="3557156" y="290024"/>
                  <a:pt x="3552267" y="297267"/>
                </a:cubicBezTo>
                <a:cubicBezTo>
                  <a:pt x="3547197" y="305054"/>
                  <a:pt x="3513698" y="311934"/>
                  <a:pt x="3478750" y="311934"/>
                </a:cubicBezTo>
                <a:cubicBezTo>
                  <a:pt x="3443801" y="311934"/>
                  <a:pt x="3417365" y="304873"/>
                  <a:pt x="3424425" y="296723"/>
                </a:cubicBezTo>
                <a:cubicBezTo>
                  <a:pt x="3431488" y="288575"/>
                  <a:pt x="3465894" y="282237"/>
                  <a:pt x="3499936" y="282600"/>
                </a:cubicBezTo>
                <a:close/>
                <a:moveTo>
                  <a:pt x="6138418" y="280064"/>
                </a:moveTo>
                <a:cubicBezTo>
                  <a:pt x="6151368" y="279937"/>
                  <a:pt x="6164259" y="281831"/>
                  <a:pt x="6176624" y="285678"/>
                </a:cubicBezTo>
                <a:cubicBezTo>
                  <a:pt x="6184955" y="288937"/>
                  <a:pt x="6180609" y="291292"/>
                  <a:pt x="6166303" y="291473"/>
                </a:cubicBezTo>
                <a:cubicBezTo>
                  <a:pt x="6152663" y="291756"/>
                  <a:pt x="6139072" y="289735"/>
                  <a:pt x="6126105" y="285498"/>
                </a:cubicBezTo>
                <a:cubicBezTo>
                  <a:pt x="6118679" y="282237"/>
                  <a:pt x="6123932" y="280064"/>
                  <a:pt x="6138418" y="280064"/>
                </a:cubicBezTo>
                <a:close/>
                <a:moveTo>
                  <a:pt x="3361049" y="280064"/>
                </a:moveTo>
                <a:cubicBezTo>
                  <a:pt x="3395455" y="280064"/>
                  <a:pt x="3417184" y="285678"/>
                  <a:pt x="3411751" y="293463"/>
                </a:cubicBezTo>
                <a:cubicBezTo>
                  <a:pt x="3406320" y="301249"/>
                  <a:pt x="3375536" y="307588"/>
                  <a:pt x="3339319" y="307588"/>
                </a:cubicBezTo>
                <a:cubicBezTo>
                  <a:pt x="3303104" y="307588"/>
                  <a:pt x="3283910" y="301793"/>
                  <a:pt x="3289885" y="294006"/>
                </a:cubicBezTo>
                <a:cubicBezTo>
                  <a:pt x="3295861" y="286221"/>
                  <a:pt x="3326825" y="280064"/>
                  <a:pt x="3361049" y="280064"/>
                </a:cubicBezTo>
                <a:close/>
                <a:moveTo>
                  <a:pt x="4887715" y="279340"/>
                </a:moveTo>
                <a:cubicBezTo>
                  <a:pt x="4918497" y="279703"/>
                  <a:pt x="4951272" y="285678"/>
                  <a:pt x="4958154" y="292741"/>
                </a:cubicBezTo>
                <a:cubicBezTo>
                  <a:pt x="4965397" y="299803"/>
                  <a:pt x="4944211" y="306140"/>
                  <a:pt x="4912522" y="306140"/>
                </a:cubicBezTo>
                <a:cubicBezTo>
                  <a:pt x="4880833" y="306140"/>
                  <a:pt x="4845161" y="299260"/>
                  <a:pt x="4840091" y="292016"/>
                </a:cubicBezTo>
                <a:cubicBezTo>
                  <a:pt x="4835021" y="284773"/>
                  <a:pt x="4856931" y="278979"/>
                  <a:pt x="4887715" y="279340"/>
                </a:cubicBezTo>
                <a:close/>
                <a:moveTo>
                  <a:pt x="4128457" y="278798"/>
                </a:moveTo>
                <a:cubicBezTo>
                  <a:pt x="4114332" y="286402"/>
                  <a:pt x="4108357" y="287670"/>
                  <a:pt x="4071597" y="291472"/>
                </a:cubicBezTo>
                <a:cubicBezTo>
                  <a:pt x="4089931" y="291124"/>
                  <a:pt x="4108018" y="295757"/>
                  <a:pt x="4123928" y="304873"/>
                </a:cubicBezTo>
                <a:cubicBezTo>
                  <a:pt x="4142648" y="297464"/>
                  <a:pt x="4162651" y="293833"/>
                  <a:pt x="4182780" y="294189"/>
                </a:cubicBezTo>
                <a:cubicBezTo>
                  <a:pt x="4150004" y="291292"/>
                  <a:pt x="4134251" y="286221"/>
                  <a:pt x="4128457" y="278798"/>
                </a:cubicBezTo>
                <a:close/>
                <a:moveTo>
                  <a:pt x="3227956" y="278252"/>
                </a:moveTo>
                <a:cubicBezTo>
                  <a:pt x="3258377" y="278252"/>
                  <a:pt x="3279565" y="284590"/>
                  <a:pt x="3272502" y="291470"/>
                </a:cubicBezTo>
                <a:cubicBezTo>
                  <a:pt x="3265440" y="298352"/>
                  <a:pt x="3231217" y="305051"/>
                  <a:pt x="3200071" y="304871"/>
                </a:cubicBezTo>
                <a:cubicBezTo>
                  <a:pt x="3168926" y="304690"/>
                  <a:pt x="3147921" y="298171"/>
                  <a:pt x="3155888" y="291109"/>
                </a:cubicBezTo>
                <a:cubicBezTo>
                  <a:pt x="3178555" y="281184"/>
                  <a:pt x="3203256" y="276779"/>
                  <a:pt x="3227956" y="278252"/>
                </a:cubicBezTo>
                <a:close/>
                <a:moveTo>
                  <a:pt x="5992831" y="276806"/>
                </a:moveTo>
                <a:cubicBezTo>
                  <a:pt x="6008505" y="276384"/>
                  <a:pt x="6024132" y="278713"/>
                  <a:pt x="6039004" y="283686"/>
                </a:cubicBezTo>
                <a:cubicBezTo>
                  <a:pt x="6046971" y="287488"/>
                  <a:pt x="6039909" y="290024"/>
                  <a:pt x="6023613" y="290024"/>
                </a:cubicBezTo>
                <a:cubicBezTo>
                  <a:pt x="6008560" y="290216"/>
                  <a:pt x="5993574" y="287954"/>
                  <a:pt x="5979250" y="283325"/>
                </a:cubicBezTo>
                <a:cubicBezTo>
                  <a:pt x="5970919" y="279703"/>
                  <a:pt x="5976894" y="276806"/>
                  <a:pt x="5992831" y="276806"/>
                </a:cubicBezTo>
                <a:close/>
                <a:moveTo>
                  <a:pt x="4746655" y="276623"/>
                </a:moveTo>
                <a:cubicBezTo>
                  <a:pt x="4781060" y="276443"/>
                  <a:pt x="4811481" y="282237"/>
                  <a:pt x="4819086" y="290024"/>
                </a:cubicBezTo>
                <a:cubicBezTo>
                  <a:pt x="4826692" y="297809"/>
                  <a:pt x="4806411" y="303967"/>
                  <a:pt x="4771101" y="304148"/>
                </a:cubicBezTo>
                <a:cubicBezTo>
                  <a:pt x="4734885" y="304148"/>
                  <a:pt x="4704645" y="298353"/>
                  <a:pt x="4698670" y="290386"/>
                </a:cubicBezTo>
                <a:cubicBezTo>
                  <a:pt x="4692694" y="282418"/>
                  <a:pt x="4712251" y="276804"/>
                  <a:pt x="4746655" y="276623"/>
                </a:cubicBezTo>
                <a:close/>
                <a:moveTo>
                  <a:pt x="3990838" y="275900"/>
                </a:moveTo>
                <a:cubicBezTo>
                  <a:pt x="3972181" y="285126"/>
                  <a:pt x="3951516" y="289544"/>
                  <a:pt x="3930720" y="288755"/>
                </a:cubicBezTo>
                <a:cubicBezTo>
                  <a:pt x="3948885" y="289628"/>
                  <a:pt x="3966742" y="293799"/>
                  <a:pt x="3983412" y="301069"/>
                </a:cubicBezTo>
                <a:cubicBezTo>
                  <a:pt x="4002364" y="293999"/>
                  <a:pt x="4022399" y="290261"/>
                  <a:pt x="4042625" y="290023"/>
                </a:cubicBezTo>
                <a:cubicBezTo>
                  <a:pt x="4011118" y="287670"/>
                  <a:pt x="3996993" y="282419"/>
                  <a:pt x="3990838" y="275900"/>
                </a:cubicBezTo>
                <a:close/>
                <a:moveTo>
                  <a:pt x="3087261" y="275899"/>
                </a:moveTo>
                <a:cubicBezTo>
                  <a:pt x="3117499" y="275718"/>
                  <a:pt x="3135970" y="280969"/>
                  <a:pt x="3129088" y="287669"/>
                </a:cubicBezTo>
                <a:cubicBezTo>
                  <a:pt x="3122028" y="294731"/>
                  <a:pt x="3092873" y="300345"/>
                  <a:pt x="3061186" y="300526"/>
                </a:cubicBezTo>
                <a:cubicBezTo>
                  <a:pt x="3029497" y="300706"/>
                  <a:pt x="3011933" y="295094"/>
                  <a:pt x="3019900" y="288212"/>
                </a:cubicBezTo>
                <a:cubicBezTo>
                  <a:pt x="3040991" y="278608"/>
                  <a:pt x="3064134" y="274378"/>
                  <a:pt x="3087261" y="275899"/>
                </a:cubicBezTo>
                <a:close/>
                <a:moveTo>
                  <a:pt x="2955979" y="274453"/>
                </a:moveTo>
                <a:cubicBezTo>
                  <a:pt x="2983502" y="274453"/>
                  <a:pt x="2997808" y="279340"/>
                  <a:pt x="2989658" y="285859"/>
                </a:cubicBezTo>
                <a:cubicBezTo>
                  <a:pt x="2968822" y="294992"/>
                  <a:pt x="2946076" y="298906"/>
                  <a:pt x="2923385" y="297268"/>
                </a:cubicBezTo>
                <a:cubicBezTo>
                  <a:pt x="2893688" y="297268"/>
                  <a:pt x="2879382" y="292017"/>
                  <a:pt x="2889162" y="285317"/>
                </a:cubicBezTo>
                <a:cubicBezTo>
                  <a:pt x="2910347" y="276764"/>
                  <a:pt x="2933175" y="273052"/>
                  <a:pt x="2955979" y="274453"/>
                </a:cubicBezTo>
                <a:close/>
                <a:moveTo>
                  <a:pt x="5849055" y="272821"/>
                </a:moveTo>
                <a:cubicBezTo>
                  <a:pt x="5865640" y="272726"/>
                  <a:pt x="5882138" y="275230"/>
                  <a:pt x="5897947" y="280245"/>
                </a:cubicBezTo>
                <a:cubicBezTo>
                  <a:pt x="5906819" y="284410"/>
                  <a:pt x="5897947" y="288032"/>
                  <a:pt x="5879839" y="287851"/>
                </a:cubicBezTo>
                <a:cubicBezTo>
                  <a:pt x="5863245" y="287893"/>
                  <a:pt x="5846747" y="285324"/>
                  <a:pt x="5830947" y="280245"/>
                </a:cubicBezTo>
                <a:cubicBezTo>
                  <a:pt x="5822619" y="276082"/>
                  <a:pt x="5830947" y="272460"/>
                  <a:pt x="5849055" y="272821"/>
                </a:cubicBezTo>
                <a:close/>
                <a:moveTo>
                  <a:pt x="4609398" y="272821"/>
                </a:moveTo>
                <a:cubicBezTo>
                  <a:pt x="4643622" y="273002"/>
                  <a:pt x="4675854" y="279160"/>
                  <a:pt x="4681829" y="286583"/>
                </a:cubicBezTo>
                <a:cubicBezTo>
                  <a:pt x="4687804" y="294007"/>
                  <a:pt x="4663722" y="301431"/>
                  <a:pt x="4627506" y="301431"/>
                </a:cubicBezTo>
                <a:cubicBezTo>
                  <a:pt x="4591291" y="301431"/>
                  <a:pt x="4559421" y="294731"/>
                  <a:pt x="4555075" y="287127"/>
                </a:cubicBezTo>
                <a:cubicBezTo>
                  <a:pt x="4549824" y="279340"/>
                  <a:pt x="4575175" y="272641"/>
                  <a:pt x="4609398" y="272821"/>
                </a:cubicBezTo>
                <a:close/>
                <a:moveTo>
                  <a:pt x="2820373" y="271915"/>
                </a:moveTo>
                <a:cubicBezTo>
                  <a:pt x="2845722" y="271915"/>
                  <a:pt x="2862202" y="276443"/>
                  <a:pt x="2854775" y="282237"/>
                </a:cubicBezTo>
                <a:cubicBezTo>
                  <a:pt x="2834437" y="290433"/>
                  <a:pt x="2812581" y="294199"/>
                  <a:pt x="2790676" y="293283"/>
                </a:cubicBezTo>
                <a:cubicBezTo>
                  <a:pt x="2764781" y="293283"/>
                  <a:pt x="2749389" y="288212"/>
                  <a:pt x="2758443" y="282418"/>
                </a:cubicBezTo>
                <a:cubicBezTo>
                  <a:pt x="2778182" y="274819"/>
                  <a:pt x="2799232" y="271249"/>
                  <a:pt x="2820373" y="271915"/>
                </a:cubicBezTo>
                <a:close/>
                <a:moveTo>
                  <a:pt x="2690539" y="270467"/>
                </a:moveTo>
                <a:cubicBezTo>
                  <a:pt x="2713536" y="270648"/>
                  <a:pt x="2725123" y="275174"/>
                  <a:pt x="2716432" y="280425"/>
                </a:cubicBezTo>
                <a:cubicBezTo>
                  <a:pt x="2697477" y="287550"/>
                  <a:pt x="2677283" y="290869"/>
                  <a:pt x="2657039" y="290204"/>
                </a:cubicBezTo>
                <a:cubicBezTo>
                  <a:pt x="2631868" y="290204"/>
                  <a:pt x="2619374" y="285677"/>
                  <a:pt x="2628971" y="280064"/>
                </a:cubicBezTo>
                <a:cubicBezTo>
                  <a:pt x="2648693" y="272965"/>
                  <a:pt x="2669588" y="269709"/>
                  <a:pt x="2690539" y="270467"/>
                </a:cubicBezTo>
                <a:close/>
                <a:moveTo>
                  <a:pt x="4472143" y="270285"/>
                </a:moveTo>
                <a:cubicBezTo>
                  <a:pt x="4507634" y="270285"/>
                  <a:pt x="4538960" y="276623"/>
                  <a:pt x="4543306" y="284952"/>
                </a:cubicBezTo>
                <a:cubicBezTo>
                  <a:pt x="4547471" y="293282"/>
                  <a:pt x="4521757" y="299620"/>
                  <a:pt x="4483732" y="299438"/>
                </a:cubicBezTo>
                <a:cubicBezTo>
                  <a:pt x="4445704" y="299257"/>
                  <a:pt x="4416190" y="292377"/>
                  <a:pt x="4413654" y="284047"/>
                </a:cubicBezTo>
                <a:cubicBezTo>
                  <a:pt x="4411120" y="275718"/>
                  <a:pt x="4436651" y="270285"/>
                  <a:pt x="4472143" y="270285"/>
                </a:cubicBezTo>
                <a:close/>
                <a:moveTo>
                  <a:pt x="5706368" y="269743"/>
                </a:moveTo>
                <a:cubicBezTo>
                  <a:pt x="5724825" y="269480"/>
                  <a:pt x="5743193" y="272359"/>
                  <a:pt x="5760691" y="278252"/>
                </a:cubicBezTo>
                <a:cubicBezTo>
                  <a:pt x="5769200" y="282598"/>
                  <a:pt x="5759242" y="286583"/>
                  <a:pt x="5739142" y="286402"/>
                </a:cubicBezTo>
                <a:cubicBezTo>
                  <a:pt x="5720673" y="286790"/>
                  <a:pt x="5702284" y="283908"/>
                  <a:pt x="5684819" y="277891"/>
                </a:cubicBezTo>
                <a:cubicBezTo>
                  <a:pt x="5676488" y="273545"/>
                  <a:pt x="5686811" y="269743"/>
                  <a:pt x="5706368" y="269743"/>
                </a:cubicBezTo>
                <a:close/>
                <a:moveTo>
                  <a:pt x="2558173" y="268112"/>
                </a:moveTo>
                <a:cubicBezTo>
                  <a:pt x="2581351" y="268292"/>
                  <a:pt x="2590402" y="271914"/>
                  <a:pt x="2581351" y="277167"/>
                </a:cubicBezTo>
                <a:cubicBezTo>
                  <a:pt x="2563476" y="283781"/>
                  <a:pt x="2544446" y="286739"/>
                  <a:pt x="2525395" y="285859"/>
                </a:cubicBezTo>
                <a:cubicBezTo>
                  <a:pt x="2502217" y="285859"/>
                  <a:pt x="2492622" y="282054"/>
                  <a:pt x="2502401" y="276804"/>
                </a:cubicBezTo>
                <a:cubicBezTo>
                  <a:pt x="2520272" y="270376"/>
                  <a:pt x="2539193" y="267425"/>
                  <a:pt x="2558173" y="268112"/>
                </a:cubicBezTo>
                <a:close/>
                <a:moveTo>
                  <a:pt x="2425262" y="266663"/>
                </a:moveTo>
                <a:cubicBezTo>
                  <a:pt x="2445360" y="266663"/>
                  <a:pt x="2454593" y="270648"/>
                  <a:pt x="2445903" y="274994"/>
                </a:cubicBezTo>
                <a:cubicBezTo>
                  <a:pt x="2428415" y="280879"/>
                  <a:pt x="2410015" y="283579"/>
                  <a:pt x="2391579" y="282961"/>
                </a:cubicBezTo>
                <a:cubicBezTo>
                  <a:pt x="2371843" y="282961"/>
                  <a:pt x="2363514" y="278615"/>
                  <a:pt x="2373472" y="274269"/>
                </a:cubicBezTo>
                <a:cubicBezTo>
                  <a:pt x="2390222" y="269036"/>
                  <a:pt x="2407716" y="266469"/>
                  <a:pt x="2425262" y="266663"/>
                </a:cubicBezTo>
                <a:close/>
                <a:moveTo>
                  <a:pt x="5566393" y="265939"/>
                </a:moveTo>
                <a:cubicBezTo>
                  <a:pt x="5584930" y="265439"/>
                  <a:pt x="5603386" y="268578"/>
                  <a:pt x="5620716" y="275174"/>
                </a:cubicBezTo>
                <a:cubicBezTo>
                  <a:pt x="5629952" y="280425"/>
                  <a:pt x="5618363" y="284047"/>
                  <a:pt x="5593192" y="283686"/>
                </a:cubicBezTo>
                <a:cubicBezTo>
                  <a:pt x="5574608" y="284397"/>
                  <a:pt x="5556085" y="281125"/>
                  <a:pt x="5538869" y="274087"/>
                </a:cubicBezTo>
                <a:cubicBezTo>
                  <a:pt x="5531807" y="269199"/>
                  <a:pt x="5543215" y="265758"/>
                  <a:pt x="5566393" y="265939"/>
                </a:cubicBezTo>
                <a:close/>
                <a:moveTo>
                  <a:pt x="2291625" y="264310"/>
                </a:moveTo>
                <a:cubicBezTo>
                  <a:pt x="2308103" y="264310"/>
                  <a:pt x="2316074" y="267932"/>
                  <a:pt x="2308103" y="271553"/>
                </a:cubicBezTo>
                <a:cubicBezTo>
                  <a:pt x="2291897" y="276719"/>
                  <a:pt x="2274950" y="279167"/>
                  <a:pt x="2257943" y="278797"/>
                </a:cubicBezTo>
                <a:cubicBezTo>
                  <a:pt x="2241469" y="278797"/>
                  <a:pt x="2234586" y="274812"/>
                  <a:pt x="2243458" y="271190"/>
                </a:cubicBezTo>
                <a:cubicBezTo>
                  <a:pt x="2259069" y="266439"/>
                  <a:pt x="2275314" y="264118"/>
                  <a:pt x="2291625" y="264310"/>
                </a:cubicBezTo>
                <a:close/>
                <a:moveTo>
                  <a:pt x="2160343" y="263225"/>
                </a:moveTo>
                <a:cubicBezTo>
                  <a:pt x="2175193" y="263225"/>
                  <a:pt x="2180988" y="266666"/>
                  <a:pt x="2172294" y="269924"/>
                </a:cubicBezTo>
                <a:cubicBezTo>
                  <a:pt x="2158459" y="273884"/>
                  <a:pt x="2144137" y="275837"/>
                  <a:pt x="2129738" y="275719"/>
                </a:cubicBezTo>
                <a:cubicBezTo>
                  <a:pt x="2114712" y="275719"/>
                  <a:pt x="2109097" y="272097"/>
                  <a:pt x="2118150" y="268839"/>
                </a:cubicBezTo>
                <a:cubicBezTo>
                  <a:pt x="2131895" y="265042"/>
                  <a:pt x="2146095" y="263154"/>
                  <a:pt x="2160343" y="263225"/>
                </a:cubicBezTo>
                <a:close/>
                <a:moveTo>
                  <a:pt x="5422255" y="262498"/>
                </a:moveTo>
                <a:cubicBezTo>
                  <a:pt x="5442062" y="262082"/>
                  <a:pt x="5461756" y="265589"/>
                  <a:pt x="5480200" y="272821"/>
                </a:cubicBezTo>
                <a:cubicBezTo>
                  <a:pt x="5488892" y="278253"/>
                  <a:pt x="5475312" y="282779"/>
                  <a:pt x="5450142" y="282418"/>
                </a:cubicBezTo>
                <a:cubicBezTo>
                  <a:pt x="5430255" y="282905"/>
                  <a:pt x="5410474" y="279332"/>
                  <a:pt x="5392017" y="271914"/>
                </a:cubicBezTo>
                <a:cubicBezTo>
                  <a:pt x="5383867" y="266483"/>
                  <a:pt x="5397629" y="262317"/>
                  <a:pt x="5422255" y="262498"/>
                </a:cubicBezTo>
                <a:close/>
                <a:moveTo>
                  <a:pt x="2030870" y="261052"/>
                </a:moveTo>
                <a:cubicBezTo>
                  <a:pt x="2042460" y="261052"/>
                  <a:pt x="2048071" y="263588"/>
                  <a:pt x="2041010" y="266302"/>
                </a:cubicBezTo>
                <a:cubicBezTo>
                  <a:pt x="2029531" y="269614"/>
                  <a:pt x="2017649" y="271321"/>
                  <a:pt x="2005700" y="271373"/>
                </a:cubicBezTo>
                <a:cubicBezTo>
                  <a:pt x="1992845" y="271373"/>
                  <a:pt x="1987592" y="268839"/>
                  <a:pt x="1994654" y="266122"/>
                </a:cubicBezTo>
                <a:cubicBezTo>
                  <a:pt x="2006427" y="262744"/>
                  <a:pt x="2018627" y="261036"/>
                  <a:pt x="2030870" y="261052"/>
                </a:cubicBezTo>
                <a:close/>
                <a:moveTo>
                  <a:pt x="1900848" y="259964"/>
                </a:moveTo>
                <a:cubicBezTo>
                  <a:pt x="1909539" y="260144"/>
                  <a:pt x="1912438" y="262317"/>
                  <a:pt x="1906823" y="264310"/>
                </a:cubicBezTo>
                <a:cubicBezTo>
                  <a:pt x="1897319" y="266855"/>
                  <a:pt x="1887521" y="268134"/>
                  <a:pt x="1877670" y="268112"/>
                </a:cubicBezTo>
                <a:cubicBezTo>
                  <a:pt x="1868436" y="268112"/>
                  <a:pt x="1864813" y="266121"/>
                  <a:pt x="1870065" y="264129"/>
                </a:cubicBezTo>
                <a:cubicBezTo>
                  <a:pt x="1880080" y="261342"/>
                  <a:pt x="1890435" y="259941"/>
                  <a:pt x="1900848" y="259964"/>
                </a:cubicBezTo>
                <a:close/>
                <a:moveTo>
                  <a:pt x="3919492" y="259783"/>
                </a:moveTo>
                <a:cubicBezTo>
                  <a:pt x="3935613" y="258872"/>
                  <a:pt x="3951786" y="259907"/>
                  <a:pt x="3967660" y="262863"/>
                </a:cubicBezTo>
                <a:cubicBezTo>
                  <a:pt x="3977123" y="265330"/>
                  <a:pt x="3986435" y="268353"/>
                  <a:pt x="3995545" y="271916"/>
                </a:cubicBezTo>
                <a:cubicBezTo>
                  <a:pt x="4017371" y="262713"/>
                  <a:pt x="4041131" y="259042"/>
                  <a:pt x="4064717" y="261232"/>
                </a:cubicBezTo>
                <a:cubicBezTo>
                  <a:pt x="4102382" y="261232"/>
                  <a:pt x="4122480" y="267389"/>
                  <a:pt x="4129542" y="276081"/>
                </a:cubicBezTo>
                <a:cubicBezTo>
                  <a:pt x="4152431" y="266536"/>
                  <a:pt x="4177242" y="262505"/>
                  <a:pt x="4201973" y="264311"/>
                </a:cubicBezTo>
                <a:cubicBezTo>
                  <a:pt x="4232757" y="265397"/>
                  <a:pt x="4257384" y="270648"/>
                  <a:pt x="4263540" y="277530"/>
                </a:cubicBezTo>
                <a:cubicBezTo>
                  <a:pt x="4269697" y="284410"/>
                  <a:pt x="4252314" y="290567"/>
                  <a:pt x="4214287" y="294369"/>
                </a:cubicBezTo>
                <a:cubicBezTo>
                  <a:pt x="4224971" y="296362"/>
                  <a:pt x="4236560" y="297991"/>
                  <a:pt x="4245251" y="300164"/>
                </a:cubicBezTo>
                <a:cubicBezTo>
                  <a:pt x="4252278" y="302215"/>
                  <a:pt x="4259171" y="304694"/>
                  <a:pt x="4265893" y="307588"/>
                </a:cubicBezTo>
                <a:cubicBezTo>
                  <a:pt x="4287611" y="298668"/>
                  <a:pt x="4311112" y="294949"/>
                  <a:pt x="4334522" y="296723"/>
                </a:cubicBezTo>
                <a:cubicBezTo>
                  <a:pt x="4323477" y="295457"/>
                  <a:pt x="4311707" y="294732"/>
                  <a:pt x="4302652" y="293101"/>
                </a:cubicBezTo>
                <a:cubicBezTo>
                  <a:pt x="4295010" y="292039"/>
                  <a:pt x="4287529" y="290033"/>
                  <a:pt x="4280379" y="287126"/>
                </a:cubicBezTo>
                <a:cubicBezTo>
                  <a:pt x="4275492" y="284592"/>
                  <a:pt x="4273319" y="281695"/>
                  <a:pt x="4274043" y="278978"/>
                </a:cubicBezTo>
                <a:cubicBezTo>
                  <a:pt x="4276216" y="271735"/>
                  <a:pt x="4301384" y="266846"/>
                  <a:pt x="4333254" y="266665"/>
                </a:cubicBezTo>
                <a:cubicBezTo>
                  <a:pt x="4357360" y="264714"/>
                  <a:pt x="4381559" y="269018"/>
                  <a:pt x="4403512" y="279159"/>
                </a:cubicBezTo>
                <a:cubicBezTo>
                  <a:pt x="4412748" y="287307"/>
                  <a:pt x="4395364" y="293284"/>
                  <a:pt x="4348103" y="297267"/>
                </a:cubicBezTo>
                <a:cubicBezTo>
                  <a:pt x="4380697" y="300344"/>
                  <a:pt x="4400978" y="305234"/>
                  <a:pt x="4407858" y="313201"/>
                </a:cubicBezTo>
                <a:cubicBezTo>
                  <a:pt x="4430449" y="302635"/>
                  <a:pt x="4455478" y="298381"/>
                  <a:pt x="4480289" y="300888"/>
                </a:cubicBezTo>
                <a:cubicBezTo>
                  <a:pt x="4503870" y="299818"/>
                  <a:pt x="4527327" y="304871"/>
                  <a:pt x="4548374" y="315555"/>
                </a:cubicBezTo>
                <a:cubicBezTo>
                  <a:pt x="4557066" y="322981"/>
                  <a:pt x="4540951" y="329317"/>
                  <a:pt x="4498036" y="333663"/>
                </a:cubicBezTo>
                <a:cubicBezTo>
                  <a:pt x="4532439" y="337284"/>
                  <a:pt x="4555076" y="342898"/>
                  <a:pt x="4561956" y="351770"/>
                </a:cubicBezTo>
                <a:cubicBezTo>
                  <a:pt x="4568374" y="345229"/>
                  <a:pt x="4576911" y="341183"/>
                  <a:pt x="4586038" y="340364"/>
                </a:cubicBezTo>
                <a:cubicBezTo>
                  <a:pt x="4601646" y="337731"/>
                  <a:pt x="4617482" y="336699"/>
                  <a:pt x="4633301" y="337284"/>
                </a:cubicBezTo>
                <a:cubicBezTo>
                  <a:pt x="4658977" y="335978"/>
                  <a:pt x="4684556" y="341341"/>
                  <a:pt x="4707542" y="352858"/>
                </a:cubicBezTo>
                <a:cubicBezTo>
                  <a:pt x="4713880" y="358109"/>
                  <a:pt x="4711707" y="363179"/>
                  <a:pt x="4698126" y="366620"/>
                </a:cubicBezTo>
                <a:cubicBezTo>
                  <a:pt x="4684545" y="370061"/>
                  <a:pt x="4668429" y="371509"/>
                  <a:pt x="4653038" y="373863"/>
                </a:cubicBezTo>
                <a:cubicBezTo>
                  <a:pt x="4689254" y="376760"/>
                  <a:pt x="4714785" y="382916"/>
                  <a:pt x="4721123" y="391971"/>
                </a:cubicBezTo>
                <a:cubicBezTo>
                  <a:pt x="4727461" y="401024"/>
                  <a:pt x="4705550" y="410078"/>
                  <a:pt x="4662273" y="412251"/>
                </a:cubicBezTo>
                <a:cubicBezTo>
                  <a:pt x="4710259" y="417502"/>
                  <a:pt x="4736877" y="424745"/>
                  <a:pt x="4740136" y="434161"/>
                </a:cubicBezTo>
                <a:cubicBezTo>
                  <a:pt x="4744662" y="446475"/>
                  <a:pt x="4719494" y="452269"/>
                  <a:pt x="4672414" y="455529"/>
                </a:cubicBezTo>
                <a:cubicBezTo>
                  <a:pt x="4695679" y="456261"/>
                  <a:pt x="4718724" y="460286"/>
                  <a:pt x="4740860" y="467480"/>
                </a:cubicBezTo>
                <a:cubicBezTo>
                  <a:pt x="4751905" y="472006"/>
                  <a:pt x="4758968" y="476715"/>
                  <a:pt x="4758968" y="481966"/>
                </a:cubicBezTo>
                <a:cubicBezTo>
                  <a:pt x="4758968" y="493194"/>
                  <a:pt x="4733980" y="500074"/>
                  <a:pt x="4689797" y="501522"/>
                </a:cubicBezTo>
                <a:cubicBezTo>
                  <a:pt x="4649960" y="501522"/>
                  <a:pt x="4609941" y="493194"/>
                  <a:pt x="4595637" y="481241"/>
                </a:cubicBezTo>
                <a:cubicBezTo>
                  <a:pt x="4581331" y="469291"/>
                  <a:pt x="4600707" y="460961"/>
                  <a:pt x="4652675" y="454986"/>
                </a:cubicBezTo>
                <a:cubicBezTo>
                  <a:pt x="4638008" y="452632"/>
                  <a:pt x="4622073" y="450640"/>
                  <a:pt x="4609941" y="447743"/>
                </a:cubicBezTo>
                <a:cubicBezTo>
                  <a:pt x="4599194" y="444543"/>
                  <a:pt x="4588618" y="440794"/>
                  <a:pt x="4578253" y="436515"/>
                </a:cubicBezTo>
                <a:cubicBezTo>
                  <a:pt x="4566482" y="445207"/>
                  <a:pt x="4544572" y="450640"/>
                  <a:pt x="4506908" y="450820"/>
                </a:cubicBezTo>
                <a:cubicBezTo>
                  <a:pt x="4477394" y="452090"/>
                  <a:pt x="4447933" y="447283"/>
                  <a:pt x="4420354" y="436697"/>
                </a:cubicBezTo>
                <a:lnTo>
                  <a:pt x="4371825" y="449011"/>
                </a:lnTo>
                <a:cubicBezTo>
                  <a:pt x="4378524" y="450820"/>
                  <a:pt x="4387760" y="452993"/>
                  <a:pt x="4395184" y="455347"/>
                </a:cubicBezTo>
                <a:cubicBezTo>
                  <a:pt x="4402607" y="457702"/>
                  <a:pt x="4408945" y="461866"/>
                  <a:pt x="4417274" y="465487"/>
                </a:cubicBezTo>
                <a:cubicBezTo>
                  <a:pt x="4448805" y="453410"/>
                  <a:pt x="4482890" y="449549"/>
                  <a:pt x="4516324" y="454261"/>
                </a:cubicBezTo>
                <a:cubicBezTo>
                  <a:pt x="4556524" y="457883"/>
                  <a:pt x="4579883" y="466031"/>
                  <a:pt x="4584772" y="476534"/>
                </a:cubicBezTo>
                <a:cubicBezTo>
                  <a:pt x="4589660" y="487036"/>
                  <a:pt x="4572276" y="494642"/>
                  <a:pt x="4521214" y="500798"/>
                </a:cubicBezTo>
                <a:cubicBezTo>
                  <a:pt x="4567389" y="506412"/>
                  <a:pt x="4599620" y="516913"/>
                  <a:pt x="4597990" y="527597"/>
                </a:cubicBezTo>
                <a:cubicBezTo>
                  <a:pt x="4596361" y="538281"/>
                  <a:pt x="4579883" y="548241"/>
                  <a:pt x="4529000" y="550775"/>
                </a:cubicBezTo>
                <a:cubicBezTo>
                  <a:pt x="4491433" y="553355"/>
                  <a:pt x="4453874" y="545656"/>
                  <a:pt x="4420354" y="528502"/>
                </a:cubicBezTo>
                <a:cubicBezTo>
                  <a:pt x="4397670" y="541234"/>
                  <a:pt x="4371928" y="547498"/>
                  <a:pt x="4345930" y="546610"/>
                </a:cubicBezTo>
                <a:lnTo>
                  <a:pt x="4368384" y="550595"/>
                </a:lnTo>
                <a:cubicBezTo>
                  <a:pt x="4401339" y="556750"/>
                  <a:pt x="4422707" y="568702"/>
                  <a:pt x="4417093" y="578480"/>
                </a:cubicBezTo>
                <a:cubicBezTo>
                  <a:pt x="4410031" y="591517"/>
                  <a:pt x="4380878" y="600209"/>
                  <a:pt x="4339773" y="601296"/>
                </a:cubicBezTo>
                <a:cubicBezTo>
                  <a:pt x="4307185" y="603226"/>
                  <a:pt x="4274602" y="597392"/>
                  <a:pt x="4244708" y="584274"/>
                </a:cubicBezTo>
                <a:cubicBezTo>
                  <a:pt x="4241267" y="582101"/>
                  <a:pt x="4238552" y="579928"/>
                  <a:pt x="4233119" y="576126"/>
                </a:cubicBezTo>
                <a:cubicBezTo>
                  <a:pt x="4215011" y="590251"/>
                  <a:pt x="4185134" y="598399"/>
                  <a:pt x="4138597" y="597494"/>
                </a:cubicBezTo>
                <a:cubicBezTo>
                  <a:pt x="4092059" y="596587"/>
                  <a:pt x="4062725" y="586991"/>
                  <a:pt x="4048058" y="572505"/>
                </a:cubicBezTo>
                <a:cubicBezTo>
                  <a:pt x="4026871" y="587354"/>
                  <a:pt x="3991923" y="595321"/>
                  <a:pt x="3943033" y="593148"/>
                </a:cubicBezTo>
                <a:cubicBezTo>
                  <a:pt x="3894141" y="590975"/>
                  <a:pt x="3870602" y="580653"/>
                  <a:pt x="3865169" y="565805"/>
                </a:cubicBezTo>
                <a:cubicBezTo>
                  <a:pt x="3833341" y="582151"/>
                  <a:pt x="3797648" y="589477"/>
                  <a:pt x="3761956" y="586991"/>
                </a:cubicBezTo>
                <a:cubicBezTo>
                  <a:pt x="3707632" y="584637"/>
                  <a:pt x="3686627" y="573773"/>
                  <a:pt x="3683911" y="557838"/>
                </a:cubicBezTo>
                <a:cubicBezTo>
                  <a:pt x="3661818" y="575946"/>
                  <a:pt x="3621257" y="583913"/>
                  <a:pt x="3573452" y="581740"/>
                </a:cubicBezTo>
                <a:cubicBezTo>
                  <a:pt x="3528545" y="579748"/>
                  <a:pt x="3501021" y="568522"/>
                  <a:pt x="3508264" y="555302"/>
                </a:cubicBezTo>
                <a:cubicBezTo>
                  <a:pt x="3515508" y="542084"/>
                  <a:pt x="3551181" y="532124"/>
                  <a:pt x="3595906" y="530314"/>
                </a:cubicBezTo>
                <a:cubicBezTo>
                  <a:pt x="3640633" y="528502"/>
                  <a:pt x="3674314" y="536470"/>
                  <a:pt x="3686445" y="553673"/>
                </a:cubicBezTo>
                <a:cubicBezTo>
                  <a:pt x="3696600" y="548870"/>
                  <a:pt x="3707066" y="544756"/>
                  <a:pt x="3717773" y="541359"/>
                </a:cubicBezTo>
                <a:cubicBezTo>
                  <a:pt x="3730447" y="537918"/>
                  <a:pt x="3746563" y="535745"/>
                  <a:pt x="3761956" y="532848"/>
                </a:cubicBezTo>
                <a:cubicBezTo>
                  <a:pt x="3750329" y="530320"/>
                  <a:pt x="3738844" y="527175"/>
                  <a:pt x="3727550" y="523432"/>
                </a:cubicBezTo>
                <a:cubicBezTo>
                  <a:pt x="3721005" y="520132"/>
                  <a:pt x="3714919" y="515993"/>
                  <a:pt x="3709442" y="511119"/>
                </a:cubicBezTo>
                <a:cubicBezTo>
                  <a:pt x="3676919" y="524554"/>
                  <a:pt x="3641654" y="530017"/>
                  <a:pt x="3606590" y="527054"/>
                </a:cubicBezTo>
                <a:cubicBezTo>
                  <a:pt x="3566572" y="525424"/>
                  <a:pt x="3545748" y="516913"/>
                  <a:pt x="3541402" y="501161"/>
                </a:cubicBezTo>
                <a:cubicBezTo>
                  <a:pt x="3530072" y="509752"/>
                  <a:pt x="3516732" y="515299"/>
                  <a:pt x="3502653" y="517276"/>
                </a:cubicBezTo>
                <a:cubicBezTo>
                  <a:pt x="3481554" y="521457"/>
                  <a:pt x="3460047" y="523219"/>
                  <a:pt x="3438550" y="522527"/>
                </a:cubicBezTo>
                <a:cubicBezTo>
                  <a:pt x="3396359" y="521259"/>
                  <a:pt x="3371732" y="512567"/>
                  <a:pt x="3375535" y="500437"/>
                </a:cubicBezTo>
                <a:cubicBezTo>
                  <a:pt x="3379337" y="488304"/>
                  <a:pt x="3409941" y="479973"/>
                  <a:pt x="3468610" y="475086"/>
                </a:cubicBezTo>
                <a:cubicBezTo>
                  <a:pt x="3427142" y="470377"/>
                  <a:pt x="3404871" y="462409"/>
                  <a:pt x="3417001" y="450096"/>
                </a:cubicBezTo>
                <a:cubicBezTo>
                  <a:pt x="3429134" y="437783"/>
                  <a:pt x="3459374" y="431988"/>
                  <a:pt x="3504462" y="430179"/>
                </a:cubicBezTo>
                <a:cubicBezTo>
                  <a:pt x="3463901" y="424926"/>
                  <a:pt x="3446881" y="416958"/>
                  <a:pt x="3461367" y="405552"/>
                </a:cubicBezTo>
                <a:cubicBezTo>
                  <a:pt x="3485324" y="394414"/>
                  <a:pt x="3511551" y="389020"/>
                  <a:pt x="3537961" y="389798"/>
                </a:cubicBezTo>
                <a:cubicBezTo>
                  <a:pt x="3579610" y="389798"/>
                  <a:pt x="3603512" y="394505"/>
                  <a:pt x="3616187" y="404465"/>
                </a:cubicBezTo>
                <a:cubicBezTo>
                  <a:pt x="3636884" y="397864"/>
                  <a:pt x="3658271" y="393672"/>
                  <a:pt x="3679926" y="391971"/>
                </a:cubicBezTo>
                <a:cubicBezTo>
                  <a:pt x="3655663" y="388169"/>
                  <a:pt x="3640452" y="383460"/>
                  <a:pt x="3638823" y="376216"/>
                </a:cubicBezTo>
                <a:cubicBezTo>
                  <a:pt x="3604550" y="386667"/>
                  <a:pt x="3568561" y="390296"/>
                  <a:pt x="3532891" y="386900"/>
                </a:cubicBezTo>
                <a:cubicBezTo>
                  <a:pt x="3503738" y="384184"/>
                  <a:pt x="3487442" y="376580"/>
                  <a:pt x="3492693" y="368793"/>
                </a:cubicBezTo>
                <a:cubicBezTo>
                  <a:pt x="3497944" y="361006"/>
                  <a:pt x="3525467" y="354307"/>
                  <a:pt x="3576532" y="350685"/>
                </a:cubicBezTo>
                <a:cubicBezTo>
                  <a:pt x="3562285" y="350415"/>
                  <a:pt x="3548219" y="347466"/>
                  <a:pt x="3535064" y="341993"/>
                </a:cubicBezTo>
                <a:cubicBezTo>
                  <a:pt x="3529813" y="338733"/>
                  <a:pt x="3527640" y="335294"/>
                  <a:pt x="3531806" y="331853"/>
                </a:cubicBezTo>
                <a:cubicBezTo>
                  <a:pt x="3552725" y="320988"/>
                  <a:pt x="3576171" y="315924"/>
                  <a:pt x="3599710" y="317186"/>
                </a:cubicBezTo>
                <a:cubicBezTo>
                  <a:pt x="3644435" y="315918"/>
                  <a:pt x="3666527" y="321893"/>
                  <a:pt x="3676668" y="331853"/>
                </a:cubicBezTo>
                <a:cubicBezTo>
                  <a:pt x="3697003" y="324085"/>
                  <a:pt x="3718472" y="319680"/>
                  <a:pt x="3740226" y="318815"/>
                </a:cubicBezTo>
                <a:cubicBezTo>
                  <a:pt x="3726755" y="318106"/>
                  <a:pt x="3713488" y="315232"/>
                  <a:pt x="3700931" y="310304"/>
                </a:cubicBezTo>
                <a:cubicBezTo>
                  <a:pt x="3694412" y="306502"/>
                  <a:pt x="3691515" y="302517"/>
                  <a:pt x="3700931" y="298172"/>
                </a:cubicBezTo>
                <a:cubicBezTo>
                  <a:pt x="3723567" y="289579"/>
                  <a:pt x="3747734" y="285756"/>
                  <a:pt x="3771913" y="286946"/>
                </a:cubicBezTo>
                <a:cubicBezTo>
                  <a:pt x="3803059" y="286946"/>
                  <a:pt x="3828048" y="292016"/>
                  <a:pt x="3834204" y="299440"/>
                </a:cubicBezTo>
                <a:cubicBezTo>
                  <a:pt x="3840362" y="306863"/>
                  <a:pt x="3823703" y="313201"/>
                  <a:pt x="3774269" y="319540"/>
                </a:cubicBezTo>
                <a:cubicBezTo>
                  <a:pt x="3789913" y="320450"/>
                  <a:pt x="3805199" y="324581"/>
                  <a:pt x="3819176" y="331672"/>
                </a:cubicBezTo>
                <a:cubicBezTo>
                  <a:pt x="3838065" y="325087"/>
                  <a:pt x="3857850" y="321424"/>
                  <a:pt x="3877845" y="320808"/>
                </a:cubicBezTo>
                <a:cubicBezTo>
                  <a:pt x="3848510" y="316099"/>
                  <a:pt x="3833299" y="310304"/>
                  <a:pt x="3841630" y="302700"/>
                </a:cubicBezTo>
                <a:cubicBezTo>
                  <a:pt x="3849958" y="295094"/>
                  <a:pt x="3872956" y="290567"/>
                  <a:pt x="3906998" y="289119"/>
                </a:cubicBezTo>
                <a:cubicBezTo>
                  <a:pt x="3868790" y="284229"/>
                  <a:pt x="3852675" y="278615"/>
                  <a:pt x="3860099" y="272096"/>
                </a:cubicBezTo>
                <a:cubicBezTo>
                  <a:pt x="3867522" y="265578"/>
                  <a:pt x="3888527" y="260690"/>
                  <a:pt x="3919492" y="259783"/>
                </a:cubicBezTo>
                <a:close/>
                <a:moveTo>
                  <a:pt x="5281196" y="259059"/>
                </a:moveTo>
                <a:cubicBezTo>
                  <a:pt x="5302488" y="258352"/>
                  <a:pt x="5323694" y="262050"/>
                  <a:pt x="5343487" y="269924"/>
                </a:cubicBezTo>
                <a:cubicBezTo>
                  <a:pt x="5350549" y="275355"/>
                  <a:pt x="5335158" y="280064"/>
                  <a:pt x="5310351" y="279883"/>
                </a:cubicBezTo>
                <a:cubicBezTo>
                  <a:pt x="5288914" y="280759"/>
                  <a:pt x="5267542" y="276992"/>
                  <a:pt x="5247697" y="268836"/>
                </a:cubicBezTo>
                <a:cubicBezTo>
                  <a:pt x="5241541" y="263405"/>
                  <a:pt x="5257113" y="258879"/>
                  <a:pt x="5281196" y="259059"/>
                </a:cubicBezTo>
                <a:close/>
                <a:moveTo>
                  <a:pt x="5144482" y="256525"/>
                </a:moveTo>
                <a:cubicBezTo>
                  <a:pt x="5165865" y="255314"/>
                  <a:pt x="5187237" y="259031"/>
                  <a:pt x="5206955" y="267390"/>
                </a:cubicBezTo>
                <a:cubicBezTo>
                  <a:pt x="5215827" y="273726"/>
                  <a:pt x="5200617" y="278435"/>
                  <a:pt x="5170739" y="278255"/>
                </a:cubicBezTo>
                <a:cubicBezTo>
                  <a:pt x="5149337" y="279502"/>
                  <a:pt x="5127942" y="275719"/>
                  <a:pt x="5108266" y="267209"/>
                </a:cubicBezTo>
                <a:cubicBezTo>
                  <a:pt x="5100299" y="260871"/>
                  <a:pt x="5115692" y="256342"/>
                  <a:pt x="5144482" y="256525"/>
                </a:cubicBezTo>
                <a:close/>
                <a:moveTo>
                  <a:pt x="3794006" y="256524"/>
                </a:moveTo>
                <a:cubicBezTo>
                  <a:pt x="3829861" y="256524"/>
                  <a:pt x="3855392" y="262500"/>
                  <a:pt x="3853763" y="270467"/>
                </a:cubicBezTo>
                <a:cubicBezTo>
                  <a:pt x="3851951" y="278615"/>
                  <a:pt x="3822979" y="284773"/>
                  <a:pt x="3785858" y="284773"/>
                </a:cubicBezTo>
                <a:cubicBezTo>
                  <a:pt x="3748738" y="284773"/>
                  <a:pt x="3723206" y="278615"/>
                  <a:pt x="3726284" y="270467"/>
                </a:cubicBezTo>
                <a:cubicBezTo>
                  <a:pt x="3729362" y="262319"/>
                  <a:pt x="3758154" y="256524"/>
                  <a:pt x="3794006" y="256524"/>
                </a:cubicBezTo>
                <a:close/>
                <a:moveTo>
                  <a:pt x="6221712" y="254893"/>
                </a:moveTo>
                <a:cubicBezTo>
                  <a:pt x="6231430" y="254945"/>
                  <a:pt x="6241105" y="256222"/>
                  <a:pt x="6250504" y="258695"/>
                </a:cubicBezTo>
                <a:cubicBezTo>
                  <a:pt x="6256118" y="260688"/>
                  <a:pt x="6253220" y="262680"/>
                  <a:pt x="6244348" y="262861"/>
                </a:cubicBezTo>
                <a:cubicBezTo>
                  <a:pt x="6234457" y="262876"/>
                  <a:pt x="6224603" y="261659"/>
                  <a:pt x="6215012" y="259239"/>
                </a:cubicBezTo>
                <a:cubicBezTo>
                  <a:pt x="6208132" y="257066"/>
                  <a:pt x="6211571" y="254893"/>
                  <a:pt x="6221712" y="254893"/>
                </a:cubicBezTo>
                <a:close/>
                <a:moveTo>
                  <a:pt x="3660733" y="254713"/>
                </a:moveTo>
                <a:cubicBezTo>
                  <a:pt x="3693871" y="254533"/>
                  <a:pt x="3720851" y="260689"/>
                  <a:pt x="3718317" y="268114"/>
                </a:cubicBezTo>
                <a:cubicBezTo>
                  <a:pt x="3715600" y="275899"/>
                  <a:pt x="3684455" y="282418"/>
                  <a:pt x="3649324" y="282418"/>
                </a:cubicBezTo>
                <a:cubicBezTo>
                  <a:pt x="3614196" y="282418"/>
                  <a:pt x="3588845" y="275899"/>
                  <a:pt x="3593372" y="268295"/>
                </a:cubicBezTo>
                <a:cubicBezTo>
                  <a:pt x="3597898" y="260689"/>
                  <a:pt x="3627595" y="254894"/>
                  <a:pt x="3660733" y="254713"/>
                </a:cubicBezTo>
                <a:close/>
                <a:moveTo>
                  <a:pt x="5005595" y="252723"/>
                </a:moveTo>
                <a:cubicBezTo>
                  <a:pt x="5028278" y="251527"/>
                  <a:pt x="5050937" y="255489"/>
                  <a:pt x="5071870" y="264312"/>
                </a:cubicBezTo>
                <a:cubicBezTo>
                  <a:pt x="5078932" y="270468"/>
                  <a:pt x="5061186" y="275719"/>
                  <a:pt x="5033118" y="275719"/>
                </a:cubicBezTo>
                <a:cubicBezTo>
                  <a:pt x="5005053" y="275719"/>
                  <a:pt x="4973001" y="270287"/>
                  <a:pt x="4966482" y="263768"/>
                </a:cubicBezTo>
                <a:cubicBezTo>
                  <a:pt x="4959963" y="257249"/>
                  <a:pt x="4978071" y="252723"/>
                  <a:pt x="5005595" y="252723"/>
                </a:cubicBezTo>
                <a:close/>
                <a:moveTo>
                  <a:pt x="3526011" y="252359"/>
                </a:moveTo>
                <a:cubicBezTo>
                  <a:pt x="3559329" y="252359"/>
                  <a:pt x="3580334" y="257610"/>
                  <a:pt x="3577255" y="265036"/>
                </a:cubicBezTo>
                <a:cubicBezTo>
                  <a:pt x="3574177" y="272460"/>
                  <a:pt x="3543936" y="278435"/>
                  <a:pt x="3508445" y="278435"/>
                </a:cubicBezTo>
                <a:cubicBezTo>
                  <a:pt x="3472954" y="278435"/>
                  <a:pt x="3454122" y="272640"/>
                  <a:pt x="3458831" y="265036"/>
                </a:cubicBezTo>
                <a:cubicBezTo>
                  <a:pt x="3463538" y="257430"/>
                  <a:pt x="3492693" y="252359"/>
                  <a:pt x="3526011" y="252359"/>
                </a:cubicBezTo>
                <a:close/>
                <a:moveTo>
                  <a:pt x="6079205" y="250730"/>
                </a:moveTo>
                <a:cubicBezTo>
                  <a:pt x="6091081" y="250921"/>
                  <a:pt x="6102888" y="252624"/>
                  <a:pt x="6114333" y="255800"/>
                </a:cubicBezTo>
                <a:cubicBezTo>
                  <a:pt x="6120490" y="258334"/>
                  <a:pt x="6114333" y="260871"/>
                  <a:pt x="6103107" y="260690"/>
                </a:cubicBezTo>
                <a:cubicBezTo>
                  <a:pt x="6091214" y="260696"/>
                  <a:pt x="6079384" y="258987"/>
                  <a:pt x="6067977" y="255620"/>
                </a:cubicBezTo>
                <a:cubicBezTo>
                  <a:pt x="6062002" y="253084"/>
                  <a:pt x="6067977" y="250730"/>
                  <a:pt x="6079205" y="250730"/>
                </a:cubicBezTo>
                <a:close/>
                <a:moveTo>
                  <a:pt x="3396177" y="250547"/>
                </a:moveTo>
                <a:cubicBezTo>
                  <a:pt x="3427142" y="250547"/>
                  <a:pt x="3448328" y="256523"/>
                  <a:pt x="3442353" y="263405"/>
                </a:cubicBezTo>
                <a:cubicBezTo>
                  <a:pt x="3436377" y="270285"/>
                  <a:pt x="3404508" y="276079"/>
                  <a:pt x="3372818" y="275899"/>
                </a:cubicBezTo>
                <a:cubicBezTo>
                  <a:pt x="3341129" y="275718"/>
                  <a:pt x="3321936" y="269743"/>
                  <a:pt x="3327911" y="262861"/>
                </a:cubicBezTo>
                <a:cubicBezTo>
                  <a:pt x="3333886" y="255981"/>
                  <a:pt x="3365214" y="250547"/>
                  <a:pt x="3396177" y="250547"/>
                </a:cubicBezTo>
                <a:close/>
                <a:moveTo>
                  <a:pt x="4871419" y="250367"/>
                </a:moveTo>
                <a:cubicBezTo>
                  <a:pt x="4902384" y="250548"/>
                  <a:pt x="4929725" y="255257"/>
                  <a:pt x="4936787" y="262137"/>
                </a:cubicBezTo>
                <a:cubicBezTo>
                  <a:pt x="4944030" y="269018"/>
                  <a:pt x="4926103" y="274087"/>
                  <a:pt x="4894416" y="274087"/>
                </a:cubicBezTo>
                <a:cubicBezTo>
                  <a:pt x="4862727" y="274087"/>
                  <a:pt x="4835023" y="268836"/>
                  <a:pt x="4828685" y="261774"/>
                </a:cubicBezTo>
                <a:cubicBezTo>
                  <a:pt x="4822346" y="254713"/>
                  <a:pt x="4840454" y="250185"/>
                  <a:pt x="4871419" y="250367"/>
                </a:cubicBezTo>
                <a:close/>
                <a:moveTo>
                  <a:pt x="3264898" y="248375"/>
                </a:moveTo>
                <a:cubicBezTo>
                  <a:pt x="3295680" y="248194"/>
                  <a:pt x="3313968" y="253806"/>
                  <a:pt x="3307812" y="259964"/>
                </a:cubicBezTo>
                <a:cubicBezTo>
                  <a:pt x="3301655" y="266844"/>
                  <a:pt x="3273589" y="271914"/>
                  <a:pt x="3242081" y="271734"/>
                </a:cubicBezTo>
                <a:cubicBezTo>
                  <a:pt x="3210574" y="271553"/>
                  <a:pt x="3193191" y="266483"/>
                  <a:pt x="3200795" y="259601"/>
                </a:cubicBezTo>
                <a:cubicBezTo>
                  <a:pt x="3220874" y="250517"/>
                  <a:pt x="3242925" y="246654"/>
                  <a:pt x="3264898" y="248375"/>
                </a:cubicBezTo>
                <a:close/>
                <a:moveTo>
                  <a:pt x="5939413" y="248013"/>
                </a:moveTo>
                <a:cubicBezTo>
                  <a:pt x="5953321" y="247979"/>
                  <a:pt x="5967161" y="249932"/>
                  <a:pt x="5980518" y="253808"/>
                </a:cubicBezTo>
                <a:cubicBezTo>
                  <a:pt x="5987941" y="256705"/>
                  <a:pt x="5982329" y="259602"/>
                  <a:pt x="5968748" y="259785"/>
                </a:cubicBezTo>
                <a:cubicBezTo>
                  <a:pt x="5954226" y="259926"/>
                  <a:pt x="5939763" y="257912"/>
                  <a:pt x="5925833" y="253808"/>
                </a:cubicBezTo>
                <a:cubicBezTo>
                  <a:pt x="5919132" y="250730"/>
                  <a:pt x="5925833" y="248013"/>
                  <a:pt x="5939413" y="248013"/>
                </a:cubicBezTo>
                <a:close/>
                <a:moveTo>
                  <a:pt x="4736878" y="246928"/>
                </a:moveTo>
                <a:cubicBezTo>
                  <a:pt x="4767479" y="247109"/>
                  <a:pt x="4798444" y="253264"/>
                  <a:pt x="4802790" y="259966"/>
                </a:cubicBezTo>
                <a:cubicBezTo>
                  <a:pt x="4807136" y="266665"/>
                  <a:pt x="4785768" y="271916"/>
                  <a:pt x="4754261" y="271916"/>
                </a:cubicBezTo>
                <a:cubicBezTo>
                  <a:pt x="4722392" y="271916"/>
                  <a:pt x="4691607" y="265397"/>
                  <a:pt x="4688166" y="258517"/>
                </a:cubicBezTo>
                <a:cubicBezTo>
                  <a:pt x="4684727" y="251635"/>
                  <a:pt x="4706274" y="246746"/>
                  <a:pt x="4736878" y="246928"/>
                </a:cubicBezTo>
                <a:close/>
                <a:moveTo>
                  <a:pt x="3135244" y="246746"/>
                </a:moveTo>
                <a:cubicBezTo>
                  <a:pt x="3162044" y="246746"/>
                  <a:pt x="3180695" y="251636"/>
                  <a:pt x="3174901" y="257611"/>
                </a:cubicBezTo>
                <a:cubicBezTo>
                  <a:pt x="3154301" y="266689"/>
                  <a:pt x="3131815" y="270664"/>
                  <a:pt x="3109350" y="269200"/>
                </a:cubicBezTo>
                <a:cubicBezTo>
                  <a:pt x="3081645" y="269200"/>
                  <a:pt x="3064081" y="263767"/>
                  <a:pt x="3071324" y="257791"/>
                </a:cubicBezTo>
                <a:cubicBezTo>
                  <a:pt x="3091540" y="249387"/>
                  <a:pt x="3113382" y="245611"/>
                  <a:pt x="3135244" y="246746"/>
                </a:cubicBezTo>
                <a:close/>
                <a:moveTo>
                  <a:pt x="3006498" y="245477"/>
                </a:moveTo>
                <a:cubicBezTo>
                  <a:pt x="3033297" y="245477"/>
                  <a:pt x="3047784" y="250006"/>
                  <a:pt x="3039999" y="255981"/>
                </a:cubicBezTo>
                <a:cubicBezTo>
                  <a:pt x="3020429" y="264152"/>
                  <a:pt x="2999232" y="267686"/>
                  <a:pt x="2978069" y="266302"/>
                </a:cubicBezTo>
                <a:cubicBezTo>
                  <a:pt x="2950545" y="266302"/>
                  <a:pt x="2936422" y="261595"/>
                  <a:pt x="2944751" y="255618"/>
                </a:cubicBezTo>
                <a:cubicBezTo>
                  <a:pt x="2964292" y="247572"/>
                  <a:pt x="2985411" y="244103"/>
                  <a:pt x="3006498" y="245477"/>
                </a:cubicBezTo>
                <a:close/>
                <a:moveTo>
                  <a:pt x="4596722" y="244392"/>
                </a:moveTo>
                <a:cubicBezTo>
                  <a:pt x="4629859" y="244392"/>
                  <a:pt x="4658832" y="249463"/>
                  <a:pt x="4663719" y="256706"/>
                </a:cubicBezTo>
                <a:cubicBezTo>
                  <a:pt x="4669696" y="264129"/>
                  <a:pt x="4649416" y="269563"/>
                  <a:pt x="4615373" y="269563"/>
                </a:cubicBezTo>
                <a:cubicBezTo>
                  <a:pt x="4581331" y="269563"/>
                  <a:pt x="4552720" y="264312"/>
                  <a:pt x="4547830" y="256886"/>
                </a:cubicBezTo>
                <a:cubicBezTo>
                  <a:pt x="4542942" y="249463"/>
                  <a:pt x="4563584" y="244392"/>
                  <a:pt x="4596722" y="244392"/>
                </a:cubicBezTo>
                <a:close/>
                <a:moveTo>
                  <a:pt x="5794368" y="244029"/>
                </a:moveTo>
                <a:cubicBezTo>
                  <a:pt x="5810056" y="243736"/>
                  <a:pt x="5825694" y="245873"/>
                  <a:pt x="5840724" y="250367"/>
                </a:cubicBezTo>
                <a:cubicBezTo>
                  <a:pt x="5849416" y="253989"/>
                  <a:pt x="5842173" y="257247"/>
                  <a:pt x="5825152" y="257430"/>
                </a:cubicBezTo>
                <a:cubicBezTo>
                  <a:pt x="5809953" y="257542"/>
                  <a:pt x="5794821" y="255407"/>
                  <a:pt x="5780245" y="251091"/>
                </a:cubicBezTo>
                <a:cubicBezTo>
                  <a:pt x="5771373" y="247470"/>
                  <a:pt x="5777892" y="244210"/>
                  <a:pt x="5794368" y="244029"/>
                </a:cubicBezTo>
                <a:close/>
                <a:moveTo>
                  <a:pt x="2878658" y="242943"/>
                </a:moveTo>
                <a:cubicBezTo>
                  <a:pt x="2902560" y="243124"/>
                  <a:pt x="2916683" y="247650"/>
                  <a:pt x="2908898" y="252721"/>
                </a:cubicBezTo>
                <a:cubicBezTo>
                  <a:pt x="2889889" y="260153"/>
                  <a:pt x="2869549" y="263487"/>
                  <a:pt x="2849160" y="262500"/>
                </a:cubicBezTo>
                <a:cubicBezTo>
                  <a:pt x="2824715" y="262500"/>
                  <a:pt x="2810775" y="257791"/>
                  <a:pt x="2819103" y="252540"/>
                </a:cubicBezTo>
                <a:cubicBezTo>
                  <a:pt x="2838145" y="245483"/>
                  <a:pt x="2858384" y="242221"/>
                  <a:pt x="2878658" y="242943"/>
                </a:cubicBezTo>
                <a:close/>
                <a:moveTo>
                  <a:pt x="4466165" y="241675"/>
                </a:moveTo>
                <a:cubicBezTo>
                  <a:pt x="4498035" y="241675"/>
                  <a:pt x="4529360" y="248014"/>
                  <a:pt x="4533163" y="254894"/>
                </a:cubicBezTo>
                <a:cubicBezTo>
                  <a:pt x="4536965" y="261776"/>
                  <a:pt x="4511433" y="268294"/>
                  <a:pt x="4478840" y="268114"/>
                </a:cubicBezTo>
                <a:cubicBezTo>
                  <a:pt x="4446246" y="267931"/>
                  <a:pt x="4414557" y="261593"/>
                  <a:pt x="4411660" y="254532"/>
                </a:cubicBezTo>
                <a:cubicBezTo>
                  <a:pt x="4408762" y="247470"/>
                  <a:pt x="4434657" y="241675"/>
                  <a:pt x="4466165" y="241675"/>
                </a:cubicBezTo>
                <a:close/>
                <a:moveTo>
                  <a:pt x="2744319" y="241675"/>
                </a:moveTo>
                <a:cubicBezTo>
                  <a:pt x="2766770" y="241675"/>
                  <a:pt x="2780535" y="245658"/>
                  <a:pt x="2772750" y="250548"/>
                </a:cubicBezTo>
                <a:cubicBezTo>
                  <a:pt x="2754513" y="257321"/>
                  <a:pt x="2735137" y="260460"/>
                  <a:pt x="2715705" y="259783"/>
                </a:cubicBezTo>
                <a:cubicBezTo>
                  <a:pt x="2693798" y="259783"/>
                  <a:pt x="2681484" y="255618"/>
                  <a:pt x="2688364" y="250911"/>
                </a:cubicBezTo>
                <a:cubicBezTo>
                  <a:pt x="2706256" y="244274"/>
                  <a:pt x="2725253" y="241139"/>
                  <a:pt x="2744319" y="241675"/>
                </a:cubicBezTo>
                <a:close/>
                <a:moveTo>
                  <a:pt x="5657656" y="241313"/>
                </a:moveTo>
                <a:cubicBezTo>
                  <a:pt x="5674142" y="240716"/>
                  <a:pt x="5690594" y="243170"/>
                  <a:pt x="5706185" y="248556"/>
                </a:cubicBezTo>
                <a:cubicBezTo>
                  <a:pt x="5715964" y="253807"/>
                  <a:pt x="5708177" y="255980"/>
                  <a:pt x="5688258" y="255980"/>
                </a:cubicBezTo>
                <a:cubicBezTo>
                  <a:pt x="5671701" y="256581"/>
                  <a:pt x="5655175" y="254062"/>
                  <a:pt x="5639548" y="248556"/>
                </a:cubicBezTo>
                <a:cubicBezTo>
                  <a:pt x="5631037" y="244391"/>
                  <a:pt x="5639548" y="241313"/>
                  <a:pt x="5657656" y="241313"/>
                </a:cubicBezTo>
                <a:close/>
                <a:moveTo>
                  <a:pt x="2617928" y="239502"/>
                </a:moveTo>
                <a:cubicBezTo>
                  <a:pt x="2639474" y="239502"/>
                  <a:pt x="2649613" y="243124"/>
                  <a:pt x="2640922" y="247833"/>
                </a:cubicBezTo>
                <a:cubicBezTo>
                  <a:pt x="2624247" y="253716"/>
                  <a:pt x="2606629" y="256422"/>
                  <a:pt x="2588952" y="255800"/>
                </a:cubicBezTo>
                <a:cubicBezTo>
                  <a:pt x="2566862" y="255800"/>
                  <a:pt x="2557085" y="251998"/>
                  <a:pt x="2566319" y="247289"/>
                </a:cubicBezTo>
                <a:cubicBezTo>
                  <a:pt x="2582889" y="241538"/>
                  <a:pt x="2600396" y="238899"/>
                  <a:pt x="2617928" y="239502"/>
                </a:cubicBezTo>
                <a:close/>
                <a:moveTo>
                  <a:pt x="2490810" y="239322"/>
                </a:moveTo>
                <a:cubicBezTo>
                  <a:pt x="2510188" y="239322"/>
                  <a:pt x="2518153" y="242400"/>
                  <a:pt x="2508918" y="246565"/>
                </a:cubicBezTo>
                <a:cubicBezTo>
                  <a:pt x="2493581" y="251947"/>
                  <a:pt x="2477354" y="254403"/>
                  <a:pt x="2461113" y="253808"/>
                </a:cubicBezTo>
                <a:cubicBezTo>
                  <a:pt x="2441555" y="253808"/>
                  <a:pt x="2433772" y="250548"/>
                  <a:pt x="2443005" y="246384"/>
                </a:cubicBezTo>
                <a:cubicBezTo>
                  <a:pt x="2458344" y="240985"/>
                  <a:pt x="2474564" y="238588"/>
                  <a:pt x="2490810" y="239322"/>
                </a:cubicBezTo>
                <a:close/>
                <a:moveTo>
                  <a:pt x="4333256" y="238597"/>
                </a:moveTo>
                <a:cubicBezTo>
                  <a:pt x="4366574" y="238597"/>
                  <a:pt x="4396452" y="244211"/>
                  <a:pt x="4399893" y="251454"/>
                </a:cubicBezTo>
                <a:cubicBezTo>
                  <a:pt x="4403334" y="258698"/>
                  <a:pt x="4378524" y="265036"/>
                  <a:pt x="4344120" y="265217"/>
                </a:cubicBezTo>
                <a:cubicBezTo>
                  <a:pt x="4309715" y="265217"/>
                  <a:pt x="4279657" y="259059"/>
                  <a:pt x="4277303" y="251816"/>
                </a:cubicBezTo>
                <a:cubicBezTo>
                  <a:pt x="4274948" y="244573"/>
                  <a:pt x="4299937" y="238597"/>
                  <a:pt x="4333256" y="238597"/>
                </a:cubicBezTo>
                <a:close/>
                <a:moveTo>
                  <a:pt x="5522029" y="237512"/>
                </a:moveTo>
                <a:cubicBezTo>
                  <a:pt x="5539519" y="237137"/>
                  <a:pt x="5556937" y="239898"/>
                  <a:pt x="5573455" y="245660"/>
                </a:cubicBezTo>
                <a:cubicBezTo>
                  <a:pt x="5581786" y="250006"/>
                  <a:pt x="5571826" y="253627"/>
                  <a:pt x="5551365" y="253627"/>
                </a:cubicBezTo>
                <a:cubicBezTo>
                  <a:pt x="5533249" y="254279"/>
                  <a:pt x="5515178" y="251452"/>
                  <a:pt x="5498127" y="245297"/>
                </a:cubicBezTo>
                <a:cubicBezTo>
                  <a:pt x="5490884" y="240951"/>
                  <a:pt x="5501749" y="237512"/>
                  <a:pt x="5522029" y="237512"/>
                </a:cubicBezTo>
                <a:close/>
                <a:moveTo>
                  <a:pt x="4203604" y="236424"/>
                </a:moveTo>
                <a:cubicBezTo>
                  <a:pt x="4238190" y="236424"/>
                  <a:pt x="4266075" y="242400"/>
                  <a:pt x="4267524" y="249823"/>
                </a:cubicBezTo>
                <a:cubicBezTo>
                  <a:pt x="4268973" y="257249"/>
                  <a:pt x="4243261" y="263044"/>
                  <a:pt x="4208494" y="263044"/>
                </a:cubicBezTo>
                <a:cubicBezTo>
                  <a:pt x="4173907" y="263044"/>
                  <a:pt x="4145840" y="257249"/>
                  <a:pt x="4144391" y="249823"/>
                </a:cubicBezTo>
                <a:cubicBezTo>
                  <a:pt x="4142942" y="242400"/>
                  <a:pt x="4169018" y="236424"/>
                  <a:pt x="4203604" y="236424"/>
                </a:cubicBezTo>
                <a:close/>
                <a:moveTo>
                  <a:pt x="2364055" y="235701"/>
                </a:moveTo>
                <a:cubicBezTo>
                  <a:pt x="2379993" y="235701"/>
                  <a:pt x="2388142" y="238237"/>
                  <a:pt x="2382166" y="241676"/>
                </a:cubicBezTo>
                <a:cubicBezTo>
                  <a:pt x="2368167" y="246676"/>
                  <a:pt x="2353373" y="249070"/>
                  <a:pt x="2338524" y="248739"/>
                </a:cubicBezTo>
                <a:cubicBezTo>
                  <a:pt x="2321684" y="249283"/>
                  <a:pt x="2312995" y="246385"/>
                  <a:pt x="2320056" y="242764"/>
                </a:cubicBezTo>
                <a:cubicBezTo>
                  <a:pt x="2334196" y="237872"/>
                  <a:pt x="2349101" y="235484"/>
                  <a:pt x="2364055" y="235701"/>
                </a:cubicBezTo>
                <a:close/>
                <a:moveTo>
                  <a:pt x="2236035" y="234976"/>
                </a:moveTo>
                <a:cubicBezTo>
                  <a:pt x="2249614" y="234976"/>
                  <a:pt x="2257583" y="237513"/>
                  <a:pt x="2251788" y="240410"/>
                </a:cubicBezTo>
                <a:cubicBezTo>
                  <a:pt x="2239003" y="244343"/>
                  <a:pt x="2225697" y="246298"/>
                  <a:pt x="2212313" y="246205"/>
                </a:cubicBezTo>
                <a:cubicBezTo>
                  <a:pt x="2198552" y="246205"/>
                  <a:pt x="2191669" y="243307"/>
                  <a:pt x="2198552" y="240410"/>
                </a:cubicBezTo>
                <a:cubicBezTo>
                  <a:pt x="2210756" y="236954"/>
                  <a:pt x="2223358" y="235127"/>
                  <a:pt x="2236035" y="234976"/>
                </a:cubicBezTo>
                <a:close/>
                <a:moveTo>
                  <a:pt x="5386583" y="234793"/>
                </a:moveTo>
                <a:cubicBezTo>
                  <a:pt x="5405756" y="234259"/>
                  <a:pt x="5424860" y="237331"/>
                  <a:pt x="5442899" y="243848"/>
                </a:cubicBezTo>
                <a:cubicBezTo>
                  <a:pt x="5449960" y="248375"/>
                  <a:pt x="5437466" y="252357"/>
                  <a:pt x="5416461" y="252357"/>
                </a:cubicBezTo>
                <a:cubicBezTo>
                  <a:pt x="5397229" y="252886"/>
                  <a:pt x="5378069" y="249814"/>
                  <a:pt x="5359965" y="243304"/>
                </a:cubicBezTo>
                <a:cubicBezTo>
                  <a:pt x="5353446" y="238778"/>
                  <a:pt x="5366122" y="234793"/>
                  <a:pt x="5386583" y="234793"/>
                </a:cubicBezTo>
                <a:close/>
                <a:moveTo>
                  <a:pt x="4074495" y="233527"/>
                </a:moveTo>
                <a:cubicBezTo>
                  <a:pt x="4108901" y="233527"/>
                  <a:pt x="4134432" y="239322"/>
                  <a:pt x="4135337" y="246565"/>
                </a:cubicBezTo>
                <a:cubicBezTo>
                  <a:pt x="4136242" y="254171"/>
                  <a:pt x="4109081" y="260146"/>
                  <a:pt x="4073409" y="259966"/>
                </a:cubicBezTo>
                <a:cubicBezTo>
                  <a:pt x="4037736" y="259783"/>
                  <a:pt x="4011843" y="253808"/>
                  <a:pt x="4012748" y="246565"/>
                </a:cubicBezTo>
                <a:cubicBezTo>
                  <a:pt x="4013653" y="239322"/>
                  <a:pt x="4040091" y="233527"/>
                  <a:pt x="4074495" y="233527"/>
                </a:cubicBezTo>
                <a:close/>
                <a:moveTo>
                  <a:pt x="2113802" y="232803"/>
                </a:moveTo>
                <a:cubicBezTo>
                  <a:pt x="2124848" y="232803"/>
                  <a:pt x="2129738" y="235340"/>
                  <a:pt x="2123763" y="237693"/>
                </a:cubicBezTo>
                <a:cubicBezTo>
                  <a:pt x="2112607" y="240769"/>
                  <a:pt x="2101109" y="242353"/>
                  <a:pt x="2089538" y="242400"/>
                </a:cubicBezTo>
                <a:cubicBezTo>
                  <a:pt x="2078312" y="242400"/>
                  <a:pt x="2073424" y="239866"/>
                  <a:pt x="2079579" y="237513"/>
                </a:cubicBezTo>
                <a:cubicBezTo>
                  <a:pt x="2090717" y="234360"/>
                  <a:pt x="2102231" y="232777"/>
                  <a:pt x="2113802" y="232803"/>
                </a:cubicBezTo>
                <a:close/>
                <a:moveTo>
                  <a:pt x="1980158" y="232259"/>
                </a:moveTo>
                <a:cubicBezTo>
                  <a:pt x="1988850" y="231716"/>
                  <a:pt x="1994103" y="233527"/>
                  <a:pt x="1989937" y="235701"/>
                </a:cubicBezTo>
                <a:cubicBezTo>
                  <a:pt x="1981209" y="238180"/>
                  <a:pt x="1972209" y="239520"/>
                  <a:pt x="1963138" y="239683"/>
                </a:cubicBezTo>
                <a:cubicBezTo>
                  <a:pt x="1955351" y="239683"/>
                  <a:pt x="1950644" y="238054"/>
                  <a:pt x="1953902" y="236425"/>
                </a:cubicBezTo>
                <a:cubicBezTo>
                  <a:pt x="1962414" y="233771"/>
                  <a:pt x="1971249" y="232366"/>
                  <a:pt x="1980158" y="232259"/>
                </a:cubicBezTo>
                <a:close/>
                <a:moveTo>
                  <a:pt x="3939953" y="231715"/>
                </a:moveTo>
                <a:cubicBezTo>
                  <a:pt x="3973271" y="231715"/>
                  <a:pt x="3999529" y="237329"/>
                  <a:pt x="3998985" y="244572"/>
                </a:cubicBezTo>
                <a:cubicBezTo>
                  <a:pt x="3998985" y="251996"/>
                  <a:pt x="3970557" y="257790"/>
                  <a:pt x="3936151" y="257790"/>
                </a:cubicBezTo>
                <a:cubicBezTo>
                  <a:pt x="3901747" y="257790"/>
                  <a:pt x="3875672" y="251815"/>
                  <a:pt x="3877301" y="244392"/>
                </a:cubicBezTo>
                <a:cubicBezTo>
                  <a:pt x="3878931" y="236966"/>
                  <a:pt x="3906635" y="231715"/>
                  <a:pt x="3939953" y="231715"/>
                </a:cubicBezTo>
                <a:close/>
                <a:moveTo>
                  <a:pt x="5252947" y="231535"/>
                </a:moveTo>
                <a:cubicBezTo>
                  <a:pt x="5271973" y="230511"/>
                  <a:pt x="5290996" y="233598"/>
                  <a:pt x="5308719" y="240588"/>
                </a:cubicBezTo>
                <a:cubicBezTo>
                  <a:pt x="5317411" y="246021"/>
                  <a:pt x="5304554" y="250004"/>
                  <a:pt x="5278118" y="249824"/>
                </a:cubicBezTo>
                <a:cubicBezTo>
                  <a:pt x="5259156" y="250890"/>
                  <a:pt x="5240205" y="247607"/>
                  <a:pt x="5222707" y="240227"/>
                </a:cubicBezTo>
                <a:cubicBezTo>
                  <a:pt x="5215646" y="235701"/>
                  <a:pt x="5228321" y="231355"/>
                  <a:pt x="5252947" y="231535"/>
                </a:cubicBezTo>
                <a:close/>
                <a:moveTo>
                  <a:pt x="5118950" y="228819"/>
                </a:moveTo>
                <a:cubicBezTo>
                  <a:pt x="5139297" y="227971"/>
                  <a:pt x="5159608" y="231170"/>
                  <a:pt x="5178706" y="238235"/>
                </a:cubicBezTo>
                <a:cubicBezTo>
                  <a:pt x="5186854" y="243668"/>
                  <a:pt x="5173092" y="248375"/>
                  <a:pt x="5148105" y="248558"/>
                </a:cubicBezTo>
                <a:cubicBezTo>
                  <a:pt x="5127105" y="249657"/>
                  <a:pt x="5106117" y="246259"/>
                  <a:pt x="5086538" y="238598"/>
                </a:cubicBezTo>
                <a:cubicBezTo>
                  <a:pt x="5079656" y="233347"/>
                  <a:pt x="5094506" y="228819"/>
                  <a:pt x="5118950" y="228819"/>
                </a:cubicBezTo>
                <a:close/>
                <a:moveTo>
                  <a:pt x="3811570" y="228818"/>
                </a:moveTo>
                <a:cubicBezTo>
                  <a:pt x="3843620" y="228818"/>
                  <a:pt x="3870058" y="234793"/>
                  <a:pt x="3867885" y="241675"/>
                </a:cubicBezTo>
                <a:cubicBezTo>
                  <a:pt x="3865713" y="248555"/>
                  <a:pt x="3836377" y="254532"/>
                  <a:pt x="3804327" y="254532"/>
                </a:cubicBezTo>
                <a:cubicBezTo>
                  <a:pt x="3772277" y="254532"/>
                  <a:pt x="3744753" y="248375"/>
                  <a:pt x="3748011" y="241312"/>
                </a:cubicBezTo>
                <a:cubicBezTo>
                  <a:pt x="3751272" y="234252"/>
                  <a:pt x="3780425" y="228818"/>
                  <a:pt x="3811570" y="228818"/>
                </a:cubicBezTo>
                <a:close/>
                <a:moveTo>
                  <a:pt x="3684818" y="227552"/>
                </a:moveTo>
                <a:cubicBezTo>
                  <a:pt x="3717049" y="227552"/>
                  <a:pt x="3739141" y="232622"/>
                  <a:pt x="3735700" y="239683"/>
                </a:cubicBezTo>
                <a:cubicBezTo>
                  <a:pt x="3732259" y="246746"/>
                  <a:pt x="3704735" y="252179"/>
                  <a:pt x="3670332" y="251997"/>
                </a:cubicBezTo>
                <a:cubicBezTo>
                  <a:pt x="3635926" y="251816"/>
                  <a:pt x="3616008" y="246202"/>
                  <a:pt x="3621078" y="239141"/>
                </a:cubicBezTo>
                <a:cubicBezTo>
                  <a:pt x="3626148" y="232079"/>
                  <a:pt x="3652585" y="227370"/>
                  <a:pt x="3684818" y="227552"/>
                </a:cubicBezTo>
                <a:close/>
                <a:moveTo>
                  <a:pt x="6155802" y="226645"/>
                </a:moveTo>
                <a:cubicBezTo>
                  <a:pt x="6163461" y="226469"/>
                  <a:pt x="6171100" y="227509"/>
                  <a:pt x="6178436" y="229723"/>
                </a:cubicBezTo>
                <a:cubicBezTo>
                  <a:pt x="6183867" y="231716"/>
                  <a:pt x="6180970" y="232984"/>
                  <a:pt x="6171193" y="232803"/>
                </a:cubicBezTo>
                <a:cubicBezTo>
                  <a:pt x="6163533" y="232980"/>
                  <a:pt x="6155893" y="231940"/>
                  <a:pt x="6148558" y="229723"/>
                </a:cubicBezTo>
                <a:cubicBezTo>
                  <a:pt x="6143306" y="227733"/>
                  <a:pt x="6146203" y="226465"/>
                  <a:pt x="6155802" y="226645"/>
                </a:cubicBezTo>
                <a:close/>
                <a:moveTo>
                  <a:pt x="4980970" y="225741"/>
                </a:moveTo>
                <a:cubicBezTo>
                  <a:pt x="5001865" y="224347"/>
                  <a:pt x="5022799" y="227754"/>
                  <a:pt x="5042175" y="235700"/>
                </a:cubicBezTo>
                <a:cubicBezTo>
                  <a:pt x="5049960" y="241675"/>
                  <a:pt x="5035293" y="246202"/>
                  <a:pt x="5007226" y="246202"/>
                </a:cubicBezTo>
                <a:cubicBezTo>
                  <a:pt x="4986512" y="247709"/>
                  <a:pt x="4965742" y="244103"/>
                  <a:pt x="4946747" y="235700"/>
                </a:cubicBezTo>
                <a:cubicBezTo>
                  <a:pt x="4940409" y="230086"/>
                  <a:pt x="4954895" y="225921"/>
                  <a:pt x="4980970" y="225741"/>
                </a:cubicBezTo>
                <a:close/>
                <a:moveTo>
                  <a:pt x="3557881" y="224835"/>
                </a:moveTo>
                <a:cubicBezTo>
                  <a:pt x="3587940" y="224835"/>
                  <a:pt x="3609307" y="230269"/>
                  <a:pt x="3605324" y="236787"/>
                </a:cubicBezTo>
                <a:cubicBezTo>
                  <a:pt x="3601339" y="243304"/>
                  <a:pt x="3572730" y="248737"/>
                  <a:pt x="3541585" y="248557"/>
                </a:cubicBezTo>
                <a:cubicBezTo>
                  <a:pt x="3510440" y="248376"/>
                  <a:pt x="3489435" y="242943"/>
                  <a:pt x="3494505" y="236424"/>
                </a:cubicBezTo>
                <a:cubicBezTo>
                  <a:pt x="3499575" y="229905"/>
                  <a:pt x="3527823" y="224835"/>
                  <a:pt x="3557881" y="224835"/>
                </a:cubicBezTo>
                <a:close/>
                <a:moveTo>
                  <a:pt x="3432214" y="224293"/>
                </a:moveTo>
                <a:cubicBezTo>
                  <a:pt x="3460099" y="224656"/>
                  <a:pt x="3480018" y="228821"/>
                  <a:pt x="3475129" y="235701"/>
                </a:cubicBezTo>
                <a:cubicBezTo>
                  <a:pt x="3470239" y="242039"/>
                  <a:pt x="3440181" y="247290"/>
                  <a:pt x="3410845" y="247110"/>
                </a:cubicBezTo>
                <a:cubicBezTo>
                  <a:pt x="3381512" y="246929"/>
                  <a:pt x="3362499" y="241496"/>
                  <a:pt x="3368111" y="235340"/>
                </a:cubicBezTo>
                <a:cubicBezTo>
                  <a:pt x="3373724" y="229182"/>
                  <a:pt x="3404327" y="223931"/>
                  <a:pt x="3432214" y="224293"/>
                </a:cubicBezTo>
                <a:close/>
                <a:moveTo>
                  <a:pt x="6020355" y="223748"/>
                </a:moveTo>
                <a:cubicBezTo>
                  <a:pt x="6030092" y="223514"/>
                  <a:pt x="6039805" y="224797"/>
                  <a:pt x="6049147" y="227552"/>
                </a:cubicBezTo>
                <a:cubicBezTo>
                  <a:pt x="6056209" y="230086"/>
                  <a:pt x="6053130" y="231898"/>
                  <a:pt x="6041179" y="231898"/>
                </a:cubicBezTo>
                <a:cubicBezTo>
                  <a:pt x="6030813" y="232346"/>
                  <a:pt x="6020448" y="230936"/>
                  <a:pt x="6010578" y="227732"/>
                </a:cubicBezTo>
                <a:cubicBezTo>
                  <a:pt x="6004240" y="225197"/>
                  <a:pt x="6008042" y="223567"/>
                  <a:pt x="6020355" y="223748"/>
                </a:cubicBezTo>
                <a:close/>
                <a:moveTo>
                  <a:pt x="4850956" y="223024"/>
                </a:moveTo>
                <a:cubicBezTo>
                  <a:pt x="4872377" y="221522"/>
                  <a:pt x="4893848" y="225121"/>
                  <a:pt x="4913608" y="233525"/>
                </a:cubicBezTo>
                <a:cubicBezTo>
                  <a:pt x="4920309" y="239502"/>
                  <a:pt x="4902562" y="244572"/>
                  <a:pt x="4874134" y="244572"/>
                </a:cubicBezTo>
                <a:cubicBezTo>
                  <a:pt x="4853051" y="246025"/>
                  <a:pt x="4831928" y="242360"/>
                  <a:pt x="4812567" y="233889"/>
                </a:cubicBezTo>
                <a:cubicBezTo>
                  <a:pt x="4805868" y="228094"/>
                  <a:pt x="4823251" y="223205"/>
                  <a:pt x="4850956" y="223024"/>
                </a:cubicBezTo>
                <a:close/>
                <a:moveTo>
                  <a:pt x="3305640" y="221034"/>
                </a:moveTo>
                <a:cubicBezTo>
                  <a:pt x="3333525" y="221034"/>
                  <a:pt x="3351633" y="225924"/>
                  <a:pt x="3346019" y="231899"/>
                </a:cubicBezTo>
                <a:cubicBezTo>
                  <a:pt x="3326546" y="240632"/>
                  <a:pt x="3305183" y="244307"/>
                  <a:pt x="3283910" y="242583"/>
                </a:cubicBezTo>
                <a:cubicBezTo>
                  <a:pt x="3256386" y="242583"/>
                  <a:pt x="3239183" y="237513"/>
                  <a:pt x="3244797" y="231718"/>
                </a:cubicBezTo>
                <a:cubicBezTo>
                  <a:pt x="3263856" y="223089"/>
                  <a:pt x="3284783" y="219414"/>
                  <a:pt x="3305640" y="221034"/>
                </a:cubicBezTo>
                <a:close/>
                <a:moveTo>
                  <a:pt x="4722030" y="219946"/>
                </a:moveTo>
                <a:cubicBezTo>
                  <a:pt x="4751544" y="219946"/>
                  <a:pt x="4777258" y="224473"/>
                  <a:pt x="4783052" y="230811"/>
                </a:cubicBezTo>
                <a:cubicBezTo>
                  <a:pt x="4788847" y="237149"/>
                  <a:pt x="4770920" y="241856"/>
                  <a:pt x="4740499" y="241856"/>
                </a:cubicBezTo>
                <a:cubicBezTo>
                  <a:pt x="4710078" y="241856"/>
                  <a:pt x="4684183" y="236967"/>
                  <a:pt x="4679113" y="230631"/>
                </a:cubicBezTo>
                <a:cubicBezTo>
                  <a:pt x="4674043" y="224292"/>
                  <a:pt x="4692333" y="219946"/>
                  <a:pt x="4722030" y="219946"/>
                </a:cubicBezTo>
                <a:close/>
                <a:moveTo>
                  <a:pt x="5884003" y="219946"/>
                </a:moveTo>
                <a:cubicBezTo>
                  <a:pt x="5895647" y="219703"/>
                  <a:pt x="5907257" y="221292"/>
                  <a:pt x="5918409" y="224653"/>
                </a:cubicBezTo>
                <a:cubicBezTo>
                  <a:pt x="5926195" y="227731"/>
                  <a:pt x="5921850" y="229904"/>
                  <a:pt x="5907363" y="229904"/>
                </a:cubicBezTo>
                <a:cubicBezTo>
                  <a:pt x="5895090" y="230273"/>
                  <a:pt x="5882847" y="228560"/>
                  <a:pt x="5871147" y="224834"/>
                </a:cubicBezTo>
                <a:cubicBezTo>
                  <a:pt x="5864265" y="221756"/>
                  <a:pt x="5869336" y="219946"/>
                  <a:pt x="5884003" y="219946"/>
                </a:cubicBezTo>
                <a:close/>
                <a:moveTo>
                  <a:pt x="3175627" y="219765"/>
                </a:moveTo>
                <a:cubicBezTo>
                  <a:pt x="3201702" y="219765"/>
                  <a:pt x="3216730" y="223930"/>
                  <a:pt x="3211842" y="229544"/>
                </a:cubicBezTo>
                <a:cubicBezTo>
                  <a:pt x="3193350" y="238116"/>
                  <a:pt x="3172929" y="241673"/>
                  <a:pt x="3152629" y="239865"/>
                </a:cubicBezTo>
                <a:cubicBezTo>
                  <a:pt x="3124562" y="239865"/>
                  <a:pt x="3109171" y="235519"/>
                  <a:pt x="3116414" y="229725"/>
                </a:cubicBezTo>
                <a:cubicBezTo>
                  <a:pt x="3135067" y="221710"/>
                  <a:pt x="3155376" y="218296"/>
                  <a:pt x="3175627" y="219765"/>
                </a:cubicBezTo>
                <a:close/>
                <a:moveTo>
                  <a:pt x="4591291" y="217592"/>
                </a:moveTo>
                <a:cubicBezTo>
                  <a:pt x="4619539" y="217592"/>
                  <a:pt x="4648872" y="222482"/>
                  <a:pt x="4654667" y="228637"/>
                </a:cubicBezTo>
                <a:cubicBezTo>
                  <a:pt x="4660461" y="234795"/>
                  <a:pt x="4638732" y="240589"/>
                  <a:pt x="4608674" y="240589"/>
                </a:cubicBezTo>
                <a:cubicBezTo>
                  <a:pt x="4578615" y="240589"/>
                  <a:pt x="4550186" y="235156"/>
                  <a:pt x="4545840" y="229001"/>
                </a:cubicBezTo>
                <a:cubicBezTo>
                  <a:pt x="4541494" y="222843"/>
                  <a:pt x="4563224" y="217592"/>
                  <a:pt x="4591291" y="217592"/>
                </a:cubicBezTo>
                <a:close/>
                <a:moveTo>
                  <a:pt x="5752180" y="217591"/>
                </a:moveTo>
                <a:cubicBezTo>
                  <a:pt x="5765398" y="217420"/>
                  <a:pt x="5778554" y="219439"/>
                  <a:pt x="5791112" y="223568"/>
                </a:cubicBezTo>
                <a:cubicBezTo>
                  <a:pt x="5798173" y="227007"/>
                  <a:pt x="5790025" y="229543"/>
                  <a:pt x="5773005" y="229180"/>
                </a:cubicBezTo>
                <a:cubicBezTo>
                  <a:pt x="5759992" y="229372"/>
                  <a:pt x="5747049" y="227228"/>
                  <a:pt x="5734796" y="222844"/>
                </a:cubicBezTo>
                <a:cubicBezTo>
                  <a:pt x="5728639" y="219403"/>
                  <a:pt x="5736426" y="217591"/>
                  <a:pt x="5752180" y="217591"/>
                </a:cubicBezTo>
                <a:close/>
                <a:moveTo>
                  <a:pt x="3050863" y="217591"/>
                </a:moveTo>
                <a:cubicBezTo>
                  <a:pt x="3074585" y="217591"/>
                  <a:pt x="3089976" y="222119"/>
                  <a:pt x="3083820" y="227007"/>
                </a:cubicBezTo>
                <a:cubicBezTo>
                  <a:pt x="3065418" y="234039"/>
                  <a:pt x="3045711" y="237003"/>
                  <a:pt x="3026056" y="235699"/>
                </a:cubicBezTo>
                <a:cubicBezTo>
                  <a:pt x="3001792" y="235699"/>
                  <a:pt x="2986399" y="231172"/>
                  <a:pt x="2993462" y="226102"/>
                </a:cubicBezTo>
                <a:cubicBezTo>
                  <a:pt x="3011807" y="219348"/>
                  <a:pt x="3031349" y="216450"/>
                  <a:pt x="3050863" y="217591"/>
                </a:cubicBezTo>
                <a:close/>
                <a:moveTo>
                  <a:pt x="2927368" y="216324"/>
                </a:moveTo>
                <a:cubicBezTo>
                  <a:pt x="2950003" y="216505"/>
                  <a:pt x="2961592" y="220307"/>
                  <a:pt x="2954168" y="225197"/>
                </a:cubicBezTo>
                <a:cubicBezTo>
                  <a:pt x="2936866" y="231847"/>
                  <a:pt x="2918350" y="234748"/>
                  <a:pt x="2899845" y="233708"/>
                </a:cubicBezTo>
                <a:cubicBezTo>
                  <a:pt x="2876304" y="233708"/>
                  <a:pt x="2864917" y="229543"/>
                  <a:pt x="2873045" y="224653"/>
                </a:cubicBezTo>
                <a:cubicBezTo>
                  <a:pt x="2890400" y="218218"/>
                  <a:pt x="2908882" y="215383"/>
                  <a:pt x="2927368" y="216324"/>
                </a:cubicBezTo>
                <a:close/>
                <a:moveTo>
                  <a:pt x="4465441" y="214515"/>
                </a:moveTo>
                <a:cubicBezTo>
                  <a:pt x="4495682" y="214515"/>
                  <a:pt x="4522118" y="219585"/>
                  <a:pt x="4525922" y="225921"/>
                </a:cubicBezTo>
                <a:cubicBezTo>
                  <a:pt x="4529724" y="232260"/>
                  <a:pt x="4507815" y="237873"/>
                  <a:pt x="4475221" y="237510"/>
                </a:cubicBezTo>
                <a:cubicBezTo>
                  <a:pt x="4442627" y="237149"/>
                  <a:pt x="4418181" y="232079"/>
                  <a:pt x="4415645" y="225560"/>
                </a:cubicBezTo>
                <a:cubicBezTo>
                  <a:pt x="4413111" y="219042"/>
                  <a:pt x="4434840" y="214333"/>
                  <a:pt x="4465441" y="214515"/>
                </a:cubicBezTo>
                <a:close/>
                <a:moveTo>
                  <a:pt x="2803348" y="213971"/>
                </a:moveTo>
                <a:cubicBezTo>
                  <a:pt x="2823992" y="213971"/>
                  <a:pt x="2835762" y="217773"/>
                  <a:pt x="2828699" y="222119"/>
                </a:cubicBezTo>
                <a:cubicBezTo>
                  <a:pt x="2811879" y="228172"/>
                  <a:pt x="2794062" y="230940"/>
                  <a:pt x="2776188" y="230267"/>
                </a:cubicBezTo>
                <a:cubicBezTo>
                  <a:pt x="2755182" y="230267"/>
                  <a:pt x="2743594" y="226284"/>
                  <a:pt x="2751199" y="221938"/>
                </a:cubicBezTo>
                <a:cubicBezTo>
                  <a:pt x="2767949" y="216113"/>
                  <a:pt x="2785622" y="213412"/>
                  <a:pt x="2803348" y="213971"/>
                </a:cubicBezTo>
                <a:close/>
                <a:moveTo>
                  <a:pt x="5616371" y="213608"/>
                </a:moveTo>
                <a:cubicBezTo>
                  <a:pt x="5631528" y="213427"/>
                  <a:pt x="5646621" y="215627"/>
                  <a:pt x="5661096" y="220127"/>
                </a:cubicBezTo>
                <a:cubicBezTo>
                  <a:pt x="5668339" y="223748"/>
                  <a:pt x="5659647" y="226828"/>
                  <a:pt x="5642988" y="226828"/>
                </a:cubicBezTo>
                <a:cubicBezTo>
                  <a:pt x="5627800" y="227045"/>
                  <a:pt x="5612683" y="224718"/>
                  <a:pt x="5598263" y="219946"/>
                </a:cubicBezTo>
                <a:cubicBezTo>
                  <a:pt x="5592286" y="216505"/>
                  <a:pt x="5600797" y="213790"/>
                  <a:pt x="5616371" y="213608"/>
                </a:cubicBezTo>
                <a:close/>
                <a:moveTo>
                  <a:pt x="2680942" y="212703"/>
                </a:moveTo>
                <a:cubicBezTo>
                  <a:pt x="2699049" y="212703"/>
                  <a:pt x="2708284" y="216507"/>
                  <a:pt x="2701404" y="220309"/>
                </a:cubicBezTo>
                <a:cubicBezTo>
                  <a:pt x="2685321" y="225752"/>
                  <a:pt x="2668393" y="228267"/>
                  <a:pt x="2651427" y="227733"/>
                </a:cubicBezTo>
                <a:cubicBezTo>
                  <a:pt x="2632413" y="227733"/>
                  <a:pt x="2622453" y="223750"/>
                  <a:pt x="2630600" y="219765"/>
                </a:cubicBezTo>
                <a:cubicBezTo>
                  <a:pt x="2646881" y="214648"/>
                  <a:pt x="2663885" y="212262"/>
                  <a:pt x="2680942" y="212703"/>
                </a:cubicBezTo>
                <a:close/>
                <a:moveTo>
                  <a:pt x="4333617" y="212522"/>
                </a:moveTo>
                <a:cubicBezTo>
                  <a:pt x="4365486" y="212703"/>
                  <a:pt x="4390474" y="217592"/>
                  <a:pt x="4393371" y="224111"/>
                </a:cubicBezTo>
                <a:cubicBezTo>
                  <a:pt x="4396088" y="230810"/>
                  <a:pt x="4374358" y="235880"/>
                  <a:pt x="4341584" y="235880"/>
                </a:cubicBezTo>
                <a:cubicBezTo>
                  <a:pt x="4308808" y="235880"/>
                  <a:pt x="4283639" y="230630"/>
                  <a:pt x="4281828" y="223928"/>
                </a:cubicBezTo>
                <a:cubicBezTo>
                  <a:pt x="4280018" y="217229"/>
                  <a:pt x="4301747" y="212340"/>
                  <a:pt x="4333617" y="212522"/>
                </a:cubicBezTo>
                <a:close/>
                <a:moveTo>
                  <a:pt x="5485088" y="211072"/>
                </a:moveTo>
                <a:cubicBezTo>
                  <a:pt x="5501272" y="210638"/>
                  <a:pt x="5517418" y="212840"/>
                  <a:pt x="5532893" y="217591"/>
                </a:cubicBezTo>
                <a:cubicBezTo>
                  <a:pt x="5540499" y="221395"/>
                  <a:pt x="5531083" y="224834"/>
                  <a:pt x="5512612" y="225017"/>
                </a:cubicBezTo>
                <a:cubicBezTo>
                  <a:pt x="5496141" y="225410"/>
                  <a:pt x="5479723" y="222959"/>
                  <a:pt x="5464083" y="217773"/>
                </a:cubicBezTo>
                <a:cubicBezTo>
                  <a:pt x="5457383" y="214693"/>
                  <a:pt x="5467163" y="211254"/>
                  <a:pt x="5485088" y="211072"/>
                </a:cubicBezTo>
                <a:close/>
                <a:moveTo>
                  <a:pt x="2555997" y="210893"/>
                </a:moveTo>
                <a:cubicBezTo>
                  <a:pt x="2574106" y="210893"/>
                  <a:pt x="2582255" y="213608"/>
                  <a:pt x="2576278" y="217049"/>
                </a:cubicBezTo>
                <a:cubicBezTo>
                  <a:pt x="2561755" y="222147"/>
                  <a:pt x="2546403" y="224482"/>
                  <a:pt x="2531010" y="223930"/>
                </a:cubicBezTo>
                <a:cubicBezTo>
                  <a:pt x="2512900" y="223930"/>
                  <a:pt x="2505481" y="221033"/>
                  <a:pt x="2512900" y="217412"/>
                </a:cubicBezTo>
                <a:cubicBezTo>
                  <a:pt x="2526775" y="212724"/>
                  <a:pt x="2541369" y="210517"/>
                  <a:pt x="2555997" y="210893"/>
                </a:cubicBezTo>
                <a:close/>
                <a:moveTo>
                  <a:pt x="2427796" y="209806"/>
                </a:moveTo>
                <a:cubicBezTo>
                  <a:pt x="2444275" y="209623"/>
                  <a:pt x="2451336" y="212159"/>
                  <a:pt x="2444275" y="215600"/>
                </a:cubicBezTo>
                <a:cubicBezTo>
                  <a:pt x="2431833" y="219671"/>
                  <a:pt x="2418797" y="221568"/>
                  <a:pt x="2405704" y="221213"/>
                </a:cubicBezTo>
                <a:cubicBezTo>
                  <a:pt x="2389048" y="221213"/>
                  <a:pt x="2382164" y="218859"/>
                  <a:pt x="2389409" y="215418"/>
                </a:cubicBezTo>
                <a:cubicBezTo>
                  <a:pt x="2401773" y="211319"/>
                  <a:pt x="2414777" y="209420"/>
                  <a:pt x="2427796" y="209806"/>
                </a:cubicBezTo>
                <a:close/>
                <a:moveTo>
                  <a:pt x="4207587" y="209625"/>
                </a:moveTo>
                <a:cubicBezTo>
                  <a:pt x="4239274" y="209625"/>
                  <a:pt x="4263359" y="214515"/>
                  <a:pt x="4265349" y="221034"/>
                </a:cubicBezTo>
                <a:cubicBezTo>
                  <a:pt x="4267342" y="227914"/>
                  <a:pt x="4245069" y="232984"/>
                  <a:pt x="4212475" y="232984"/>
                </a:cubicBezTo>
                <a:cubicBezTo>
                  <a:pt x="4179881" y="232984"/>
                  <a:pt x="4153805" y="227734"/>
                  <a:pt x="4153264" y="220853"/>
                </a:cubicBezTo>
                <a:cubicBezTo>
                  <a:pt x="4152720" y="213971"/>
                  <a:pt x="4175898" y="209625"/>
                  <a:pt x="4207587" y="209625"/>
                </a:cubicBezTo>
                <a:close/>
                <a:moveTo>
                  <a:pt x="2306475" y="208718"/>
                </a:moveTo>
                <a:cubicBezTo>
                  <a:pt x="2320415" y="208718"/>
                  <a:pt x="2324581" y="210893"/>
                  <a:pt x="2317517" y="213971"/>
                </a:cubicBezTo>
                <a:cubicBezTo>
                  <a:pt x="2305784" y="217510"/>
                  <a:pt x="2293544" y="219041"/>
                  <a:pt x="2281304" y="218497"/>
                </a:cubicBezTo>
                <a:cubicBezTo>
                  <a:pt x="2268267" y="218497"/>
                  <a:pt x="2264284" y="216324"/>
                  <a:pt x="2270982" y="213607"/>
                </a:cubicBezTo>
                <a:cubicBezTo>
                  <a:pt x="2282428" y="209878"/>
                  <a:pt x="2294452" y="208222"/>
                  <a:pt x="2306475" y="208718"/>
                </a:cubicBezTo>
                <a:close/>
                <a:moveTo>
                  <a:pt x="5349283" y="207997"/>
                </a:moveTo>
                <a:cubicBezTo>
                  <a:pt x="5366315" y="207126"/>
                  <a:pt x="5383353" y="209586"/>
                  <a:pt x="5399441" y="215240"/>
                </a:cubicBezTo>
                <a:cubicBezTo>
                  <a:pt x="5407590" y="219766"/>
                  <a:pt x="5398173" y="223026"/>
                  <a:pt x="5376988" y="223207"/>
                </a:cubicBezTo>
                <a:cubicBezTo>
                  <a:pt x="5359809" y="224078"/>
                  <a:pt x="5342627" y="221490"/>
                  <a:pt x="5326466" y="215601"/>
                </a:cubicBezTo>
                <a:cubicBezTo>
                  <a:pt x="5318679" y="211257"/>
                  <a:pt x="5328278" y="207997"/>
                  <a:pt x="5349283" y="207997"/>
                </a:cubicBezTo>
                <a:close/>
                <a:moveTo>
                  <a:pt x="4081557" y="207633"/>
                </a:moveTo>
                <a:cubicBezTo>
                  <a:pt x="4112340" y="207633"/>
                  <a:pt x="4138959" y="213065"/>
                  <a:pt x="4138778" y="219583"/>
                </a:cubicBezTo>
                <a:cubicBezTo>
                  <a:pt x="4138597" y="226102"/>
                  <a:pt x="4113064" y="231353"/>
                  <a:pt x="4082282" y="231173"/>
                </a:cubicBezTo>
                <a:cubicBezTo>
                  <a:pt x="4051497" y="230992"/>
                  <a:pt x="4023793" y="225378"/>
                  <a:pt x="4025061" y="218859"/>
                </a:cubicBezTo>
                <a:cubicBezTo>
                  <a:pt x="4026329" y="212340"/>
                  <a:pt x="4051497" y="207451"/>
                  <a:pt x="4081557" y="207633"/>
                </a:cubicBezTo>
                <a:close/>
                <a:moveTo>
                  <a:pt x="2184784" y="206908"/>
                </a:moveTo>
                <a:cubicBezTo>
                  <a:pt x="2196737" y="206908"/>
                  <a:pt x="2201084" y="208540"/>
                  <a:pt x="2194383" y="210893"/>
                </a:cubicBezTo>
                <a:cubicBezTo>
                  <a:pt x="2184838" y="213874"/>
                  <a:pt x="2174844" y="215161"/>
                  <a:pt x="2164868" y="214695"/>
                </a:cubicBezTo>
                <a:cubicBezTo>
                  <a:pt x="2154002" y="214695"/>
                  <a:pt x="2150743" y="213247"/>
                  <a:pt x="2155994" y="210893"/>
                </a:cubicBezTo>
                <a:cubicBezTo>
                  <a:pt x="2165300" y="207965"/>
                  <a:pt x="2175025" y="206618"/>
                  <a:pt x="2184784" y="206908"/>
                </a:cubicBezTo>
                <a:close/>
                <a:moveTo>
                  <a:pt x="2063631" y="206004"/>
                </a:moveTo>
                <a:cubicBezTo>
                  <a:pt x="2071235" y="206185"/>
                  <a:pt x="2074313" y="207272"/>
                  <a:pt x="2068881" y="209082"/>
                </a:cubicBezTo>
                <a:cubicBezTo>
                  <a:pt x="2061294" y="211272"/>
                  <a:pt x="2053418" y="212250"/>
                  <a:pt x="2045523" y="211980"/>
                </a:cubicBezTo>
                <a:cubicBezTo>
                  <a:pt x="2037736" y="211980"/>
                  <a:pt x="2035744" y="210714"/>
                  <a:pt x="2040270" y="208902"/>
                </a:cubicBezTo>
                <a:cubicBezTo>
                  <a:pt x="2047857" y="206711"/>
                  <a:pt x="2055735" y="205734"/>
                  <a:pt x="2063631" y="206004"/>
                </a:cubicBezTo>
                <a:close/>
                <a:moveTo>
                  <a:pt x="5219810" y="205460"/>
                </a:moveTo>
                <a:cubicBezTo>
                  <a:pt x="5237838" y="204758"/>
                  <a:pt x="5255838" y="207462"/>
                  <a:pt x="5272866" y="213427"/>
                </a:cubicBezTo>
                <a:cubicBezTo>
                  <a:pt x="5281196" y="217592"/>
                  <a:pt x="5269063" y="221938"/>
                  <a:pt x="5247334" y="221938"/>
                </a:cubicBezTo>
                <a:cubicBezTo>
                  <a:pt x="5228869" y="222765"/>
                  <a:pt x="5210419" y="219999"/>
                  <a:pt x="5193011" y="213788"/>
                </a:cubicBezTo>
                <a:cubicBezTo>
                  <a:pt x="5186131" y="209262"/>
                  <a:pt x="5198444" y="205460"/>
                  <a:pt x="5219810" y="205460"/>
                </a:cubicBezTo>
                <a:close/>
                <a:moveTo>
                  <a:pt x="3957520" y="205098"/>
                </a:moveTo>
                <a:cubicBezTo>
                  <a:pt x="3989209" y="205098"/>
                  <a:pt x="4011843" y="209805"/>
                  <a:pt x="4011843" y="216507"/>
                </a:cubicBezTo>
                <a:cubicBezTo>
                  <a:pt x="4011843" y="223206"/>
                  <a:pt x="3987580" y="228095"/>
                  <a:pt x="3954985" y="228095"/>
                </a:cubicBezTo>
                <a:cubicBezTo>
                  <a:pt x="3922391" y="228095"/>
                  <a:pt x="3900662" y="223025"/>
                  <a:pt x="3900662" y="216326"/>
                </a:cubicBezTo>
                <a:cubicBezTo>
                  <a:pt x="3900662" y="209625"/>
                  <a:pt x="3925108" y="205098"/>
                  <a:pt x="3957520" y="205098"/>
                </a:cubicBezTo>
                <a:close/>
                <a:moveTo>
                  <a:pt x="3834024" y="203469"/>
                </a:moveTo>
                <a:cubicBezTo>
                  <a:pt x="3865169" y="203650"/>
                  <a:pt x="3885089" y="208359"/>
                  <a:pt x="3883821" y="214695"/>
                </a:cubicBezTo>
                <a:cubicBezTo>
                  <a:pt x="3882192" y="221214"/>
                  <a:pt x="3856297" y="226103"/>
                  <a:pt x="3824247" y="225923"/>
                </a:cubicBezTo>
                <a:cubicBezTo>
                  <a:pt x="3792196" y="225742"/>
                  <a:pt x="3772277" y="220852"/>
                  <a:pt x="3774813" y="214334"/>
                </a:cubicBezTo>
                <a:cubicBezTo>
                  <a:pt x="3777347" y="207815"/>
                  <a:pt x="3802879" y="203287"/>
                  <a:pt x="3834024" y="203469"/>
                </a:cubicBezTo>
                <a:close/>
                <a:moveTo>
                  <a:pt x="5092151" y="203287"/>
                </a:moveTo>
                <a:cubicBezTo>
                  <a:pt x="5110772" y="202004"/>
                  <a:pt x="5129444" y="204848"/>
                  <a:pt x="5146837" y="211615"/>
                </a:cubicBezTo>
                <a:cubicBezTo>
                  <a:pt x="5154442" y="216685"/>
                  <a:pt x="5142128" y="220489"/>
                  <a:pt x="5117321" y="220489"/>
                </a:cubicBezTo>
                <a:cubicBezTo>
                  <a:pt x="5098768" y="221778"/>
                  <a:pt x="5080174" y="218742"/>
                  <a:pt x="5062998" y="211615"/>
                </a:cubicBezTo>
                <a:cubicBezTo>
                  <a:pt x="5056840" y="206728"/>
                  <a:pt x="5068792" y="203287"/>
                  <a:pt x="5092151" y="203287"/>
                </a:cubicBezTo>
                <a:close/>
                <a:moveTo>
                  <a:pt x="3708176" y="201657"/>
                </a:moveTo>
                <a:cubicBezTo>
                  <a:pt x="3736244" y="201657"/>
                  <a:pt x="3760146" y="206728"/>
                  <a:pt x="3758334" y="212885"/>
                </a:cubicBezTo>
                <a:cubicBezTo>
                  <a:pt x="3755617" y="219041"/>
                  <a:pt x="3728094" y="224111"/>
                  <a:pt x="3698397" y="223931"/>
                </a:cubicBezTo>
                <a:cubicBezTo>
                  <a:pt x="3668701" y="223750"/>
                  <a:pt x="3646247" y="217592"/>
                  <a:pt x="3649688" y="212342"/>
                </a:cubicBezTo>
                <a:cubicBezTo>
                  <a:pt x="3653129" y="207091"/>
                  <a:pt x="3680109" y="201657"/>
                  <a:pt x="3708176" y="201657"/>
                </a:cubicBezTo>
                <a:close/>
                <a:moveTo>
                  <a:pt x="6100393" y="200933"/>
                </a:moveTo>
                <a:cubicBezTo>
                  <a:pt x="6106811" y="200975"/>
                  <a:pt x="6113200" y="201827"/>
                  <a:pt x="6119406" y="203470"/>
                </a:cubicBezTo>
                <a:cubicBezTo>
                  <a:pt x="6123390" y="204736"/>
                  <a:pt x="6121398" y="206004"/>
                  <a:pt x="6114879" y="206184"/>
                </a:cubicBezTo>
                <a:cubicBezTo>
                  <a:pt x="6107908" y="206203"/>
                  <a:pt x="6100965" y="205291"/>
                  <a:pt x="6094235" y="203470"/>
                </a:cubicBezTo>
                <a:cubicBezTo>
                  <a:pt x="6090796" y="202019"/>
                  <a:pt x="6094235" y="200933"/>
                  <a:pt x="6100393" y="200933"/>
                </a:cubicBezTo>
                <a:close/>
                <a:moveTo>
                  <a:pt x="4967388" y="199846"/>
                </a:moveTo>
                <a:cubicBezTo>
                  <a:pt x="4985715" y="198964"/>
                  <a:pt x="5004013" y="202116"/>
                  <a:pt x="5020987" y="209081"/>
                </a:cubicBezTo>
                <a:cubicBezTo>
                  <a:pt x="5026782" y="214152"/>
                  <a:pt x="5011934" y="218136"/>
                  <a:pt x="4987850" y="218317"/>
                </a:cubicBezTo>
                <a:cubicBezTo>
                  <a:pt x="4968487" y="219513"/>
                  <a:pt x="4949110" y="216292"/>
                  <a:pt x="4931173" y="208901"/>
                </a:cubicBezTo>
                <a:cubicBezTo>
                  <a:pt x="4925742" y="203831"/>
                  <a:pt x="4942218" y="199665"/>
                  <a:pt x="4967388" y="199846"/>
                </a:cubicBezTo>
                <a:close/>
                <a:moveTo>
                  <a:pt x="3581420" y="199485"/>
                </a:moveTo>
                <a:cubicBezTo>
                  <a:pt x="3609851" y="199485"/>
                  <a:pt x="3629587" y="204012"/>
                  <a:pt x="3627051" y="209806"/>
                </a:cubicBezTo>
                <a:cubicBezTo>
                  <a:pt x="3624337" y="215601"/>
                  <a:pt x="3598442" y="220490"/>
                  <a:pt x="3569831" y="220671"/>
                </a:cubicBezTo>
                <a:cubicBezTo>
                  <a:pt x="3541222" y="220853"/>
                  <a:pt x="3520578" y="216144"/>
                  <a:pt x="3523295" y="210169"/>
                </a:cubicBezTo>
                <a:cubicBezTo>
                  <a:pt x="3526011" y="204192"/>
                  <a:pt x="3552991" y="199485"/>
                  <a:pt x="3581420" y="199485"/>
                </a:cubicBezTo>
                <a:close/>
                <a:moveTo>
                  <a:pt x="5970741" y="198217"/>
                </a:moveTo>
                <a:cubicBezTo>
                  <a:pt x="5979200" y="198223"/>
                  <a:pt x="5987615" y="199441"/>
                  <a:pt x="5995729" y="201839"/>
                </a:cubicBezTo>
                <a:cubicBezTo>
                  <a:pt x="5999894" y="203649"/>
                  <a:pt x="5995729" y="205278"/>
                  <a:pt x="5986856" y="205278"/>
                </a:cubicBezTo>
                <a:cubicBezTo>
                  <a:pt x="5977661" y="205398"/>
                  <a:pt x="5968501" y="204116"/>
                  <a:pt x="5959693" y="201475"/>
                </a:cubicBezTo>
                <a:cubicBezTo>
                  <a:pt x="5955167" y="199483"/>
                  <a:pt x="5960600" y="197854"/>
                  <a:pt x="5970741" y="198217"/>
                </a:cubicBezTo>
                <a:close/>
                <a:moveTo>
                  <a:pt x="3460823" y="198036"/>
                </a:moveTo>
                <a:cubicBezTo>
                  <a:pt x="3487622" y="198036"/>
                  <a:pt x="3505186" y="202743"/>
                  <a:pt x="3500297" y="208538"/>
                </a:cubicBezTo>
                <a:cubicBezTo>
                  <a:pt x="3481792" y="216828"/>
                  <a:pt x="3461456" y="220197"/>
                  <a:pt x="3441266" y="218317"/>
                </a:cubicBezTo>
                <a:cubicBezTo>
                  <a:pt x="3414286" y="217592"/>
                  <a:pt x="3396179" y="213427"/>
                  <a:pt x="3402154" y="207633"/>
                </a:cubicBezTo>
                <a:cubicBezTo>
                  <a:pt x="3420596" y="199567"/>
                  <a:pt x="3440770" y="196264"/>
                  <a:pt x="3460823" y="198036"/>
                </a:cubicBezTo>
                <a:close/>
                <a:moveTo>
                  <a:pt x="4836830" y="197854"/>
                </a:moveTo>
                <a:cubicBezTo>
                  <a:pt x="4856594" y="196154"/>
                  <a:pt x="4876473" y="199259"/>
                  <a:pt x="4894775" y="206909"/>
                </a:cubicBezTo>
                <a:cubicBezTo>
                  <a:pt x="4901293" y="212521"/>
                  <a:pt x="4886265" y="216686"/>
                  <a:pt x="4858559" y="216686"/>
                </a:cubicBezTo>
                <a:cubicBezTo>
                  <a:pt x="4839216" y="218427"/>
                  <a:pt x="4819749" y="215121"/>
                  <a:pt x="4802063" y="207089"/>
                </a:cubicBezTo>
                <a:cubicBezTo>
                  <a:pt x="4796993" y="201839"/>
                  <a:pt x="4811662" y="198034"/>
                  <a:pt x="4836830" y="197854"/>
                </a:cubicBezTo>
                <a:close/>
                <a:moveTo>
                  <a:pt x="3337689" y="195683"/>
                </a:moveTo>
                <a:cubicBezTo>
                  <a:pt x="3362135" y="195683"/>
                  <a:pt x="3380063" y="199485"/>
                  <a:pt x="3376441" y="205099"/>
                </a:cubicBezTo>
                <a:cubicBezTo>
                  <a:pt x="3358500" y="213163"/>
                  <a:pt x="3338839" y="216648"/>
                  <a:pt x="3319220" y="215239"/>
                </a:cubicBezTo>
                <a:cubicBezTo>
                  <a:pt x="3294231" y="215239"/>
                  <a:pt x="3276304" y="210532"/>
                  <a:pt x="3280832" y="205462"/>
                </a:cubicBezTo>
                <a:cubicBezTo>
                  <a:pt x="3298746" y="197759"/>
                  <a:pt x="3318232" y="194407"/>
                  <a:pt x="3337689" y="195683"/>
                </a:cubicBezTo>
                <a:close/>
                <a:moveTo>
                  <a:pt x="5836923" y="194958"/>
                </a:moveTo>
                <a:cubicBezTo>
                  <a:pt x="5847580" y="195057"/>
                  <a:pt x="5858177" y="196580"/>
                  <a:pt x="5868431" y="199485"/>
                </a:cubicBezTo>
                <a:cubicBezTo>
                  <a:pt x="5874406" y="201841"/>
                  <a:pt x="5868431" y="204194"/>
                  <a:pt x="5857384" y="204194"/>
                </a:cubicBezTo>
                <a:cubicBezTo>
                  <a:pt x="5846776" y="204078"/>
                  <a:pt x="5836233" y="202493"/>
                  <a:pt x="5826058" y="199485"/>
                </a:cubicBezTo>
                <a:cubicBezTo>
                  <a:pt x="5820083" y="197312"/>
                  <a:pt x="5826058" y="194958"/>
                  <a:pt x="5836923" y="194958"/>
                </a:cubicBezTo>
                <a:close/>
                <a:moveTo>
                  <a:pt x="4709171" y="194596"/>
                </a:moveTo>
                <a:cubicBezTo>
                  <a:pt x="4728672" y="193195"/>
                  <a:pt x="4748216" y="196679"/>
                  <a:pt x="4766031" y="204736"/>
                </a:cubicBezTo>
                <a:cubicBezTo>
                  <a:pt x="4770013" y="210170"/>
                  <a:pt x="4751181" y="214516"/>
                  <a:pt x="4725106" y="214516"/>
                </a:cubicBezTo>
                <a:cubicBezTo>
                  <a:pt x="4705683" y="215884"/>
                  <a:pt x="4686221" y="212462"/>
                  <a:pt x="4668429" y="204556"/>
                </a:cubicBezTo>
                <a:cubicBezTo>
                  <a:pt x="4663903" y="199122"/>
                  <a:pt x="4682735" y="194596"/>
                  <a:pt x="4709171" y="194596"/>
                </a:cubicBezTo>
                <a:close/>
                <a:moveTo>
                  <a:pt x="3217635" y="194595"/>
                </a:moveTo>
                <a:cubicBezTo>
                  <a:pt x="3240995" y="194595"/>
                  <a:pt x="3255481" y="198578"/>
                  <a:pt x="3250411" y="203468"/>
                </a:cubicBezTo>
                <a:cubicBezTo>
                  <a:pt x="3232950" y="210947"/>
                  <a:pt x="3213943" y="214114"/>
                  <a:pt x="3195000" y="212703"/>
                </a:cubicBezTo>
                <a:cubicBezTo>
                  <a:pt x="3169832" y="212703"/>
                  <a:pt x="3154983" y="208357"/>
                  <a:pt x="3161682" y="203287"/>
                </a:cubicBezTo>
                <a:cubicBezTo>
                  <a:pt x="3179459" y="196278"/>
                  <a:pt x="3198572" y="193308"/>
                  <a:pt x="3217635" y="194595"/>
                </a:cubicBezTo>
                <a:close/>
                <a:moveTo>
                  <a:pt x="4586582" y="192603"/>
                </a:moveTo>
                <a:cubicBezTo>
                  <a:pt x="4615374" y="192784"/>
                  <a:pt x="4636740" y="197130"/>
                  <a:pt x="4640725" y="202744"/>
                </a:cubicBezTo>
                <a:cubicBezTo>
                  <a:pt x="4644888" y="208719"/>
                  <a:pt x="4625875" y="213065"/>
                  <a:pt x="4596359" y="212703"/>
                </a:cubicBezTo>
                <a:cubicBezTo>
                  <a:pt x="4566845" y="212340"/>
                  <a:pt x="4544933" y="208177"/>
                  <a:pt x="4542036" y="202382"/>
                </a:cubicBezTo>
                <a:cubicBezTo>
                  <a:pt x="4539138" y="196588"/>
                  <a:pt x="4557790" y="192423"/>
                  <a:pt x="4586582" y="192603"/>
                </a:cubicBezTo>
                <a:close/>
                <a:moveTo>
                  <a:pt x="3094140" y="192423"/>
                </a:moveTo>
                <a:cubicBezTo>
                  <a:pt x="3118404" y="192423"/>
                  <a:pt x="3131804" y="195864"/>
                  <a:pt x="3126371" y="200752"/>
                </a:cubicBezTo>
                <a:cubicBezTo>
                  <a:pt x="3109969" y="207677"/>
                  <a:pt x="3092156" y="210594"/>
                  <a:pt x="3074402" y="209263"/>
                </a:cubicBezTo>
                <a:cubicBezTo>
                  <a:pt x="3049775" y="209263"/>
                  <a:pt x="3037101" y="205641"/>
                  <a:pt x="3043800" y="200752"/>
                </a:cubicBezTo>
                <a:cubicBezTo>
                  <a:pt x="3059746" y="194246"/>
                  <a:pt x="3076947" y="191400"/>
                  <a:pt x="3094140" y="192423"/>
                </a:cubicBezTo>
                <a:close/>
                <a:moveTo>
                  <a:pt x="5704193" y="192061"/>
                </a:moveTo>
                <a:cubicBezTo>
                  <a:pt x="5716504" y="191999"/>
                  <a:pt x="5728762" y="193708"/>
                  <a:pt x="5740589" y="197131"/>
                </a:cubicBezTo>
                <a:cubicBezTo>
                  <a:pt x="5746564" y="199848"/>
                  <a:pt x="5740589" y="202382"/>
                  <a:pt x="5727371" y="202382"/>
                </a:cubicBezTo>
                <a:cubicBezTo>
                  <a:pt x="5714496" y="202661"/>
                  <a:pt x="5701660" y="200888"/>
                  <a:pt x="5689343" y="197131"/>
                </a:cubicBezTo>
                <a:cubicBezTo>
                  <a:pt x="5684093" y="194415"/>
                  <a:pt x="5691336" y="192061"/>
                  <a:pt x="5704193" y="192061"/>
                </a:cubicBezTo>
                <a:close/>
                <a:moveTo>
                  <a:pt x="2974991" y="191517"/>
                </a:moveTo>
                <a:cubicBezTo>
                  <a:pt x="2995816" y="191154"/>
                  <a:pt x="3008673" y="194776"/>
                  <a:pt x="3002878" y="199485"/>
                </a:cubicBezTo>
                <a:cubicBezTo>
                  <a:pt x="2986542" y="205450"/>
                  <a:pt x="2969193" y="208157"/>
                  <a:pt x="2951813" y="207452"/>
                </a:cubicBezTo>
                <a:cubicBezTo>
                  <a:pt x="2930447" y="207452"/>
                  <a:pt x="2917770" y="203650"/>
                  <a:pt x="2924108" y="199304"/>
                </a:cubicBezTo>
                <a:cubicBezTo>
                  <a:pt x="2940418" y="193487"/>
                  <a:pt x="2957689" y="190844"/>
                  <a:pt x="2974991" y="191517"/>
                </a:cubicBezTo>
                <a:close/>
                <a:moveTo>
                  <a:pt x="4460371" y="189344"/>
                </a:moveTo>
                <a:cubicBezTo>
                  <a:pt x="4488438" y="189525"/>
                  <a:pt x="4513065" y="194414"/>
                  <a:pt x="4516506" y="199485"/>
                </a:cubicBezTo>
                <a:cubicBezTo>
                  <a:pt x="4519947" y="205279"/>
                  <a:pt x="4499847" y="209986"/>
                  <a:pt x="4471779" y="209986"/>
                </a:cubicBezTo>
                <a:cubicBezTo>
                  <a:pt x="4443712" y="209986"/>
                  <a:pt x="4416371" y="205099"/>
                  <a:pt x="4414198" y="199304"/>
                </a:cubicBezTo>
                <a:cubicBezTo>
                  <a:pt x="4412025" y="193509"/>
                  <a:pt x="4432305" y="189164"/>
                  <a:pt x="4460371" y="189344"/>
                </a:cubicBezTo>
                <a:close/>
                <a:moveTo>
                  <a:pt x="2849885" y="189164"/>
                </a:moveTo>
                <a:cubicBezTo>
                  <a:pt x="2871075" y="189164"/>
                  <a:pt x="2881374" y="192061"/>
                  <a:pt x="2875399" y="196224"/>
                </a:cubicBezTo>
                <a:cubicBezTo>
                  <a:pt x="2860354" y="201965"/>
                  <a:pt x="2844258" y="204492"/>
                  <a:pt x="2828157" y="203650"/>
                </a:cubicBezTo>
                <a:cubicBezTo>
                  <a:pt x="2807514" y="203650"/>
                  <a:pt x="2797195" y="200389"/>
                  <a:pt x="2804256" y="196224"/>
                </a:cubicBezTo>
                <a:cubicBezTo>
                  <a:pt x="2818872" y="190966"/>
                  <a:pt x="2834367" y="188569"/>
                  <a:pt x="2849885" y="189164"/>
                </a:cubicBezTo>
                <a:close/>
                <a:moveTo>
                  <a:pt x="5575990" y="188258"/>
                </a:moveTo>
                <a:cubicBezTo>
                  <a:pt x="5588953" y="187940"/>
                  <a:pt x="5601873" y="189837"/>
                  <a:pt x="5614198" y="193871"/>
                </a:cubicBezTo>
                <a:cubicBezTo>
                  <a:pt x="5620716" y="197854"/>
                  <a:pt x="5614017" y="199483"/>
                  <a:pt x="5597902" y="199483"/>
                </a:cubicBezTo>
                <a:cubicBezTo>
                  <a:pt x="5584693" y="199956"/>
                  <a:pt x="5571505" y="198055"/>
                  <a:pt x="5558970" y="193871"/>
                </a:cubicBezTo>
                <a:cubicBezTo>
                  <a:pt x="5551727" y="190611"/>
                  <a:pt x="5558970" y="188258"/>
                  <a:pt x="5575990" y="188258"/>
                </a:cubicBezTo>
                <a:close/>
                <a:moveTo>
                  <a:pt x="2730737" y="188076"/>
                </a:moveTo>
                <a:cubicBezTo>
                  <a:pt x="2749206" y="188076"/>
                  <a:pt x="2757718" y="190610"/>
                  <a:pt x="2751923" y="194412"/>
                </a:cubicBezTo>
                <a:cubicBezTo>
                  <a:pt x="2737925" y="199633"/>
                  <a:pt x="2723022" y="201914"/>
                  <a:pt x="2708104" y="201114"/>
                </a:cubicBezTo>
                <a:cubicBezTo>
                  <a:pt x="2689996" y="201114"/>
                  <a:pt x="2680942" y="198397"/>
                  <a:pt x="2687100" y="194775"/>
                </a:cubicBezTo>
                <a:cubicBezTo>
                  <a:pt x="2701024" y="189548"/>
                  <a:pt x="2715889" y="187268"/>
                  <a:pt x="2730737" y="188076"/>
                </a:cubicBezTo>
                <a:close/>
                <a:moveTo>
                  <a:pt x="4336153" y="187713"/>
                </a:moveTo>
                <a:cubicBezTo>
                  <a:pt x="4363495" y="187713"/>
                  <a:pt x="4389933" y="192422"/>
                  <a:pt x="4393011" y="198034"/>
                </a:cubicBezTo>
                <a:cubicBezTo>
                  <a:pt x="4396089" y="203648"/>
                  <a:pt x="4373818" y="208718"/>
                  <a:pt x="4345931" y="208718"/>
                </a:cubicBezTo>
                <a:cubicBezTo>
                  <a:pt x="4318046" y="208718"/>
                  <a:pt x="4291607" y="203829"/>
                  <a:pt x="4288891" y="198217"/>
                </a:cubicBezTo>
                <a:cubicBezTo>
                  <a:pt x="4286176" y="192603"/>
                  <a:pt x="4308810" y="187713"/>
                  <a:pt x="4336153" y="187713"/>
                </a:cubicBezTo>
                <a:close/>
                <a:moveTo>
                  <a:pt x="5451411" y="186628"/>
                </a:moveTo>
                <a:cubicBezTo>
                  <a:pt x="5465102" y="186248"/>
                  <a:pt x="5478741" y="188459"/>
                  <a:pt x="5491609" y="193147"/>
                </a:cubicBezTo>
                <a:cubicBezTo>
                  <a:pt x="5497584" y="196768"/>
                  <a:pt x="5487807" y="199304"/>
                  <a:pt x="5468975" y="198941"/>
                </a:cubicBezTo>
                <a:cubicBezTo>
                  <a:pt x="5455217" y="199451"/>
                  <a:pt x="5441495" y="197236"/>
                  <a:pt x="5428594" y="192423"/>
                </a:cubicBezTo>
                <a:cubicBezTo>
                  <a:pt x="5422980" y="188801"/>
                  <a:pt x="5432940" y="186267"/>
                  <a:pt x="5451411" y="186628"/>
                </a:cubicBezTo>
                <a:close/>
                <a:moveTo>
                  <a:pt x="2614665" y="185904"/>
                </a:moveTo>
                <a:cubicBezTo>
                  <a:pt x="2629334" y="186084"/>
                  <a:pt x="2637301" y="188982"/>
                  <a:pt x="2631328" y="192061"/>
                </a:cubicBezTo>
                <a:cubicBezTo>
                  <a:pt x="2617438" y="196396"/>
                  <a:pt x="2602951" y="198415"/>
                  <a:pt x="2588413" y="198037"/>
                </a:cubicBezTo>
                <a:cubicBezTo>
                  <a:pt x="2573561" y="198037"/>
                  <a:pt x="2565775" y="194776"/>
                  <a:pt x="2571936" y="191879"/>
                </a:cubicBezTo>
                <a:cubicBezTo>
                  <a:pt x="2585766" y="187586"/>
                  <a:pt x="2600199" y="185567"/>
                  <a:pt x="2614665" y="185904"/>
                </a:cubicBezTo>
                <a:close/>
                <a:moveTo>
                  <a:pt x="2493348" y="184999"/>
                </a:moveTo>
                <a:cubicBezTo>
                  <a:pt x="2507108" y="184816"/>
                  <a:pt x="2514714" y="187172"/>
                  <a:pt x="2508918" y="190069"/>
                </a:cubicBezTo>
                <a:cubicBezTo>
                  <a:pt x="2496877" y="193978"/>
                  <a:pt x="2484256" y="195755"/>
                  <a:pt x="2471619" y="195320"/>
                </a:cubicBezTo>
                <a:cubicBezTo>
                  <a:pt x="2457132" y="195320"/>
                  <a:pt x="2450612" y="192966"/>
                  <a:pt x="2457132" y="190069"/>
                </a:cubicBezTo>
                <a:cubicBezTo>
                  <a:pt x="2468845" y="186419"/>
                  <a:pt x="2481087" y="184706"/>
                  <a:pt x="2493348" y="184999"/>
                </a:cubicBezTo>
                <a:close/>
                <a:moveTo>
                  <a:pt x="4215193" y="184998"/>
                </a:moveTo>
                <a:cubicBezTo>
                  <a:pt x="4242534" y="184998"/>
                  <a:pt x="4267523" y="189888"/>
                  <a:pt x="4269516" y="195500"/>
                </a:cubicBezTo>
                <a:cubicBezTo>
                  <a:pt x="4271506" y="201114"/>
                  <a:pt x="4246699" y="206366"/>
                  <a:pt x="4217907" y="206184"/>
                </a:cubicBezTo>
                <a:cubicBezTo>
                  <a:pt x="4189118" y="206003"/>
                  <a:pt x="4165216" y="200752"/>
                  <a:pt x="4165033" y="195139"/>
                </a:cubicBezTo>
                <a:cubicBezTo>
                  <a:pt x="4164852" y="189525"/>
                  <a:pt x="4187850" y="184998"/>
                  <a:pt x="4215193" y="184998"/>
                </a:cubicBezTo>
                <a:close/>
                <a:moveTo>
                  <a:pt x="5322301" y="183369"/>
                </a:moveTo>
                <a:cubicBezTo>
                  <a:pt x="5337538" y="183080"/>
                  <a:pt x="5352718" y="185344"/>
                  <a:pt x="5367208" y="190068"/>
                </a:cubicBezTo>
                <a:cubicBezTo>
                  <a:pt x="5373727" y="193871"/>
                  <a:pt x="5362499" y="197312"/>
                  <a:pt x="5343848" y="197131"/>
                </a:cubicBezTo>
                <a:cubicBezTo>
                  <a:pt x="5328534" y="197460"/>
                  <a:pt x="5313278" y="195131"/>
                  <a:pt x="5298760" y="190249"/>
                </a:cubicBezTo>
                <a:cubicBezTo>
                  <a:pt x="5292604" y="186447"/>
                  <a:pt x="5304010" y="183189"/>
                  <a:pt x="5322301" y="183369"/>
                </a:cubicBezTo>
                <a:close/>
                <a:moveTo>
                  <a:pt x="4094234" y="183369"/>
                </a:moveTo>
                <a:cubicBezTo>
                  <a:pt x="4122301" y="183550"/>
                  <a:pt x="4145116" y="188257"/>
                  <a:pt x="4145840" y="193690"/>
                </a:cubicBezTo>
                <a:cubicBezTo>
                  <a:pt x="4145840" y="199484"/>
                  <a:pt x="4121938" y="204554"/>
                  <a:pt x="4093146" y="204374"/>
                </a:cubicBezTo>
                <a:cubicBezTo>
                  <a:pt x="4064356" y="204191"/>
                  <a:pt x="4041359" y="199304"/>
                  <a:pt x="4041359" y="193690"/>
                </a:cubicBezTo>
                <a:cubicBezTo>
                  <a:pt x="4041359" y="188076"/>
                  <a:pt x="4066166" y="183187"/>
                  <a:pt x="4094234" y="183369"/>
                </a:cubicBezTo>
                <a:close/>
                <a:moveTo>
                  <a:pt x="2376548" y="183187"/>
                </a:moveTo>
                <a:cubicBezTo>
                  <a:pt x="2388501" y="183187"/>
                  <a:pt x="2393569" y="185179"/>
                  <a:pt x="2387955" y="187713"/>
                </a:cubicBezTo>
                <a:cubicBezTo>
                  <a:pt x="2377671" y="190690"/>
                  <a:pt x="2366989" y="192095"/>
                  <a:pt x="2356269" y="191879"/>
                </a:cubicBezTo>
                <a:cubicBezTo>
                  <a:pt x="2344135" y="191879"/>
                  <a:pt x="2339066" y="189886"/>
                  <a:pt x="2344861" y="187533"/>
                </a:cubicBezTo>
                <a:cubicBezTo>
                  <a:pt x="2355127" y="184388"/>
                  <a:pt x="2365829" y="182923"/>
                  <a:pt x="2376548" y="183187"/>
                </a:cubicBezTo>
                <a:close/>
                <a:moveTo>
                  <a:pt x="2252504" y="182282"/>
                </a:moveTo>
                <a:cubicBezTo>
                  <a:pt x="2262463" y="182282"/>
                  <a:pt x="2266627" y="183911"/>
                  <a:pt x="2261739" y="185903"/>
                </a:cubicBezTo>
                <a:cubicBezTo>
                  <a:pt x="2253084" y="188367"/>
                  <a:pt x="2244120" y="189527"/>
                  <a:pt x="2235122" y="189344"/>
                </a:cubicBezTo>
                <a:cubicBezTo>
                  <a:pt x="2226248" y="189344"/>
                  <a:pt x="2222625" y="187715"/>
                  <a:pt x="2226610" y="185903"/>
                </a:cubicBezTo>
                <a:cubicBezTo>
                  <a:pt x="2235012" y="183402"/>
                  <a:pt x="2243739" y="182179"/>
                  <a:pt x="2252504" y="182282"/>
                </a:cubicBezTo>
                <a:close/>
                <a:moveTo>
                  <a:pt x="5196634" y="181376"/>
                </a:moveTo>
                <a:cubicBezTo>
                  <a:pt x="5212466" y="180512"/>
                  <a:pt x="5228308" y="182915"/>
                  <a:pt x="5243171" y="188438"/>
                </a:cubicBezTo>
                <a:cubicBezTo>
                  <a:pt x="5249870" y="192604"/>
                  <a:pt x="5239911" y="195681"/>
                  <a:pt x="5219268" y="195681"/>
                </a:cubicBezTo>
                <a:cubicBezTo>
                  <a:pt x="5202864" y="196729"/>
                  <a:pt x="5186429" y="194195"/>
                  <a:pt x="5171101" y="188258"/>
                </a:cubicBezTo>
                <a:cubicBezTo>
                  <a:pt x="5165306" y="184092"/>
                  <a:pt x="5175990" y="181195"/>
                  <a:pt x="5196634" y="181376"/>
                </a:cubicBezTo>
                <a:close/>
                <a:moveTo>
                  <a:pt x="2136784" y="181376"/>
                </a:moveTo>
                <a:cubicBezTo>
                  <a:pt x="2144388" y="181376"/>
                  <a:pt x="2146741" y="182644"/>
                  <a:pt x="2141854" y="184273"/>
                </a:cubicBezTo>
                <a:cubicBezTo>
                  <a:pt x="2135951" y="185847"/>
                  <a:pt x="2129866" y="186638"/>
                  <a:pt x="2123746" y="186628"/>
                </a:cubicBezTo>
                <a:cubicBezTo>
                  <a:pt x="2115779" y="186628"/>
                  <a:pt x="2112882" y="185541"/>
                  <a:pt x="2117045" y="183912"/>
                </a:cubicBezTo>
                <a:cubicBezTo>
                  <a:pt x="2123455" y="182087"/>
                  <a:pt x="2130120" y="181231"/>
                  <a:pt x="2136784" y="181376"/>
                </a:cubicBezTo>
                <a:close/>
                <a:moveTo>
                  <a:pt x="3969289" y="180833"/>
                </a:moveTo>
                <a:cubicBezTo>
                  <a:pt x="3995184" y="181196"/>
                  <a:pt x="4019810" y="186084"/>
                  <a:pt x="4018542" y="191337"/>
                </a:cubicBezTo>
                <a:cubicBezTo>
                  <a:pt x="4017094" y="196948"/>
                  <a:pt x="3991743" y="201657"/>
                  <a:pt x="3964219" y="201477"/>
                </a:cubicBezTo>
                <a:cubicBezTo>
                  <a:pt x="3936695" y="201294"/>
                  <a:pt x="3912069" y="196043"/>
                  <a:pt x="3914966" y="190430"/>
                </a:cubicBezTo>
                <a:cubicBezTo>
                  <a:pt x="3917863" y="184818"/>
                  <a:pt x="3943395" y="180472"/>
                  <a:pt x="3969289" y="180833"/>
                </a:cubicBezTo>
                <a:close/>
                <a:moveTo>
                  <a:pt x="3848329" y="179204"/>
                </a:moveTo>
                <a:cubicBezTo>
                  <a:pt x="3874765" y="179204"/>
                  <a:pt x="3897582" y="184094"/>
                  <a:pt x="3895770" y="189525"/>
                </a:cubicBezTo>
                <a:cubicBezTo>
                  <a:pt x="3893960" y="194959"/>
                  <a:pt x="3867703" y="199848"/>
                  <a:pt x="3840542" y="199666"/>
                </a:cubicBezTo>
                <a:cubicBezTo>
                  <a:pt x="3813380" y="199485"/>
                  <a:pt x="3790745" y="194234"/>
                  <a:pt x="3794006" y="188801"/>
                </a:cubicBezTo>
                <a:cubicBezTo>
                  <a:pt x="3797264" y="183370"/>
                  <a:pt x="3821891" y="179204"/>
                  <a:pt x="3848329" y="179204"/>
                </a:cubicBezTo>
                <a:close/>
                <a:moveTo>
                  <a:pt x="5068251" y="178117"/>
                </a:moveTo>
                <a:cubicBezTo>
                  <a:pt x="5084845" y="177400"/>
                  <a:pt x="5101415" y="180050"/>
                  <a:pt x="5116960" y="185903"/>
                </a:cubicBezTo>
                <a:cubicBezTo>
                  <a:pt x="5123116" y="190249"/>
                  <a:pt x="5109173" y="193871"/>
                  <a:pt x="5087083" y="193690"/>
                </a:cubicBezTo>
                <a:cubicBezTo>
                  <a:pt x="5070629" y="194422"/>
                  <a:pt x="5054211" y="191645"/>
                  <a:pt x="5038915" y="185542"/>
                </a:cubicBezTo>
                <a:cubicBezTo>
                  <a:pt x="5034208" y="181377"/>
                  <a:pt x="5047607" y="178117"/>
                  <a:pt x="5068251" y="178117"/>
                </a:cubicBezTo>
                <a:close/>
                <a:moveTo>
                  <a:pt x="3726827" y="177031"/>
                </a:moveTo>
                <a:cubicBezTo>
                  <a:pt x="3753807" y="176851"/>
                  <a:pt x="3774269" y="181377"/>
                  <a:pt x="3772459" y="186628"/>
                </a:cubicBezTo>
                <a:cubicBezTo>
                  <a:pt x="3770828" y="192242"/>
                  <a:pt x="3748374" y="196587"/>
                  <a:pt x="3719765" y="196587"/>
                </a:cubicBezTo>
                <a:cubicBezTo>
                  <a:pt x="3691154" y="196587"/>
                  <a:pt x="3672141" y="192242"/>
                  <a:pt x="3675219" y="186628"/>
                </a:cubicBezTo>
                <a:cubicBezTo>
                  <a:pt x="3678299" y="181014"/>
                  <a:pt x="3699846" y="177212"/>
                  <a:pt x="3726827" y="177031"/>
                </a:cubicBezTo>
                <a:close/>
                <a:moveTo>
                  <a:pt x="4945660" y="176126"/>
                </a:moveTo>
                <a:cubicBezTo>
                  <a:pt x="4962389" y="175096"/>
                  <a:pt x="4979143" y="177753"/>
                  <a:pt x="4994732" y="183913"/>
                </a:cubicBezTo>
                <a:cubicBezTo>
                  <a:pt x="5001070" y="188800"/>
                  <a:pt x="4988575" y="192241"/>
                  <a:pt x="4964672" y="192241"/>
                </a:cubicBezTo>
                <a:cubicBezTo>
                  <a:pt x="4947363" y="193616"/>
                  <a:pt x="4929980" y="190821"/>
                  <a:pt x="4913971" y="184093"/>
                </a:cubicBezTo>
                <a:cubicBezTo>
                  <a:pt x="4908720" y="179384"/>
                  <a:pt x="4921938" y="176126"/>
                  <a:pt x="4945660" y="176126"/>
                </a:cubicBezTo>
                <a:close/>
                <a:moveTo>
                  <a:pt x="3608765" y="175582"/>
                </a:moveTo>
                <a:cubicBezTo>
                  <a:pt x="3634840" y="175582"/>
                  <a:pt x="3653853" y="179928"/>
                  <a:pt x="3650775" y="184999"/>
                </a:cubicBezTo>
                <a:cubicBezTo>
                  <a:pt x="3647695" y="190432"/>
                  <a:pt x="3623069" y="194595"/>
                  <a:pt x="3596451" y="194595"/>
                </a:cubicBezTo>
                <a:cubicBezTo>
                  <a:pt x="3569832" y="194595"/>
                  <a:pt x="3552449" y="190250"/>
                  <a:pt x="3555527" y="184999"/>
                </a:cubicBezTo>
                <a:cubicBezTo>
                  <a:pt x="3558605" y="179748"/>
                  <a:pt x="3582689" y="175582"/>
                  <a:pt x="3608765" y="175582"/>
                </a:cubicBezTo>
                <a:close/>
                <a:moveTo>
                  <a:pt x="5919133" y="174495"/>
                </a:moveTo>
                <a:cubicBezTo>
                  <a:pt x="5925805" y="174488"/>
                  <a:pt x="5932447" y="175400"/>
                  <a:pt x="5938869" y="177212"/>
                </a:cubicBezTo>
                <a:cubicBezTo>
                  <a:pt x="5942491" y="179022"/>
                  <a:pt x="5939413" y="180109"/>
                  <a:pt x="5931265" y="179928"/>
                </a:cubicBezTo>
                <a:cubicBezTo>
                  <a:pt x="5924535" y="180082"/>
                  <a:pt x="5917821" y="179229"/>
                  <a:pt x="5911346" y="177392"/>
                </a:cubicBezTo>
                <a:cubicBezTo>
                  <a:pt x="5907000" y="175583"/>
                  <a:pt x="5910080" y="174495"/>
                  <a:pt x="5919133" y="174495"/>
                </a:cubicBezTo>
                <a:close/>
                <a:moveTo>
                  <a:pt x="3490883" y="173410"/>
                </a:moveTo>
                <a:cubicBezTo>
                  <a:pt x="3514966" y="173410"/>
                  <a:pt x="3532713" y="177575"/>
                  <a:pt x="3529633" y="182282"/>
                </a:cubicBezTo>
                <a:cubicBezTo>
                  <a:pt x="3513367" y="189900"/>
                  <a:pt x="3495377" y="193088"/>
                  <a:pt x="3477483" y="191518"/>
                </a:cubicBezTo>
                <a:cubicBezTo>
                  <a:pt x="3452132" y="191518"/>
                  <a:pt x="3433299" y="187172"/>
                  <a:pt x="3438008" y="182102"/>
                </a:cubicBezTo>
                <a:cubicBezTo>
                  <a:pt x="3454717" y="175134"/>
                  <a:pt x="3472823" y="172157"/>
                  <a:pt x="3490883" y="173410"/>
                </a:cubicBezTo>
                <a:close/>
                <a:moveTo>
                  <a:pt x="4822344" y="173048"/>
                </a:moveTo>
                <a:cubicBezTo>
                  <a:pt x="4839845" y="172039"/>
                  <a:pt x="4857354" y="174945"/>
                  <a:pt x="4873589" y="181557"/>
                </a:cubicBezTo>
                <a:cubicBezTo>
                  <a:pt x="4878660" y="186266"/>
                  <a:pt x="4862001" y="190431"/>
                  <a:pt x="4837374" y="190068"/>
                </a:cubicBezTo>
                <a:cubicBezTo>
                  <a:pt x="4820200" y="191241"/>
                  <a:pt x="4802995" y="188260"/>
                  <a:pt x="4787216" y="181377"/>
                </a:cubicBezTo>
                <a:cubicBezTo>
                  <a:pt x="4783595" y="176670"/>
                  <a:pt x="4799530" y="173048"/>
                  <a:pt x="4822344" y="173048"/>
                </a:cubicBezTo>
                <a:close/>
                <a:moveTo>
                  <a:pt x="3372637" y="172142"/>
                </a:moveTo>
                <a:cubicBezTo>
                  <a:pt x="3396903" y="172142"/>
                  <a:pt x="3411931" y="175944"/>
                  <a:pt x="3407585" y="180834"/>
                </a:cubicBezTo>
                <a:cubicBezTo>
                  <a:pt x="3391317" y="187991"/>
                  <a:pt x="3373500" y="190919"/>
                  <a:pt x="3355797" y="189343"/>
                </a:cubicBezTo>
                <a:cubicBezTo>
                  <a:pt x="3330990" y="189343"/>
                  <a:pt x="3316141" y="185541"/>
                  <a:pt x="3321030" y="180471"/>
                </a:cubicBezTo>
                <a:cubicBezTo>
                  <a:pt x="3337324" y="173633"/>
                  <a:pt x="3355016" y="170777"/>
                  <a:pt x="3372637" y="172142"/>
                </a:cubicBezTo>
                <a:close/>
                <a:moveTo>
                  <a:pt x="5790747" y="171237"/>
                </a:moveTo>
                <a:cubicBezTo>
                  <a:pt x="5799264" y="171096"/>
                  <a:pt x="5807750" y="172256"/>
                  <a:pt x="5815918" y="174678"/>
                </a:cubicBezTo>
                <a:cubicBezTo>
                  <a:pt x="5821351" y="177031"/>
                  <a:pt x="5817186" y="178300"/>
                  <a:pt x="5805416" y="178300"/>
                </a:cubicBezTo>
                <a:cubicBezTo>
                  <a:pt x="5796882" y="178505"/>
                  <a:pt x="5788375" y="177282"/>
                  <a:pt x="5780245" y="174678"/>
                </a:cubicBezTo>
                <a:cubicBezTo>
                  <a:pt x="5774995" y="172505"/>
                  <a:pt x="5779158" y="171237"/>
                  <a:pt x="5790747" y="171237"/>
                </a:cubicBezTo>
                <a:close/>
                <a:moveTo>
                  <a:pt x="4699937" y="171237"/>
                </a:moveTo>
                <a:cubicBezTo>
                  <a:pt x="4717705" y="169524"/>
                  <a:pt x="4735613" y="172457"/>
                  <a:pt x="4751907" y="179748"/>
                </a:cubicBezTo>
                <a:cubicBezTo>
                  <a:pt x="4757158" y="184818"/>
                  <a:pt x="4741586" y="188620"/>
                  <a:pt x="4715691" y="188620"/>
                </a:cubicBezTo>
                <a:cubicBezTo>
                  <a:pt x="4697907" y="190293"/>
                  <a:pt x="4679995" y="187297"/>
                  <a:pt x="4663721" y="179928"/>
                </a:cubicBezTo>
                <a:cubicBezTo>
                  <a:pt x="4659195" y="174858"/>
                  <a:pt x="4674769" y="171237"/>
                  <a:pt x="4699937" y="171237"/>
                </a:cubicBezTo>
                <a:close/>
                <a:moveTo>
                  <a:pt x="3251316" y="170150"/>
                </a:moveTo>
                <a:cubicBezTo>
                  <a:pt x="3272502" y="170150"/>
                  <a:pt x="3287532" y="173771"/>
                  <a:pt x="3283549" y="177936"/>
                </a:cubicBezTo>
                <a:cubicBezTo>
                  <a:pt x="3268002" y="184499"/>
                  <a:pt x="3251137" y="187353"/>
                  <a:pt x="3234296" y="186265"/>
                </a:cubicBezTo>
                <a:cubicBezTo>
                  <a:pt x="3212203" y="186265"/>
                  <a:pt x="3196632" y="182824"/>
                  <a:pt x="3200434" y="178478"/>
                </a:cubicBezTo>
                <a:cubicBezTo>
                  <a:pt x="3216481" y="171659"/>
                  <a:pt x="3233933" y="168802"/>
                  <a:pt x="3251316" y="170150"/>
                </a:cubicBezTo>
                <a:close/>
                <a:moveTo>
                  <a:pt x="5667073" y="168883"/>
                </a:moveTo>
                <a:cubicBezTo>
                  <a:pt x="5677145" y="168668"/>
                  <a:pt x="5687183" y="170138"/>
                  <a:pt x="5696770" y="173229"/>
                </a:cubicBezTo>
                <a:cubicBezTo>
                  <a:pt x="5702022" y="175944"/>
                  <a:pt x="5695321" y="177575"/>
                  <a:pt x="5681198" y="177392"/>
                </a:cubicBezTo>
                <a:cubicBezTo>
                  <a:pt x="5671280" y="177531"/>
                  <a:pt x="5661415" y="175938"/>
                  <a:pt x="5652045" y="172685"/>
                </a:cubicBezTo>
                <a:cubicBezTo>
                  <a:pt x="5648060" y="170332"/>
                  <a:pt x="5654218" y="168701"/>
                  <a:pt x="5667073" y="168883"/>
                </a:cubicBezTo>
                <a:close/>
                <a:moveTo>
                  <a:pt x="3134339" y="168883"/>
                </a:moveTo>
                <a:cubicBezTo>
                  <a:pt x="3154802" y="169064"/>
                  <a:pt x="3167296" y="172322"/>
                  <a:pt x="3162587" y="176488"/>
                </a:cubicBezTo>
                <a:cubicBezTo>
                  <a:pt x="3146917" y="182571"/>
                  <a:pt x="3130109" y="185166"/>
                  <a:pt x="3113334" y="184094"/>
                </a:cubicBezTo>
                <a:cubicBezTo>
                  <a:pt x="3092512" y="184094"/>
                  <a:pt x="3080016" y="180472"/>
                  <a:pt x="3085449" y="176488"/>
                </a:cubicBezTo>
                <a:cubicBezTo>
                  <a:pt x="3101010" y="170469"/>
                  <a:pt x="3117686" y="167874"/>
                  <a:pt x="3134339" y="168883"/>
                </a:cubicBezTo>
                <a:close/>
                <a:moveTo>
                  <a:pt x="4580607" y="168340"/>
                </a:moveTo>
                <a:cubicBezTo>
                  <a:pt x="4598118" y="167049"/>
                  <a:pt x="4615673" y="170161"/>
                  <a:pt x="4631672" y="177393"/>
                </a:cubicBezTo>
                <a:cubicBezTo>
                  <a:pt x="4635294" y="182102"/>
                  <a:pt x="4617367" y="186267"/>
                  <a:pt x="4593284" y="186448"/>
                </a:cubicBezTo>
                <a:cubicBezTo>
                  <a:pt x="4569199" y="186628"/>
                  <a:pt x="4542762" y="182102"/>
                  <a:pt x="4539865" y="177212"/>
                </a:cubicBezTo>
                <a:cubicBezTo>
                  <a:pt x="4536968" y="172322"/>
                  <a:pt x="4556524" y="168159"/>
                  <a:pt x="4580607" y="168340"/>
                </a:cubicBezTo>
                <a:close/>
                <a:moveTo>
                  <a:pt x="3016821" y="167796"/>
                </a:moveTo>
                <a:cubicBezTo>
                  <a:pt x="3037282" y="167796"/>
                  <a:pt x="3047785" y="171057"/>
                  <a:pt x="3041447" y="175040"/>
                </a:cubicBezTo>
                <a:cubicBezTo>
                  <a:pt x="3026813" y="180446"/>
                  <a:pt x="3011205" y="182730"/>
                  <a:pt x="2995635" y="181739"/>
                </a:cubicBezTo>
                <a:cubicBezTo>
                  <a:pt x="2974630" y="181739"/>
                  <a:pt x="2964307" y="178481"/>
                  <a:pt x="2971370" y="174315"/>
                </a:cubicBezTo>
                <a:cubicBezTo>
                  <a:pt x="2985953" y="169216"/>
                  <a:pt x="3001391" y="167002"/>
                  <a:pt x="3016821" y="167796"/>
                </a:cubicBezTo>
                <a:close/>
                <a:moveTo>
                  <a:pt x="4461459" y="166528"/>
                </a:moveTo>
                <a:cubicBezTo>
                  <a:pt x="4486991" y="166709"/>
                  <a:pt x="4509081" y="170874"/>
                  <a:pt x="4511617" y="175764"/>
                </a:cubicBezTo>
                <a:cubicBezTo>
                  <a:pt x="4514334" y="180834"/>
                  <a:pt x="4493510" y="185180"/>
                  <a:pt x="4467978" y="184817"/>
                </a:cubicBezTo>
                <a:cubicBezTo>
                  <a:pt x="4442445" y="184455"/>
                  <a:pt x="4419810" y="180290"/>
                  <a:pt x="4417818" y="175400"/>
                </a:cubicBezTo>
                <a:cubicBezTo>
                  <a:pt x="4415828" y="170513"/>
                  <a:pt x="4435926" y="166348"/>
                  <a:pt x="4461459" y="166528"/>
                </a:cubicBezTo>
                <a:close/>
                <a:moveTo>
                  <a:pt x="2900569" y="165804"/>
                </a:moveTo>
                <a:cubicBezTo>
                  <a:pt x="2918677" y="165804"/>
                  <a:pt x="2929541" y="169062"/>
                  <a:pt x="2923747" y="172503"/>
                </a:cubicBezTo>
                <a:cubicBezTo>
                  <a:pt x="2909730" y="177097"/>
                  <a:pt x="2895031" y="179239"/>
                  <a:pt x="2880289" y="178842"/>
                </a:cubicBezTo>
                <a:cubicBezTo>
                  <a:pt x="2862202" y="178842"/>
                  <a:pt x="2851155" y="175581"/>
                  <a:pt x="2857493" y="171960"/>
                </a:cubicBezTo>
                <a:cubicBezTo>
                  <a:pt x="2871408" y="167490"/>
                  <a:pt x="2885959" y="165409"/>
                  <a:pt x="2900569" y="165804"/>
                </a:cubicBezTo>
                <a:close/>
                <a:moveTo>
                  <a:pt x="5538326" y="165625"/>
                </a:moveTo>
                <a:cubicBezTo>
                  <a:pt x="5550763" y="165264"/>
                  <a:pt x="5563177" y="166916"/>
                  <a:pt x="5575086" y="170513"/>
                </a:cubicBezTo>
                <a:cubicBezTo>
                  <a:pt x="5580880" y="173229"/>
                  <a:pt x="5573818" y="175583"/>
                  <a:pt x="5559875" y="175583"/>
                </a:cubicBezTo>
                <a:cubicBezTo>
                  <a:pt x="5547594" y="175878"/>
                  <a:pt x="5535351" y="174100"/>
                  <a:pt x="5523659" y="170332"/>
                </a:cubicBezTo>
                <a:cubicBezTo>
                  <a:pt x="5519133" y="167978"/>
                  <a:pt x="5526013" y="165805"/>
                  <a:pt x="5538326" y="165625"/>
                </a:cubicBezTo>
                <a:close/>
                <a:moveTo>
                  <a:pt x="4336333" y="164718"/>
                </a:moveTo>
                <a:cubicBezTo>
                  <a:pt x="4361865" y="164718"/>
                  <a:pt x="4384682" y="168884"/>
                  <a:pt x="4387035" y="173954"/>
                </a:cubicBezTo>
                <a:cubicBezTo>
                  <a:pt x="4389389" y="179024"/>
                  <a:pt x="4370195" y="183187"/>
                  <a:pt x="4343396" y="183187"/>
                </a:cubicBezTo>
                <a:cubicBezTo>
                  <a:pt x="4316777" y="183187"/>
                  <a:pt x="4294504" y="179024"/>
                  <a:pt x="4292694" y="173773"/>
                </a:cubicBezTo>
                <a:cubicBezTo>
                  <a:pt x="4290882" y="168521"/>
                  <a:pt x="4310802" y="164718"/>
                  <a:pt x="4336333" y="164718"/>
                </a:cubicBezTo>
                <a:close/>
                <a:moveTo>
                  <a:pt x="2784155" y="164716"/>
                </a:moveTo>
                <a:cubicBezTo>
                  <a:pt x="2802263" y="164716"/>
                  <a:pt x="2810049" y="167433"/>
                  <a:pt x="2803711" y="170874"/>
                </a:cubicBezTo>
                <a:cubicBezTo>
                  <a:pt x="2790875" y="175075"/>
                  <a:pt x="2777384" y="176976"/>
                  <a:pt x="2763876" y="176487"/>
                </a:cubicBezTo>
                <a:cubicBezTo>
                  <a:pt x="2745769" y="176487"/>
                  <a:pt x="2737980" y="173771"/>
                  <a:pt x="2744501" y="170330"/>
                </a:cubicBezTo>
                <a:cubicBezTo>
                  <a:pt x="2757283" y="166096"/>
                  <a:pt x="2770701" y="164195"/>
                  <a:pt x="2784155" y="164716"/>
                </a:cubicBezTo>
                <a:close/>
                <a:moveTo>
                  <a:pt x="5413022" y="163450"/>
                </a:moveTo>
                <a:cubicBezTo>
                  <a:pt x="5426196" y="163087"/>
                  <a:pt x="5439344" y="164861"/>
                  <a:pt x="5451951" y="168703"/>
                </a:cubicBezTo>
                <a:cubicBezTo>
                  <a:pt x="5458109" y="171600"/>
                  <a:pt x="5450322" y="174314"/>
                  <a:pt x="5435656" y="174497"/>
                </a:cubicBezTo>
                <a:cubicBezTo>
                  <a:pt x="5421854" y="174951"/>
                  <a:pt x="5408077" y="173052"/>
                  <a:pt x="5394914" y="168883"/>
                </a:cubicBezTo>
                <a:cubicBezTo>
                  <a:pt x="5389661" y="165986"/>
                  <a:pt x="5398172" y="163450"/>
                  <a:pt x="5413022" y="163450"/>
                </a:cubicBezTo>
                <a:close/>
                <a:moveTo>
                  <a:pt x="2664645" y="163269"/>
                </a:moveTo>
                <a:cubicBezTo>
                  <a:pt x="2680035" y="163269"/>
                  <a:pt x="2687277" y="165081"/>
                  <a:pt x="2681664" y="168159"/>
                </a:cubicBezTo>
                <a:cubicBezTo>
                  <a:pt x="2669985" y="171957"/>
                  <a:pt x="2657725" y="173674"/>
                  <a:pt x="2645452" y="173229"/>
                </a:cubicBezTo>
                <a:cubicBezTo>
                  <a:pt x="2630420" y="173229"/>
                  <a:pt x="2623901" y="170875"/>
                  <a:pt x="2630241" y="167796"/>
                </a:cubicBezTo>
                <a:cubicBezTo>
                  <a:pt x="2641375" y="164397"/>
                  <a:pt x="2653001" y="162868"/>
                  <a:pt x="2664645" y="163269"/>
                </a:cubicBezTo>
                <a:close/>
                <a:moveTo>
                  <a:pt x="4218813" y="162365"/>
                </a:moveTo>
                <a:cubicBezTo>
                  <a:pt x="4245071" y="162546"/>
                  <a:pt x="4265351" y="166348"/>
                  <a:pt x="4266800" y="171599"/>
                </a:cubicBezTo>
                <a:cubicBezTo>
                  <a:pt x="4268066" y="176669"/>
                  <a:pt x="4248692" y="180834"/>
                  <a:pt x="4221710" y="180654"/>
                </a:cubicBezTo>
                <a:cubicBezTo>
                  <a:pt x="4194730" y="180473"/>
                  <a:pt x="4172640" y="176488"/>
                  <a:pt x="4172457" y="171057"/>
                </a:cubicBezTo>
                <a:cubicBezTo>
                  <a:pt x="4172276" y="165624"/>
                  <a:pt x="4192557" y="162183"/>
                  <a:pt x="4218813" y="162365"/>
                </a:cubicBezTo>
                <a:close/>
                <a:moveTo>
                  <a:pt x="2549480" y="162001"/>
                </a:moveTo>
                <a:cubicBezTo>
                  <a:pt x="2561067" y="162001"/>
                  <a:pt x="2567590" y="163994"/>
                  <a:pt x="2564324" y="166167"/>
                </a:cubicBezTo>
                <a:cubicBezTo>
                  <a:pt x="2553592" y="169695"/>
                  <a:pt x="2542309" y="171351"/>
                  <a:pt x="2531010" y="171056"/>
                </a:cubicBezTo>
                <a:cubicBezTo>
                  <a:pt x="2519240" y="171056"/>
                  <a:pt x="2512900" y="169064"/>
                  <a:pt x="2516161" y="166710"/>
                </a:cubicBezTo>
                <a:cubicBezTo>
                  <a:pt x="2526933" y="163364"/>
                  <a:pt x="2538199" y="161773"/>
                  <a:pt x="2549480" y="162001"/>
                </a:cubicBezTo>
                <a:close/>
                <a:moveTo>
                  <a:pt x="5290070" y="160735"/>
                </a:moveTo>
                <a:cubicBezTo>
                  <a:pt x="5303899" y="159975"/>
                  <a:pt x="5317744" y="161944"/>
                  <a:pt x="5330812" y="166530"/>
                </a:cubicBezTo>
                <a:cubicBezTo>
                  <a:pt x="5336968" y="169969"/>
                  <a:pt x="5328459" y="172324"/>
                  <a:pt x="5310351" y="172324"/>
                </a:cubicBezTo>
                <a:cubicBezTo>
                  <a:pt x="5296956" y="172946"/>
                  <a:pt x="5283565" y="171041"/>
                  <a:pt x="5270875" y="166710"/>
                </a:cubicBezTo>
                <a:cubicBezTo>
                  <a:pt x="5264356" y="163269"/>
                  <a:pt x="5272504" y="160735"/>
                  <a:pt x="5290070" y="160735"/>
                </a:cubicBezTo>
                <a:close/>
                <a:moveTo>
                  <a:pt x="4100933" y="160735"/>
                </a:moveTo>
                <a:cubicBezTo>
                  <a:pt x="4127188" y="160916"/>
                  <a:pt x="4147108" y="164718"/>
                  <a:pt x="4147469" y="169969"/>
                </a:cubicBezTo>
                <a:cubicBezTo>
                  <a:pt x="4147469" y="175039"/>
                  <a:pt x="4127913" y="179023"/>
                  <a:pt x="4100933" y="179023"/>
                </a:cubicBezTo>
                <a:cubicBezTo>
                  <a:pt x="4073953" y="179023"/>
                  <a:pt x="4052404" y="174858"/>
                  <a:pt x="4053128" y="169427"/>
                </a:cubicBezTo>
                <a:cubicBezTo>
                  <a:pt x="4053852" y="163993"/>
                  <a:pt x="4074677" y="160553"/>
                  <a:pt x="4100933" y="160735"/>
                </a:cubicBezTo>
                <a:close/>
                <a:moveTo>
                  <a:pt x="2434494" y="160191"/>
                </a:moveTo>
                <a:cubicBezTo>
                  <a:pt x="2444450" y="160191"/>
                  <a:pt x="2451152" y="161821"/>
                  <a:pt x="2447528" y="163813"/>
                </a:cubicBezTo>
                <a:cubicBezTo>
                  <a:pt x="2438387" y="166598"/>
                  <a:pt x="2428843" y="167944"/>
                  <a:pt x="2419283" y="167796"/>
                </a:cubicBezTo>
                <a:cubicBezTo>
                  <a:pt x="2408958" y="167796"/>
                  <a:pt x="2403166" y="165986"/>
                  <a:pt x="2407693" y="163994"/>
                </a:cubicBezTo>
                <a:cubicBezTo>
                  <a:pt x="2416422" y="161517"/>
                  <a:pt x="2425423" y="160239"/>
                  <a:pt x="2434494" y="160191"/>
                </a:cubicBezTo>
                <a:close/>
                <a:moveTo>
                  <a:pt x="2321310" y="159284"/>
                </a:moveTo>
                <a:cubicBezTo>
                  <a:pt x="2328010" y="159284"/>
                  <a:pt x="2331993" y="160913"/>
                  <a:pt x="2329276" y="162181"/>
                </a:cubicBezTo>
                <a:cubicBezTo>
                  <a:pt x="2321817" y="164413"/>
                  <a:pt x="2314068" y="165510"/>
                  <a:pt x="2306279" y="165441"/>
                </a:cubicBezTo>
                <a:cubicBezTo>
                  <a:pt x="2298312" y="165441"/>
                  <a:pt x="2293966" y="163810"/>
                  <a:pt x="2297769" y="162362"/>
                </a:cubicBezTo>
                <a:cubicBezTo>
                  <a:pt x="2305447" y="160296"/>
                  <a:pt x="2313360" y="159262"/>
                  <a:pt x="2321310" y="159284"/>
                </a:cubicBezTo>
                <a:close/>
                <a:moveTo>
                  <a:pt x="5168927" y="158380"/>
                </a:moveTo>
                <a:cubicBezTo>
                  <a:pt x="5183852" y="157884"/>
                  <a:pt x="5198749" y="160030"/>
                  <a:pt x="5212929" y="164718"/>
                </a:cubicBezTo>
                <a:cubicBezTo>
                  <a:pt x="5218723" y="168157"/>
                  <a:pt x="5207496" y="171417"/>
                  <a:pt x="5189569" y="171237"/>
                </a:cubicBezTo>
                <a:cubicBezTo>
                  <a:pt x="5174799" y="171864"/>
                  <a:pt x="5160047" y="169649"/>
                  <a:pt x="5146110" y="164718"/>
                </a:cubicBezTo>
                <a:cubicBezTo>
                  <a:pt x="5141584" y="161458"/>
                  <a:pt x="5152087" y="158560"/>
                  <a:pt x="5168927" y="158380"/>
                </a:cubicBezTo>
                <a:close/>
                <a:moveTo>
                  <a:pt x="3981964" y="158379"/>
                </a:moveTo>
                <a:cubicBezTo>
                  <a:pt x="4007858" y="158379"/>
                  <a:pt x="4028320" y="162182"/>
                  <a:pt x="4028502" y="167252"/>
                </a:cubicBezTo>
                <a:cubicBezTo>
                  <a:pt x="4028683" y="172322"/>
                  <a:pt x="4008039" y="176487"/>
                  <a:pt x="3981422" y="176487"/>
                </a:cubicBezTo>
                <a:cubicBezTo>
                  <a:pt x="3954803" y="176487"/>
                  <a:pt x="3934342" y="172503"/>
                  <a:pt x="3934884" y="167434"/>
                </a:cubicBezTo>
                <a:cubicBezTo>
                  <a:pt x="3935427" y="162364"/>
                  <a:pt x="3955889" y="158379"/>
                  <a:pt x="3981964" y="158379"/>
                </a:cubicBezTo>
                <a:close/>
                <a:moveTo>
                  <a:pt x="3866981" y="156750"/>
                </a:moveTo>
                <a:cubicBezTo>
                  <a:pt x="3892512" y="156750"/>
                  <a:pt x="3912069" y="160916"/>
                  <a:pt x="3910620" y="165805"/>
                </a:cubicBezTo>
                <a:cubicBezTo>
                  <a:pt x="3909171" y="170693"/>
                  <a:pt x="3887803" y="174677"/>
                  <a:pt x="3862452" y="174677"/>
                </a:cubicBezTo>
                <a:cubicBezTo>
                  <a:pt x="3837102" y="174677"/>
                  <a:pt x="3816279" y="170693"/>
                  <a:pt x="3817908" y="165623"/>
                </a:cubicBezTo>
                <a:cubicBezTo>
                  <a:pt x="3819538" y="160553"/>
                  <a:pt x="3840906" y="156750"/>
                  <a:pt x="3866981" y="156750"/>
                </a:cubicBezTo>
                <a:close/>
                <a:moveTo>
                  <a:pt x="5049599" y="155663"/>
                </a:moveTo>
                <a:cubicBezTo>
                  <a:pt x="5064397" y="155152"/>
                  <a:pt x="5079140" y="157743"/>
                  <a:pt x="5092877" y="163269"/>
                </a:cubicBezTo>
                <a:cubicBezTo>
                  <a:pt x="5098672" y="167435"/>
                  <a:pt x="5087083" y="170149"/>
                  <a:pt x="5065715" y="169969"/>
                </a:cubicBezTo>
                <a:cubicBezTo>
                  <a:pt x="5051190" y="170957"/>
                  <a:pt x="5036634" y="168604"/>
                  <a:pt x="5023161" y="163089"/>
                </a:cubicBezTo>
                <a:cubicBezTo>
                  <a:pt x="5018453" y="158380"/>
                  <a:pt x="5029679" y="155663"/>
                  <a:pt x="5049599" y="155663"/>
                </a:cubicBezTo>
                <a:close/>
                <a:moveTo>
                  <a:pt x="3749280" y="154576"/>
                </a:moveTo>
                <a:cubicBezTo>
                  <a:pt x="3773182" y="154395"/>
                  <a:pt x="3793282" y="158560"/>
                  <a:pt x="3791834" y="163267"/>
                </a:cubicBezTo>
                <a:cubicBezTo>
                  <a:pt x="3790205" y="167976"/>
                  <a:pt x="3766483" y="172141"/>
                  <a:pt x="3742219" y="172141"/>
                </a:cubicBezTo>
                <a:cubicBezTo>
                  <a:pt x="3717954" y="172141"/>
                  <a:pt x="3698034" y="167613"/>
                  <a:pt x="3700933" y="162906"/>
                </a:cubicBezTo>
                <a:cubicBezTo>
                  <a:pt x="3716062" y="156011"/>
                  <a:pt x="3732716" y="153142"/>
                  <a:pt x="3749280" y="154576"/>
                </a:cubicBezTo>
                <a:close/>
                <a:moveTo>
                  <a:pt x="4930269" y="153671"/>
                </a:moveTo>
                <a:cubicBezTo>
                  <a:pt x="4945880" y="152839"/>
                  <a:pt x="4961490" y="155306"/>
                  <a:pt x="4976081" y="160914"/>
                </a:cubicBezTo>
                <a:cubicBezTo>
                  <a:pt x="4980609" y="164716"/>
                  <a:pt x="4967209" y="168157"/>
                  <a:pt x="4946747" y="167976"/>
                </a:cubicBezTo>
                <a:cubicBezTo>
                  <a:pt x="4931113" y="168974"/>
                  <a:pt x="4915453" y="166435"/>
                  <a:pt x="4900935" y="160553"/>
                </a:cubicBezTo>
                <a:cubicBezTo>
                  <a:pt x="4896770" y="156749"/>
                  <a:pt x="4910351" y="153491"/>
                  <a:pt x="4930269" y="153671"/>
                </a:cubicBezTo>
                <a:close/>
                <a:moveTo>
                  <a:pt x="3630492" y="153310"/>
                </a:moveTo>
                <a:cubicBezTo>
                  <a:pt x="3654395" y="153310"/>
                  <a:pt x="3670510" y="156751"/>
                  <a:pt x="3668520" y="161458"/>
                </a:cubicBezTo>
                <a:cubicBezTo>
                  <a:pt x="3666527" y="166166"/>
                  <a:pt x="3646247" y="169968"/>
                  <a:pt x="3620896" y="169968"/>
                </a:cubicBezTo>
                <a:cubicBezTo>
                  <a:pt x="3595364" y="169968"/>
                  <a:pt x="3578885" y="166347"/>
                  <a:pt x="3582144" y="161458"/>
                </a:cubicBezTo>
                <a:cubicBezTo>
                  <a:pt x="3597185" y="154283"/>
                  <a:pt x="3613932" y="151462"/>
                  <a:pt x="3630492" y="153310"/>
                </a:cubicBezTo>
                <a:close/>
                <a:moveTo>
                  <a:pt x="4809672" y="151137"/>
                </a:moveTo>
                <a:cubicBezTo>
                  <a:pt x="4825565" y="149829"/>
                  <a:pt x="4841547" y="152183"/>
                  <a:pt x="4856389" y="158017"/>
                </a:cubicBezTo>
                <a:cubicBezTo>
                  <a:pt x="4862183" y="162544"/>
                  <a:pt x="4849509" y="165804"/>
                  <a:pt x="4826148" y="165804"/>
                </a:cubicBezTo>
                <a:cubicBezTo>
                  <a:pt x="4810438" y="167175"/>
                  <a:pt x="4794636" y="164624"/>
                  <a:pt x="4780156" y="158380"/>
                </a:cubicBezTo>
                <a:cubicBezTo>
                  <a:pt x="4775629" y="154215"/>
                  <a:pt x="4787942" y="151137"/>
                  <a:pt x="4809672" y="151137"/>
                </a:cubicBezTo>
                <a:close/>
                <a:moveTo>
                  <a:pt x="3515146" y="151137"/>
                </a:moveTo>
                <a:cubicBezTo>
                  <a:pt x="3538142" y="151137"/>
                  <a:pt x="3554440" y="154758"/>
                  <a:pt x="3551180" y="159285"/>
                </a:cubicBezTo>
                <a:cubicBezTo>
                  <a:pt x="3535967" y="166102"/>
                  <a:pt x="3519245" y="168847"/>
                  <a:pt x="3502651" y="167252"/>
                </a:cubicBezTo>
                <a:cubicBezTo>
                  <a:pt x="3479111" y="167252"/>
                  <a:pt x="3463538" y="163450"/>
                  <a:pt x="3467703" y="158922"/>
                </a:cubicBezTo>
                <a:cubicBezTo>
                  <a:pt x="3482651" y="152511"/>
                  <a:pt x="3498934" y="149840"/>
                  <a:pt x="3515146" y="151137"/>
                </a:cubicBezTo>
                <a:close/>
                <a:moveTo>
                  <a:pt x="3401430" y="149871"/>
                </a:moveTo>
                <a:cubicBezTo>
                  <a:pt x="3422252" y="149871"/>
                  <a:pt x="3437645" y="153673"/>
                  <a:pt x="3433841" y="157656"/>
                </a:cubicBezTo>
                <a:cubicBezTo>
                  <a:pt x="3418359" y="163956"/>
                  <a:pt x="3401618" y="166561"/>
                  <a:pt x="3384951" y="165262"/>
                </a:cubicBezTo>
                <a:cubicBezTo>
                  <a:pt x="3363402" y="165262"/>
                  <a:pt x="3348735" y="161278"/>
                  <a:pt x="3353805" y="157295"/>
                </a:cubicBezTo>
                <a:cubicBezTo>
                  <a:pt x="3368978" y="151489"/>
                  <a:pt x="3385208" y="148958"/>
                  <a:pt x="3401430" y="149871"/>
                </a:cubicBezTo>
                <a:close/>
                <a:moveTo>
                  <a:pt x="4689437" y="148964"/>
                </a:moveTo>
                <a:cubicBezTo>
                  <a:pt x="4705392" y="148093"/>
                  <a:pt x="4721344" y="150751"/>
                  <a:pt x="4736154" y="156751"/>
                </a:cubicBezTo>
                <a:cubicBezTo>
                  <a:pt x="4740138" y="160914"/>
                  <a:pt x="4723479" y="164718"/>
                  <a:pt x="4701387" y="164537"/>
                </a:cubicBezTo>
                <a:cubicBezTo>
                  <a:pt x="4685420" y="165651"/>
                  <a:pt x="4669412" y="162982"/>
                  <a:pt x="4654669" y="156751"/>
                </a:cubicBezTo>
                <a:cubicBezTo>
                  <a:pt x="4651048" y="152585"/>
                  <a:pt x="4667888" y="148964"/>
                  <a:pt x="4689437" y="148964"/>
                </a:cubicBezTo>
                <a:close/>
                <a:moveTo>
                  <a:pt x="5745478" y="148964"/>
                </a:moveTo>
                <a:cubicBezTo>
                  <a:pt x="5753130" y="148922"/>
                  <a:pt x="5760750" y="149958"/>
                  <a:pt x="5768113" y="152042"/>
                </a:cubicBezTo>
                <a:cubicBezTo>
                  <a:pt x="5771734" y="153673"/>
                  <a:pt x="5768113" y="154939"/>
                  <a:pt x="5759602" y="155122"/>
                </a:cubicBezTo>
                <a:cubicBezTo>
                  <a:pt x="5751387" y="155219"/>
                  <a:pt x="5743203" y="154057"/>
                  <a:pt x="5735338" y="151680"/>
                </a:cubicBezTo>
                <a:cubicBezTo>
                  <a:pt x="5732078" y="150232"/>
                  <a:pt x="5737511" y="148783"/>
                  <a:pt x="5745478" y="148964"/>
                </a:cubicBezTo>
                <a:close/>
                <a:moveTo>
                  <a:pt x="3287530" y="148059"/>
                </a:moveTo>
                <a:cubicBezTo>
                  <a:pt x="3308535" y="148059"/>
                  <a:pt x="3321936" y="151318"/>
                  <a:pt x="3317227" y="155302"/>
                </a:cubicBezTo>
                <a:cubicBezTo>
                  <a:pt x="3302921" y="161015"/>
                  <a:pt x="3287509" y="163430"/>
                  <a:pt x="3272139" y="162365"/>
                </a:cubicBezTo>
                <a:cubicBezTo>
                  <a:pt x="3250590" y="162365"/>
                  <a:pt x="3237372" y="159105"/>
                  <a:pt x="3242442" y="154939"/>
                </a:cubicBezTo>
                <a:cubicBezTo>
                  <a:pt x="3256816" y="149483"/>
                  <a:pt x="3272185" y="147137"/>
                  <a:pt x="3287530" y="148059"/>
                </a:cubicBezTo>
                <a:close/>
                <a:moveTo>
                  <a:pt x="3172547" y="146791"/>
                </a:moveTo>
                <a:cubicBezTo>
                  <a:pt x="3190655" y="146791"/>
                  <a:pt x="3204236" y="149869"/>
                  <a:pt x="3200434" y="153490"/>
                </a:cubicBezTo>
                <a:cubicBezTo>
                  <a:pt x="3186558" y="158918"/>
                  <a:pt x="3171667" y="161266"/>
                  <a:pt x="3156793" y="160372"/>
                </a:cubicBezTo>
                <a:cubicBezTo>
                  <a:pt x="3137600" y="160372"/>
                  <a:pt x="3124743" y="157292"/>
                  <a:pt x="3129089" y="153671"/>
                </a:cubicBezTo>
                <a:cubicBezTo>
                  <a:pt x="3142947" y="148407"/>
                  <a:pt x="3157743" y="146064"/>
                  <a:pt x="3172547" y="146791"/>
                </a:cubicBezTo>
                <a:close/>
                <a:moveTo>
                  <a:pt x="4571916" y="146608"/>
                </a:moveTo>
                <a:cubicBezTo>
                  <a:pt x="4587812" y="145395"/>
                  <a:pt x="4603768" y="148004"/>
                  <a:pt x="4618452" y="154215"/>
                </a:cubicBezTo>
                <a:cubicBezTo>
                  <a:pt x="4622617" y="158561"/>
                  <a:pt x="4606502" y="162363"/>
                  <a:pt x="4583143" y="162363"/>
                </a:cubicBezTo>
                <a:cubicBezTo>
                  <a:pt x="4566931" y="163660"/>
                  <a:pt x="4550648" y="160987"/>
                  <a:pt x="4535700" y="154576"/>
                </a:cubicBezTo>
                <a:cubicBezTo>
                  <a:pt x="4532259" y="150230"/>
                  <a:pt x="4548376" y="146608"/>
                  <a:pt x="4571916" y="146608"/>
                </a:cubicBezTo>
                <a:close/>
                <a:moveTo>
                  <a:pt x="5624338" y="146067"/>
                </a:moveTo>
                <a:cubicBezTo>
                  <a:pt x="5633096" y="146040"/>
                  <a:pt x="5641817" y="147261"/>
                  <a:pt x="5650233" y="149689"/>
                </a:cubicBezTo>
                <a:cubicBezTo>
                  <a:pt x="5654398" y="151500"/>
                  <a:pt x="5648421" y="153493"/>
                  <a:pt x="5638281" y="153310"/>
                </a:cubicBezTo>
                <a:cubicBezTo>
                  <a:pt x="5629011" y="153489"/>
                  <a:pt x="5619774" y="152141"/>
                  <a:pt x="5610939" y="149327"/>
                </a:cubicBezTo>
                <a:cubicBezTo>
                  <a:pt x="5607498" y="147515"/>
                  <a:pt x="5614378" y="145886"/>
                  <a:pt x="5624338" y="146067"/>
                </a:cubicBezTo>
                <a:close/>
                <a:moveTo>
                  <a:pt x="4455844" y="145162"/>
                </a:moveTo>
                <a:cubicBezTo>
                  <a:pt x="4471618" y="143508"/>
                  <a:pt x="4487541" y="146267"/>
                  <a:pt x="4501839" y="153130"/>
                </a:cubicBezTo>
                <a:cubicBezTo>
                  <a:pt x="4504736" y="157837"/>
                  <a:pt x="4488077" y="161458"/>
                  <a:pt x="4462726" y="161278"/>
                </a:cubicBezTo>
                <a:cubicBezTo>
                  <a:pt x="4437375" y="161097"/>
                  <a:pt x="4419629" y="157476"/>
                  <a:pt x="4417637" y="152947"/>
                </a:cubicBezTo>
                <a:cubicBezTo>
                  <a:pt x="4415646" y="148421"/>
                  <a:pt x="4432123" y="145162"/>
                  <a:pt x="4455844" y="145162"/>
                </a:cubicBezTo>
                <a:close/>
                <a:moveTo>
                  <a:pt x="3056839" y="145162"/>
                </a:moveTo>
                <a:cubicBezTo>
                  <a:pt x="3074947" y="145162"/>
                  <a:pt x="3085268" y="148059"/>
                  <a:pt x="3080379" y="151499"/>
                </a:cubicBezTo>
                <a:cubicBezTo>
                  <a:pt x="3066849" y="156276"/>
                  <a:pt x="3052518" y="158367"/>
                  <a:pt x="3038188" y="157656"/>
                </a:cubicBezTo>
                <a:cubicBezTo>
                  <a:pt x="3020080" y="157656"/>
                  <a:pt x="3009759" y="154759"/>
                  <a:pt x="3014829" y="151318"/>
                </a:cubicBezTo>
                <a:cubicBezTo>
                  <a:pt x="3028306" y="146586"/>
                  <a:pt x="3042570" y="144495"/>
                  <a:pt x="3056839" y="145162"/>
                </a:cubicBezTo>
                <a:close/>
                <a:moveTo>
                  <a:pt x="2943847" y="144074"/>
                </a:moveTo>
                <a:cubicBezTo>
                  <a:pt x="2961955" y="144074"/>
                  <a:pt x="2969379" y="146428"/>
                  <a:pt x="2964309" y="149688"/>
                </a:cubicBezTo>
                <a:cubicBezTo>
                  <a:pt x="2951830" y="154118"/>
                  <a:pt x="2938596" y="156026"/>
                  <a:pt x="2925376" y="155300"/>
                </a:cubicBezTo>
                <a:cubicBezTo>
                  <a:pt x="2907269" y="155300"/>
                  <a:pt x="2899664" y="152766"/>
                  <a:pt x="2905276" y="149506"/>
                </a:cubicBezTo>
                <a:cubicBezTo>
                  <a:pt x="2917654" y="145184"/>
                  <a:pt x="2930758" y="143339"/>
                  <a:pt x="2943847" y="144074"/>
                </a:cubicBezTo>
                <a:close/>
                <a:moveTo>
                  <a:pt x="5502654" y="144074"/>
                </a:moveTo>
                <a:cubicBezTo>
                  <a:pt x="5512885" y="143682"/>
                  <a:pt x="5523111" y="145030"/>
                  <a:pt x="5532892" y="148057"/>
                </a:cubicBezTo>
                <a:cubicBezTo>
                  <a:pt x="5537962" y="150593"/>
                  <a:pt x="5532892" y="152222"/>
                  <a:pt x="5519130" y="152222"/>
                </a:cubicBezTo>
                <a:cubicBezTo>
                  <a:pt x="5509049" y="152636"/>
                  <a:pt x="5498975" y="151163"/>
                  <a:pt x="5489433" y="147876"/>
                </a:cubicBezTo>
                <a:cubicBezTo>
                  <a:pt x="5485270" y="145523"/>
                  <a:pt x="5489433" y="144074"/>
                  <a:pt x="5502654" y="144074"/>
                </a:cubicBezTo>
                <a:close/>
                <a:moveTo>
                  <a:pt x="4339411" y="142445"/>
                </a:moveTo>
                <a:cubicBezTo>
                  <a:pt x="4364038" y="142445"/>
                  <a:pt x="4383231" y="145886"/>
                  <a:pt x="4385043" y="150593"/>
                </a:cubicBezTo>
                <a:cubicBezTo>
                  <a:pt x="4386853" y="155302"/>
                  <a:pt x="4370376" y="158560"/>
                  <a:pt x="4345930" y="158560"/>
                </a:cubicBezTo>
                <a:cubicBezTo>
                  <a:pt x="4321484" y="158560"/>
                  <a:pt x="4301565" y="154939"/>
                  <a:pt x="4300298" y="150232"/>
                </a:cubicBezTo>
                <a:cubicBezTo>
                  <a:pt x="4299030" y="145523"/>
                  <a:pt x="4315509" y="142445"/>
                  <a:pt x="4339411" y="142445"/>
                </a:cubicBezTo>
                <a:close/>
                <a:moveTo>
                  <a:pt x="2831780" y="142082"/>
                </a:moveTo>
                <a:cubicBezTo>
                  <a:pt x="2846267" y="142263"/>
                  <a:pt x="2854777" y="145160"/>
                  <a:pt x="2849888" y="147333"/>
                </a:cubicBezTo>
                <a:cubicBezTo>
                  <a:pt x="2838207" y="151158"/>
                  <a:pt x="2825958" y="152935"/>
                  <a:pt x="2813671" y="152586"/>
                </a:cubicBezTo>
                <a:cubicBezTo>
                  <a:pt x="2799006" y="152586"/>
                  <a:pt x="2790676" y="149869"/>
                  <a:pt x="2795566" y="147152"/>
                </a:cubicBezTo>
                <a:cubicBezTo>
                  <a:pt x="2807271" y="143466"/>
                  <a:pt x="2819510" y="141752"/>
                  <a:pt x="2831780" y="142082"/>
                </a:cubicBezTo>
                <a:close/>
                <a:moveTo>
                  <a:pt x="4223885" y="140816"/>
                </a:moveTo>
                <a:cubicBezTo>
                  <a:pt x="4247424" y="140636"/>
                  <a:pt x="4267524" y="145162"/>
                  <a:pt x="4269153" y="148784"/>
                </a:cubicBezTo>
                <a:cubicBezTo>
                  <a:pt x="4270602" y="153491"/>
                  <a:pt x="4253219" y="157112"/>
                  <a:pt x="4228231" y="156932"/>
                </a:cubicBezTo>
                <a:cubicBezTo>
                  <a:pt x="4203241" y="156751"/>
                  <a:pt x="4184409" y="153310"/>
                  <a:pt x="4183865" y="148603"/>
                </a:cubicBezTo>
                <a:cubicBezTo>
                  <a:pt x="4183324" y="143894"/>
                  <a:pt x="4200344" y="140997"/>
                  <a:pt x="4223885" y="140816"/>
                </a:cubicBezTo>
                <a:close/>
                <a:moveTo>
                  <a:pt x="5382962" y="140633"/>
                </a:moveTo>
                <a:cubicBezTo>
                  <a:pt x="5394302" y="140312"/>
                  <a:pt x="5405615" y="141840"/>
                  <a:pt x="5416461" y="145159"/>
                </a:cubicBezTo>
                <a:cubicBezTo>
                  <a:pt x="5421894" y="147876"/>
                  <a:pt x="5416461" y="149868"/>
                  <a:pt x="5402338" y="150049"/>
                </a:cubicBezTo>
                <a:cubicBezTo>
                  <a:pt x="5390430" y="150537"/>
                  <a:pt x="5378531" y="148883"/>
                  <a:pt x="5367208" y="145159"/>
                </a:cubicBezTo>
                <a:cubicBezTo>
                  <a:pt x="5362501" y="142625"/>
                  <a:pt x="5369381" y="140633"/>
                  <a:pt x="5382962" y="140633"/>
                </a:cubicBezTo>
                <a:close/>
                <a:moveTo>
                  <a:pt x="2719148" y="140453"/>
                </a:moveTo>
                <a:cubicBezTo>
                  <a:pt x="2732187" y="141177"/>
                  <a:pt x="2739248" y="143533"/>
                  <a:pt x="2734178" y="145162"/>
                </a:cubicBezTo>
                <a:cubicBezTo>
                  <a:pt x="2723151" y="148523"/>
                  <a:pt x="2711654" y="150051"/>
                  <a:pt x="2700136" y="149688"/>
                </a:cubicBezTo>
                <a:cubicBezTo>
                  <a:pt x="2687277" y="149688"/>
                  <a:pt x="2680942" y="147154"/>
                  <a:pt x="2686737" y="144618"/>
                </a:cubicBezTo>
                <a:cubicBezTo>
                  <a:pt x="2697276" y="141624"/>
                  <a:pt x="2708195" y="140219"/>
                  <a:pt x="2719148" y="140453"/>
                </a:cubicBezTo>
                <a:close/>
                <a:moveTo>
                  <a:pt x="5265261" y="139731"/>
                </a:moveTo>
                <a:cubicBezTo>
                  <a:pt x="5277528" y="139438"/>
                  <a:pt x="5289760" y="141151"/>
                  <a:pt x="5301476" y="144801"/>
                </a:cubicBezTo>
                <a:cubicBezTo>
                  <a:pt x="5307090" y="146791"/>
                  <a:pt x="5298759" y="149328"/>
                  <a:pt x="5284636" y="149508"/>
                </a:cubicBezTo>
                <a:cubicBezTo>
                  <a:pt x="5271992" y="149997"/>
                  <a:pt x="5259348" y="148531"/>
                  <a:pt x="5247153" y="145162"/>
                </a:cubicBezTo>
                <a:cubicBezTo>
                  <a:pt x="5241358" y="142446"/>
                  <a:pt x="5250411" y="139731"/>
                  <a:pt x="5265261" y="139731"/>
                </a:cubicBezTo>
                <a:close/>
                <a:moveTo>
                  <a:pt x="2607422" y="139548"/>
                </a:moveTo>
                <a:cubicBezTo>
                  <a:pt x="2618830" y="139548"/>
                  <a:pt x="2624624" y="141177"/>
                  <a:pt x="2620642" y="143350"/>
                </a:cubicBezTo>
                <a:cubicBezTo>
                  <a:pt x="2611533" y="146304"/>
                  <a:pt x="2601972" y="147652"/>
                  <a:pt x="2592394" y="147335"/>
                </a:cubicBezTo>
                <a:cubicBezTo>
                  <a:pt x="2580984" y="147335"/>
                  <a:pt x="2574286" y="145706"/>
                  <a:pt x="2579358" y="143533"/>
                </a:cubicBezTo>
                <a:cubicBezTo>
                  <a:pt x="2588409" y="140594"/>
                  <a:pt x="2597915" y="139244"/>
                  <a:pt x="2607422" y="139548"/>
                </a:cubicBezTo>
                <a:close/>
                <a:moveTo>
                  <a:pt x="2494783" y="139006"/>
                </a:moveTo>
                <a:cubicBezTo>
                  <a:pt x="2504563" y="139006"/>
                  <a:pt x="2509270" y="140092"/>
                  <a:pt x="2505648" y="141903"/>
                </a:cubicBezTo>
                <a:cubicBezTo>
                  <a:pt x="2498241" y="144362"/>
                  <a:pt x="2490457" y="145464"/>
                  <a:pt x="2482651" y="145162"/>
                </a:cubicBezTo>
                <a:cubicBezTo>
                  <a:pt x="2472694" y="145162"/>
                  <a:pt x="2468164" y="144076"/>
                  <a:pt x="2471787" y="142265"/>
                </a:cubicBezTo>
                <a:cubicBezTo>
                  <a:pt x="2479192" y="139822"/>
                  <a:pt x="2486979" y="138717"/>
                  <a:pt x="2494783" y="139006"/>
                </a:cubicBezTo>
                <a:close/>
                <a:moveTo>
                  <a:pt x="4110710" y="138643"/>
                </a:moveTo>
                <a:cubicBezTo>
                  <a:pt x="4134975" y="138824"/>
                  <a:pt x="4152178" y="141902"/>
                  <a:pt x="4153264" y="146430"/>
                </a:cubicBezTo>
                <a:cubicBezTo>
                  <a:pt x="4154351" y="150957"/>
                  <a:pt x="4136785" y="154578"/>
                  <a:pt x="4111797" y="154578"/>
                </a:cubicBezTo>
                <a:cubicBezTo>
                  <a:pt x="4086808" y="154578"/>
                  <a:pt x="4068339" y="151137"/>
                  <a:pt x="4068339" y="146430"/>
                </a:cubicBezTo>
                <a:cubicBezTo>
                  <a:pt x="4068339" y="141721"/>
                  <a:pt x="4086447" y="138462"/>
                  <a:pt x="4110710" y="138643"/>
                </a:cubicBezTo>
                <a:close/>
                <a:moveTo>
                  <a:pt x="2379068" y="137919"/>
                </a:moveTo>
                <a:cubicBezTo>
                  <a:pt x="2387035" y="137919"/>
                  <a:pt x="2389932" y="138824"/>
                  <a:pt x="2386674" y="140273"/>
                </a:cubicBezTo>
                <a:cubicBezTo>
                  <a:pt x="2380807" y="142075"/>
                  <a:pt x="2374704" y="142929"/>
                  <a:pt x="2368566" y="142807"/>
                </a:cubicBezTo>
                <a:cubicBezTo>
                  <a:pt x="2360779" y="142807"/>
                  <a:pt x="2357701" y="142807"/>
                  <a:pt x="2360959" y="140453"/>
                </a:cubicBezTo>
                <a:cubicBezTo>
                  <a:pt x="2366828" y="138683"/>
                  <a:pt x="2372928" y="137826"/>
                  <a:pt x="2379068" y="137919"/>
                </a:cubicBezTo>
                <a:close/>
                <a:moveTo>
                  <a:pt x="3991562" y="137194"/>
                </a:moveTo>
                <a:cubicBezTo>
                  <a:pt x="4016007" y="137194"/>
                  <a:pt x="4033752" y="140272"/>
                  <a:pt x="4033752" y="144981"/>
                </a:cubicBezTo>
                <a:cubicBezTo>
                  <a:pt x="4033752" y="149688"/>
                  <a:pt x="4015644" y="152948"/>
                  <a:pt x="3990657" y="152948"/>
                </a:cubicBezTo>
                <a:cubicBezTo>
                  <a:pt x="3965667" y="152948"/>
                  <a:pt x="3949371" y="149688"/>
                  <a:pt x="3949371" y="145162"/>
                </a:cubicBezTo>
                <a:cubicBezTo>
                  <a:pt x="3949371" y="140635"/>
                  <a:pt x="3967479" y="137194"/>
                  <a:pt x="3991562" y="137194"/>
                </a:cubicBezTo>
                <a:close/>
                <a:moveTo>
                  <a:pt x="5148649" y="136470"/>
                </a:moveTo>
                <a:cubicBezTo>
                  <a:pt x="5160956" y="135939"/>
                  <a:pt x="5173253" y="137783"/>
                  <a:pt x="5184864" y="141901"/>
                </a:cubicBezTo>
                <a:cubicBezTo>
                  <a:pt x="5190476" y="145162"/>
                  <a:pt x="5181785" y="147335"/>
                  <a:pt x="5164401" y="147335"/>
                </a:cubicBezTo>
                <a:cubicBezTo>
                  <a:pt x="5151533" y="148149"/>
                  <a:pt x="5138636" y="146236"/>
                  <a:pt x="5126557" y="141721"/>
                </a:cubicBezTo>
                <a:cubicBezTo>
                  <a:pt x="5122030" y="138643"/>
                  <a:pt x="5131266" y="136289"/>
                  <a:pt x="5148649" y="136470"/>
                </a:cubicBezTo>
                <a:close/>
                <a:moveTo>
                  <a:pt x="3878750" y="135021"/>
                </a:moveTo>
                <a:cubicBezTo>
                  <a:pt x="3902291" y="135021"/>
                  <a:pt x="3919130" y="138099"/>
                  <a:pt x="3918767" y="142445"/>
                </a:cubicBezTo>
                <a:cubicBezTo>
                  <a:pt x="3918767" y="146973"/>
                  <a:pt x="3900660" y="150412"/>
                  <a:pt x="3876940" y="150595"/>
                </a:cubicBezTo>
                <a:cubicBezTo>
                  <a:pt x="3853218" y="150775"/>
                  <a:pt x="3834386" y="147334"/>
                  <a:pt x="3835835" y="142627"/>
                </a:cubicBezTo>
                <a:cubicBezTo>
                  <a:pt x="3837284" y="137919"/>
                  <a:pt x="3855211" y="135021"/>
                  <a:pt x="3878750" y="135021"/>
                </a:cubicBezTo>
                <a:close/>
                <a:moveTo>
                  <a:pt x="5025877" y="134478"/>
                </a:moveTo>
                <a:cubicBezTo>
                  <a:pt x="5039726" y="133942"/>
                  <a:pt x="5053568" y="135778"/>
                  <a:pt x="5066799" y="139909"/>
                </a:cubicBezTo>
                <a:cubicBezTo>
                  <a:pt x="5072594" y="143169"/>
                  <a:pt x="5062092" y="146247"/>
                  <a:pt x="5044890" y="146428"/>
                </a:cubicBezTo>
                <a:cubicBezTo>
                  <a:pt x="5030738" y="147110"/>
                  <a:pt x="5016590" y="145019"/>
                  <a:pt x="5003241" y="140272"/>
                </a:cubicBezTo>
                <a:cubicBezTo>
                  <a:pt x="4999078" y="137375"/>
                  <a:pt x="5009760" y="134478"/>
                  <a:pt x="5025877" y="134478"/>
                </a:cubicBezTo>
                <a:close/>
                <a:moveTo>
                  <a:pt x="3766302" y="133572"/>
                </a:moveTo>
                <a:cubicBezTo>
                  <a:pt x="3789660" y="133572"/>
                  <a:pt x="3806139" y="137013"/>
                  <a:pt x="3804327" y="141359"/>
                </a:cubicBezTo>
                <a:cubicBezTo>
                  <a:pt x="3790050" y="148267"/>
                  <a:pt x="3774060" y="150847"/>
                  <a:pt x="3758334" y="148782"/>
                </a:cubicBezTo>
                <a:cubicBezTo>
                  <a:pt x="3735337" y="148782"/>
                  <a:pt x="3719221" y="145161"/>
                  <a:pt x="3722119" y="140815"/>
                </a:cubicBezTo>
                <a:cubicBezTo>
                  <a:pt x="3735943" y="134527"/>
                  <a:pt x="3751192" y="132027"/>
                  <a:pt x="3766302" y="133572"/>
                </a:cubicBezTo>
                <a:close/>
                <a:moveTo>
                  <a:pt x="4910892" y="132667"/>
                </a:moveTo>
                <a:cubicBezTo>
                  <a:pt x="4924979" y="131808"/>
                  <a:pt x="4939088" y="133842"/>
                  <a:pt x="4952358" y="138643"/>
                </a:cubicBezTo>
                <a:cubicBezTo>
                  <a:pt x="4957428" y="142264"/>
                  <a:pt x="4947107" y="144981"/>
                  <a:pt x="4927914" y="145162"/>
                </a:cubicBezTo>
                <a:cubicBezTo>
                  <a:pt x="4913749" y="146152"/>
                  <a:pt x="4899539" y="144052"/>
                  <a:pt x="4886265" y="139004"/>
                </a:cubicBezTo>
                <a:cubicBezTo>
                  <a:pt x="4881015" y="135382"/>
                  <a:pt x="4891879" y="132848"/>
                  <a:pt x="4910892" y="132667"/>
                </a:cubicBezTo>
                <a:close/>
                <a:moveTo>
                  <a:pt x="3654033" y="132124"/>
                </a:moveTo>
                <a:cubicBezTo>
                  <a:pt x="3675219" y="132124"/>
                  <a:pt x="3692422" y="135746"/>
                  <a:pt x="3690068" y="139728"/>
                </a:cubicBezTo>
                <a:cubicBezTo>
                  <a:pt x="3675867" y="146049"/>
                  <a:pt x="3660275" y="148606"/>
                  <a:pt x="3644798" y="147154"/>
                </a:cubicBezTo>
                <a:cubicBezTo>
                  <a:pt x="3623069" y="147154"/>
                  <a:pt x="3606592" y="143350"/>
                  <a:pt x="3610031" y="139367"/>
                </a:cubicBezTo>
                <a:cubicBezTo>
                  <a:pt x="3623905" y="133451"/>
                  <a:pt x="3638998" y="130964"/>
                  <a:pt x="3654033" y="132124"/>
                </a:cubicBezTo>
                <a:close/>
                <a:moveTo>
                  <a:pt x="3543577" y="130313"/>
                </a:moveTo>
                <a:cubicBezTo>
                  <a:pt x="3564762" y="130495"/>
                  <a:pt x="3577256" y="133392"/>
                  <a:pt x="3575264" y="137375"/>
                </a:cubicBezTo>
                <a:cubicBezTo>
                  <a:pt x="3561574" y="143685"/>
                  <a:pt x="3546421" y="146127"/>
                  <a:pt x="3531444" y="144437"/>
                </a:cubicBezTo>
                <a:cubicBezTo>
                  <a:pt x="3509896" y="144437"/>
                  <a:pt x="3496858" y="141360"/>
                  <a:pt x="3499936" y="137375"/>
                </a:cubicBezTo>
                <a:cubicBezTo>
                  <a:pt x="3513599" y="131193"/>
                  <a:pt x="3528661" y="128756"/>
                  <a:pt x="3543577" y="130313"/>
                </a:cubicBezTo>
                <a:close/>
                <a:moveTo>
                  <a:pt x="4796451" y="130132"/>
                </a:moveTo>
                <a:cubicBezTo>
                  <a:pt x="4810698" y="129305"/>
                  <a:pt x="4824960" y="131525"/>
                  <a:pt x="4838279" y="136650"/>
                </a:cubicBezTo>
                <a:cubicBezTo>
                  <a:pt x="4842264" y="140091"/>
                  <a:pt x="4827597" y="143350"/>
                  <a:pt x="4808402" y="143169"/>
                </a:cubicBezTo>
                <a:cubicBezTo>
                  <a:pt x="4794355" y="144019"/>
                  <a:pt x="4780300" y="141665"/>
                  <a:pt x="4767296" y="136287"/>
                </a:cubicBezTo>
                <a:cubicBezTo>
                  <a:pt x="4764582" y="133029"/>
                  <a:pt x="4778524" y="129951"/>
                  <a:pt x="4796451" y="130132"/>
                </a:cubicBezTo>
                <a:close/>
                <a:moveTo>
                  <a:pt x="3430585" y="129226"/>
                </a:moveTo>
                <a:cubicBezTo>
                  <a:pt x="3449778" y="129226"/>
                  <a:pt x="3462272" y="132665"/>
                  <a:pt x="3457926" y="136287"/>
                </a:cubicBezTo>
                <a:cubicBezTo>
                  <a:pt x="3444006" y="141524"/>
                  <a:pt x="3429121" y="143686"/>
                  <a:pt x="3414287" y="142625"/>
                </a:cubicBezTo>
                <a:cubicBezTo>
                  <a:pt x="3394731" y="142625"/>
                  <a:pt x="3381874" y="139184"/>
                  <a:pt x="3385858" y="135563"/>
                </a:cubicBezTo>
                <a:cubicBezTo>
                  <a:pt x="3400107" y="130139"/>
                  <a:pt x="3415390" y="127974"/>
                  <a:pt x="3430585" y="129226"/>
                </a:cubicBezTo>
                <a:close/>
                <a:moveTo>
                  <a:pt x="4681829" y="128322"/>
                </a:moveTo>
                <a:cubicBezTo>
                  <a:pt x="4696420" y="127126"/>
                  <a:pt x="4711085" y="129487"/>
                  <a:pt x="4724564" y="135202"/>
                </a:cubicBezTo>
                <a:cubicBezTo>
                  <a:pt x="4727642" y="138823"/>
                  <a:pt x="4714243" y="141903"/>
                  <a:pt x="4694323" y="141903"/>
                </a:cubicBezTo>
                <a:cubicBezTo>
                  <a:pt x="4679653" y="143154"/>
                  <a:pt x="4664904" y="140726"/>
                  <a:pt x="4651408" y="134841"/>
                </a:cubicBezTo>
                <a:cubicBezTo>
                  <a:pt x="4648692" y="131219"/>
                  <a:pt x="4662454" y="128322"/>
                  <a:pt x="4681829" y="128322"/>
                </a:cubicBezTo>
                <a:close/>
                <a:moveTo>
                  <a:pt x="5706005" y="128320"/>
                </a:moveTo>
                <a:cubicBezTo>
                  <a:pt x="5712296" y="128118"/>
                  <a:pt x="5718581" y="128852"/>
                  <a:pt x="5724654" y="130493"/>
                </a:cubicBezTo>
                <a:cubicBezTo>
                  <a:pt x="5728095" y="131942"/>
                  <a:pt x="5724654" y="132847"/>
                  <a:pt x="5717955" y="132847"/>
                </a:cubicBezTo>
                <a:cubicBezTo>
                  <a:pt x="5711830" y="133090"/>
                  <a:pt x="5705706" y="132293"/>
                  <a:pt x="5699847" y="130493"/>
                </a:cubicBezTo>
                <a:cubicBezTo>
                  <a:pt x="5697131" y="129225"/>
                  <a:pt x="5699847" y="128500"/>
                  <a:pt x="5706005" y="128320"/>
                </a:cubicBezTo>
                <a:close/>
                <a:moveTo>
                  <a:pt x="3317409" y="127234"/>
                </a:moveTo>
                <a:cubicBezTo>
                  <a:pt x="3335878" y="127054"/>
                  <a:pt x="3348374" y="130314"/>
                  <a:pt x="3344752" y="133753"/>
                </a:cubicBezTo>
                <a:cubicBezTo>
                  <a:pt x="3331416" y="138812"/>
                  <a:pt x="3317156" y="140972"/>
                  <a:pt x="3302923" y="140091"/>
                </a:cubicBezTo>
                <a:cubicBezTo>
                  <a:pt x="3284815" y="140091"/>
                  <a:pt x="3271777" y="136833"/>
                  <a:pt x="3275760" y="133392"/>
                </a:cubicBezTo>
                <a:cubicBezTo>
                  <a:pt x="3289071" y="128495"/>
                  <a:pt x="3303250" y="126398"/>
                  <a:pt x="3317409" y="127234"/>
                </a:cubicBezTo>
                <a:close/>
                <a:moveTo>
                  <a:pt x="3207133" y="127054"/>
                </a:moveTo>
                <a:cubicBezTo>
                  <a:pt x="3225241" y="127054"/>
                  <a:pt x="3235925" y="129951"/>
                  <a:pt x="3230855" y="133390"/>
                </a:cubicBezTo>
                <a:cubicBezTo>
                  <a:pt x="3217954" y="137575"/>
                  <a:pt x="3204356" y="139175"/>
                  <a:pt x="3190835" y="138099"/>
                </a:cubicBezTo>
                <a:cubicBezTo>
                  <a:pt x="3172727" y="138099"/>
                  <a:pt x="3162769" y="135383"/>
                  <a:pt x="3166752" y="132124"/>
                </a:cubicBezTo>
                <a:cubicBezTo>
                  <a:pt x="3179708" y="127621"/>
                  <a:pt x="3193466" y="125893"/>
                  <a:pt x="3207133" y="127054"/>
                </a:cubicBezTo>
                <a:close/>
                <a:moveTo>
                  <a:pt x="4567208" y="125967"/>
                </a:moveTo>
                <a:cubicBezTo>
                  <a:pt x="4581608" y="124695"/>
                  <a:pt x="4596100" y="126995"/>
                  <a:pt x="4609398" y="132668"/>
                </a:cubicBezTo>
                <a:cubicBezTo>
                  <a:pt x="4613383" y="136832"/>
                  <a:pt x="4599982" y="139729"/>
                  <a:pt x="4577529" y="139729"/>
                </a:cubicBezTo>
                <a:cubicBezTo>
                  <a:pt x="4563640" y="141010"/>
                  <a:pt x="4549657" y="138638"/>
                  <a:pt x="4536968" y="132849"/>
                </a:cubicBezTo>
                <a:cubicBezTo>
                  <a:pt x="4533165" y="128864"/>
                  <a:pt x="4546022" y="127054"/>
                  <a:pt x="4567208" y="125967"/>
                </a:cubicBezTo>
                <a:close/>
                <a:moveTo>
                  <a:pt x="5588847" y="125425"/>
                </a:moveTo>
                <a:cubicBezTo>
                  <a:pt x="5596240" y="125326"/>
                  <a:pt x="5603611" y="126240"/>
                  <a:pt x="5610757" y="128141"/>
                </a:cubicBezTo>
                <a:cubicBezTo>
                  <a:pt x="5614922" y="129770"/>
                  <a:pt x="5610576" y="131400"/>
                  <a:pt x="5601521" y="131219"/>
                </a:cubicBezTo>
                <a:cubicBezTo>
                  <a:pt x="5594187" y="131331"/>
                  <a:pt x="5586871" y="130419"/>
                  <a:pt x="5579792" y="128503"/>
                </a:cubicBezTo>
                <a:cubicBezTo>
                  <a:pt x="5575626" y="126873"/>
                  <a:pt x="5579792" y="125425"/>
                  <a:pt x="5588847" y="125425"/>
                </a:cubicBezTo>
                <a:close/>
                <a:moveTo>
                  <a:pt x="3096674" y="124520"/>
                </a:moveTo>
                <a:cubicBezTo>
                  <a:pt x="3114782" y="124520"/>
                  <a:pt x="3122930" y="126873"/>
                  <a:pt x="3117679" y="130132"/>
                </a:cubicBezTo>
                <a:cubicBezTo>
                  <a:pt x="3106020" y="134295"/>
                  <a:pt x="3093642" y="136080"/>
                  <a:pt x="3081283" y="135384"/>
                </a:cubicBezTo>
                <a:cubicBezTo>
                  <a:pt x="3063176" y="135384"/>
                  <a:pt x="3055026" y="132848"/>
                  <a:pt x="3060459" y="129590"/>
                </a:cubicBezTo>
                <a:cubicBezTo>
                  <a:pt x="3072084" y="125554"/>
                  <a:pt x="3084386" y="123832"/>
                  <a:pt x="3096674" y="124520"/>
                </a:cubicBezTo>
                <a:close/>
                <a:moveTo>
                  <a:pt x="4456749" y="124337"/>
                </a:moveTo>
                <a:cubicBezTo>
                  <a:pt x="4471070" y="123026"/>
                  <a:pt x="4485484" y="125459"/>
                  <a:pt x="4498579" y="131400"/>
                </a:cubicBezTo>
                <a:cubicBezTo>
                  <a:pt x="4500752" y="135202"/>
                  <a:pt x="4483912" y="138643"/>
                  <a:pt x="4463451" y="138462"/>
                </a:cubicBezTo>
                <a:cubicBezTo>
                  <a:pt x="4448776" y="139806"/>
                  <a:pt x="4434003" y="137375"/>
                  <a:pt x="4420534" y="131400"/>
                </a:cubicBezTo>
                <a:cubicBezTo>
                  <a:pt x="4418180" y="127415"/>
                  <a:pt x="4435383" y="124157"/>
                  <a:pt x="4456749" y="124337"/>
                </a:cubicBezTo>
                <a:close/>
                <a:moveTo>
                  <a:pt x="5472958" y="123613"/>
                </a:moveTo>
                <a:cubicBezTo>
                  <a:pt x="5481894" y="123402"/>
                  <a:pt x="5490810" y="124562"/>
                  <a:pt x="5499396" y="127052"/>
                </a:cubicBezTo>
                <a:cubicBezTo>
                  <a:pt x="5503017" y="128864"/>
                  <a:pt x="5496679" y="130493"/>
                  <a:pt x="5486900" y="130493"/>
                </a:cubicBezTo>
                <a:cubicBezTo>
                  <a:pt x="5477971" y="130613"/>
                  <a:pt x="5469066" y="129455"/>
                  <a:pt x="5460464" y="127052"/>
                </a:cubicBezTo>
                <a:cubicBezTo>
                  <a:pt x="5457023" y="125242"/>
                  <a:pt x="5463361" y="123431"/>
                  <a:pt x="5472958" y="123613"/>
                </a:cubicBezTo>
                <a:close/>
                <a:moveTo>
                  <a:pt x="2987487" y="123250"/>
                </a:moveTo>
                <a:cubicBezTo>
                  <a:pt x="3000886" y="123431"/>
                  <a:pt x="3010302" y="125604"/>
                  <a:pt x="3007043" y="128140"/>
                </a:cubicBezTo>
                <a:cubicBezTo>
                  <a:pt x="2996251" y="132006"/>
                  <a:pt x="2984822" y="133789"/>
                  <a:pt x="2973362" y="133390"/>
                </a:cubicBezTo>
                <a:cubicBezTo>
                  <a:pt x="2958334" y="133390"/>
                  <a:pt x="2947650" y="131217"/>
                  <a:pt x="2951272" y="128501"/>
                </a:cubicBezTo>
                <a:cubicBezTo>
                  <a:pt x="2962900" y="124467"/>
                  <a:pt x="2975191" y="122684"/>
                  <a:pt x="2987487" y="123250"/>
                </a:cubicBezTo>
                <a:close/>
                <a:moveTo>
                  <a:pt x="2877389" y="122708"/>
                </a:moveTo>
                <a:cubicBezTo>
                  <a:pt x="2891695" y="121803"/>
                  <a:pt x="2898938" y="123613"/>
                  <a:pt x="2895136" y="127054"/>
                </a:cubicBezTo>
                <a:cubicBezTo>
                  <a:pt x="2885168" y="130408"/>
                  <a:pt x="2874680" y="131942"/>
                  <a:pt x="2864191" y="131581"/>
                </a:cubicBezTo>
                <a:cubicBezTo>
                  <a:pt x="2849704" y="131581"/>
                  <a:pt x="2841918" y="129589"/>
                  <a:pt x="2846084" y="127054"/>
                </a:cubicBezTo>
                <a:cubicBezTo>
                  <a:pt x="2856165" y="123676"/>
                  <a:pt x="2866789" y="122203"/>
                  <a:pt x="2877389" y="122708"/>
                </a:cubicBezTo>
                <a:close/>
                <a:moveTo>
                  <a:pt x="4340499" y="121984"/>
                </a:moveTo>
                <a:cubicBezTo>
                  <a:pt x="4354370" y="120606"/>
                  <a:pt x="4368352" y="123114"/>
                  <a:pt x="4380880" y="129227"/>
                </a:cubicBezTo>
                <a:cubicBezTo>
                  <a:pt x="4382146" y="133210"/>
                  <a:pt x="4363858" y="136651"/>
                  <a:pt x="4342853" y="136471"/>
                </a:cubicBezTo>
                <a:cubicBezTo>
                  <a:pt x="4321848" y="136288"/>
                  <a:pt x="4303196" y="132667"/>
                  <a:pt x="4302291" y="128864"/>
                </a:cubicBezTo>
                <a:cubicBezTo>
                  <a:pt x="4301387" y="125062"/>
                  <a:pt x="4320399" y="121802"/>
                  <a:pt x="4340499" y="121984"/>
                </a:cubicBezTo>
                <a:close/>
                <a:moveTo>
                  <a:pt x="5352902" y="120899"/>
                </a:moveTo>
                <a:cubicBezTo>
                  <a:pt x="5362484" y="120423"/>
                  <a:pt x="5372071" y="121777"/>
                  <a:pt x="5381150" y="124881"/>
                </a:cubicBezTo>
                <a:cubicBezTo>
                  <a:pt x="5385316" y="127054"/>
                  <a:pt x="5379521" y="128684"/>
                  <a:pt x="5366664" y="128503"/>
                </a:cubicBezTo>
                <a:cubicBezTo>
                  <a:pt x="5357153" y="128957"/>
                  <a:pt x="5347642" y="127670"/>
                  <a:pt x="5338597" y="124701"/>
                </a:cubicBezTo>
                <a:cubicBezTo>
                  <a:pt x="5334431" y="122347"/>
                  <a:pt x="5340408" y="120899"/>
                  <a:pt x="5352902" y="120899"/>
                </a:cubicBezTo>
                <a:close/>
                <a:moveTo>
                  <a:pt x="2764781" y="120896"/>
                </a:moveTo>
                <a:cubicBezTo>
                  <a:pt x="2777458" y="120896"/>
                  <a:pt x="2782888" y="122525"/>
                  <a:pt x="2778180" y="124880"/>
                </a:cubicBezTo>
                <a:cubicBezTo>
                  <a:pt x="2768875" y="127812"/>
                  <a:pt x="2759132" y="129040"/>
                  <a:pt x="2749389" y="128502"/>
                </a:cubicBezTo>
                <a:cubicBezTo>
                  <a:pt x="2737799" y="128502"/>
                  <a:pt x="2732910" y="127053"/>
                  <a:pt x="2736895" y="124698"/>
                </a:cubicBezTo>
                <a:cubicBezTo>
                  <a:pt x="2745876" y="121740"/>
                  <a:pt x="2755329" y="120451"/>
                  <a:pt x="2764781" y="120896"/>
                </a:cubicBezTo>
                <a:close/>
                <a:moveTo>
                  <a:pt x="4226239" y="120534"/>
                </a:moveTo>
                <a:cubicBezTo>
                  <a:pt x="4240626" y="118887"/>
                  <a:pt x="4255189" y="121336"/>
                  <a:pt x="4268249" y="127596"/>
                </a:cubicBezTo>
                <a:cubicBezTo>
                  <a:pt x="4269698" y="131581"/>
                  <a:pt x="4251771" y="135020"/>
                  <a:pt x="4230585" y="135020"/>
                </a:cubicBezTo>
                <a:cubicBezTo>
                  <a:pt x="4216479" y="136400"/>
                  <a:pt x="4202264" y="133896"/>
                  <a:pt x="4189480" y="127777"/>
                </a:cubicBezTo>
                <a:cubicBezTo>
                  <a:pt x="4187850" y="123974"/>
                  <a:pt x="4205415" y="120534"/>
                  <a:pt x="4226239" y="120534"/>
                </a:cubicBezTo>
                <a:close/>
                <a:moveTo>
                  <a:pt x="2658486" y="119267"/>
                </a:moveTo>
                <a:cubicBezTo>
                  <a:pt x="2667358" y="119450"/>
                  <a:pt x="2671888" y="121079"/>
                  <a:pt x="2668447" y="122708"/>
                </a:cubicBezTo>
                <a:cubicBezTo>
                  <a:pt x="2660387" y="124982"/>
                  <a:pt x="2652022" y="126020"/>
                  <a:pt x="2643639" y="125786"/>
                </a:cubicBezTo>
                <a:cubicBezTo>
                  <a:pt x="2633677" y="125786"/>
                  <a:pt x="2628428" y="123976"/>
                  <a:pt x="2633137" y="122164"/>
                </a:cubicBezTo>
                <a:cubicBezTo>
                  <a:pt x="2641412" y="120035"/>
                  <a:pt x="2649940" y="119062"/>
                  <a:pt x="2658486" y="119267"/>
                </a:cubicBezTo>
                <a:close/>
                <a:moveTo>
                  <a:pt x="5238280" y="118906"/>
                </a:moveTo>
                <a:cubicBezTo>
                  <a:pt x="5248835" y="118528"/>
                  <a:pt x="5259376" y="119998"/>
                  <a:pt x="5269425" y="123252"/>
                </a:cubicBezTo>
                <a:cubicBezTo>
                  <a:pt x="5273952" y="125606"/>
                  <a:pt x="5267252" y="127598"/>
                  <a:pt x="5254034" y="127598"/>
                </a:cubicBezTo>
                <a:cubicBezTo>
                  <a:pt x="5242980" y="128210"/>
                  <a:pt x="5231910" y="126672"/>
                  <a:pt x="5221441" y="123070"/>
                </a:cubicBezTo>
                <a:cubicBezTo>
                  <a:pt x="5217819" y="120716"/>
                  <a:pt x="5225062" y="118906"/>
                  <a:pt x="5238280" y="118906"/>
                </a:cubicBezTo>
                <a:close/>
                <a:moveTo>
                  <a:pt x="2548020" y="118362"/>
                </a:moveTo>
                <a:cubicBezTo>
                  <a:pt x="2555264" y="118362"/>
                  <a:pt x="2560150" y="119811"/>
                  <a:pt x="2557255" y="121079"/>
                </a:cubicBezTo>
                <a:cubicBezTo>
                  <a:pt x="2550302" y="122972"/>
                  <a:pt x="2543095" y="123885"/>
                  <a:pt x="2535886" y="123796"/>
                </a:cubicBezTo>
                <a:cubicBezTo>
                  <a:pt x="2528644" y="123796"/>
                  <a:pt x="2524659" y="122165"/>
                  <a:pt x="2528101" y="120898"/>
                </a:cubicBezTo>
                <a:cubicBezTo>
                  <a:pt x="2534602" y="119205"/>
                  <a:pt x="2541300" y="118351"/>
                  <a:pt x="2548020" y="118362"/>
                </a:cubicBezTo>
                <a:close/>
                <a:moveTo>
                  <a:pt x="4115420" y="118362"/>
                </a:moveTo>
                <a:cubicBezTo>
                  <a:pt x="4135520" y="118181"/>
                  <a:pt x="4154713" y="121440"/>
                  <a:pt x="4156705" y="125242"/>
                </a:cubicBezTo>
                <a:cubicBezTo>
                  <a:pt x="4157973" y="129226"/>
                  <a:pt x="4139866" y="132667"/>
                  <a:pt x="4118497" y="132667"/>
                </a:cubicBezTo>
                <a:cubicBezTo>
                  <a:pt x="4097131" y="132667"/>
                  <a:pt x="4078299" y="129226"/>
                  <a:pt x="4078299" y="125424"/>
                </a:cubicBezTo>
                <a:cubicBezTo>
                  <a:pt x="4078299" y="121620"/>
                  <a:pt x="4095319" y="118543"/>
                  <a:pt x="4115420" y="118362"/>
                </a:cubicBezTo>
                <a:close/>
                <a:moveTo>
                  <a:pt x="4005322" y="116913"/>
                </a:moveTo>
                <a:cubicBezTo>
                  <a:pt x="4025061" y="116913"/>
                  <a:pt x="4044435" y="120354"/>
                  <a:pt x="4044074" y="124156"/>
                </a:cubicBezTo>
                <a:cubicBezTo>
                  <a:pt x="4044074" y="127958"/>
                  <a:pt x="4024518" y="131399"/>
                  <a:pt x="4003693" y="131219"/>
                </a:cubicBezTo>
                <a:cubicBezTo>
                  <a:pt x="3982869" y="131038"/>
                  <a:pt x="3964580" y="127417"/>
                  <a:pt x="3966029" y="123795"/>
                </a:cubicBezTo>
                <a:cubicBezTo>
                  <a:pt x="3967478" y="120174"/>
                  <a:pt x="3985585" y="116913"/>
                  <a:pt x="4005322" y="116913"/>
                </a:cubicBezTo>
                <a:close/>
                <a:moveTo>
                  <a:pt x="5123659" y="116370"/>
                </a:moveTo>
                <a:cubicBezTo>
                  <a:pt x="5135091" y="115915"/>
                  <a:pt x="5146509" y="117571"/>
                  <a:pt x="5157339" y="121257"/>
                </a:cubicBezTo>
                <a:cubicBezTo>
                  <a:pt x="5161324" y="123793"/>
                  <a:pt x="5152269" y="125966"/>
                  <a:pt x="5138146" y="125966"/>
                </a:cubicBezTo>
                <a:cubicBezTo>
                  <a:pt x="5126657" y="126339"/>
                  <a:pt x="5115196" y="124685"/>
                  <a:pt x="5104283" y="121077"/>
                </a:cubicBezTo>
                <a:cubicBezTo>
                  <a:pt x="5100662" y="118360"/>
                  <a:pt x="5109715" y="116187"/>
                  <a:pt x="5123659" y="116370"/>
                </a:cubicBezTo>
                <a:close/>
                <a:moveTo>
                  <a:pt x="3896675" y="114922"/>
                </a:moveTo>
                <a:cubicBezTo>
                  <a:pt x="3916051" y="115102"/>
                  <a:pt x="3932891" y="118182"/>
                  <a:pt x="3932166" y="121804"/>
                </a:cubicBezTo>
                <a:cubicBezTo>
                  <a:pt x="3932166" y="125606"/>
                  <a:pt x="3913154" y="128864"/>
                  <a:pt x="3892692" y="128864"/>
                </a:cubicBezTo>
                <a:cubicBezTo>
                  <a:pt x="3872231" y="128864"/>
                  <a:pt x="3853941" y="125425"/>
                  <a:pt x="3856477" y="121621"/>
                </a:cubicBezTo>
                <a:cubicBezTo>
                  <a:pt x="3869047" y="115866"/>
                  <a:pt x="3882919" y="113555"/>
                  <a:pt x="3896675" y="114922"/>
                </a:cubicBezTo>
                <a:close/>
                <a:moveTo>
                  <a:pt x="5009579" y="114560"/>
                </a:moveTo>
                <a:cubicBezTo>
                  <a:pt x="5021868" y="113806"/>
                  <a:pt x="5034185" y="115530"/>
                  <a:pt x="5045795" y="119631"/>
                </a:cubicBezTo>
                <a:cubicBezTo>
                  <a:pt x="5049778" y="122528"/>
                  <a:pt x="5041268" y="124701"/>
                  <a:pt x="5025695" y="124701"/>
                </a:cubicBezTo>
                <a:cubicBezTo>
                  <a:pt x="5013400" y="125593"/>
                  <a:pt x="5001055" y="123865"/>
                  <a:pt x="4989479" y="119631"/>
                </a:cubicBezTo>
                <a:cubicBezTo>
                  <a:pt x="4985677" y="116733"/>
                  <a:pt x="4994368" y="114741"/>
                  <a:pt x="5009579" y="114560"/>
                </a:cubicBezTo>
                <a:close/>
                <a:moveTo>
                  <a:pt x="3783866" y="113836"/>
                </a:moveTo>
                <a:cubicBezTo>
                  <a:pt x="3804327" y="114016"/>
                  <a:pt x="3817547" y="116733"/>
                  <a:pt x="3815916" y="120535"/>
                </a:cubicBezTo>
                <a:cubicBezTo>
                  <a:pt x="3814287" y="124520"/>
                  <a:pt x="3797808" y="127234"/>
                  <a:pt x="3774994" y="127054"/>
                </a:cubicBezTo>
                <a:cubicBezTo>
                  <a:pt x="3752177" y="126873"/>
                  <a:pt x="3740951" y="123976"/>
                  <a:pt x="3742943" y="120174"/>
                </a:cubicBezTo>
                <a:cubicBezTo>
                  <a:pt x="3755720" y="114269"/>
                  <a:pt x="3769901" y="112073"/>
                  <a:pt x="3783866" y="113836"/>
                </a:cubicBezTo>
                <a:close/>
                <a:moveTo>
                  <a:pt x="4897854" y="112024"/>
                </a:moveTo>
                <a:cubicBezTo>
                  <a:pt x="4910175" y="111552"/>
                  <a:pt x="4922469" y="113457"/>
                  <a:pt x="4934069" y="117638"/>
                </a:cubicBezTo>
                <a:cubicBezTo>
                  <a:pt x="4937510" y="120535"/>
                  <a:pt x="4926283" y="123069"/>
                  <a:pt x="4910348" y="123069"/>
                </a:cubicBezTo>
                <a:cubicBezTo>
                  <a:pt x="4898023" y="123617"/>
                  <a:pt x="4885712" y="121710"/>
                  <a:pt x="4874133" y="117457"/>
                </a:cubicBezTo>
                <a:cubicBezTo>
                  <a:pt x="4870874" y="114560"/>
                  <a:pt x="4882100" y="112024"/>
                  <a:pt x="4897854" y="112024"/>
                </a:cubicBezTo>
                <a:close/>
                <a:moveTo>
                  <a:pt x="3674314" y="111841"/>
                </a:moveTo>
                <a:cubicBezTo>
                  <a:pt x="3693326" y="111841"/>
                  <a:pt x="3707088" y="114739"/>
                  <a:pt x="3705459" y="118179"/>
                </a:cubicBezTo>
                <a:cubicBezTo>
                  <a:pt x="3692942" y="124105"/>
                  <a:pt x="3679005" y="126363"/>
                  <a:pt x="3665259" y="124698"/>
                </a:cubicBezTo>
                <a:cubicBezTo>
                  <a:pt x="3645702" y="124698"/>
                  <a:pt x="3631940" y="121801"/>
                  <a:pt x="3634113" y="118179"/>
                </a:cubicBezTo>
                <a:cubicBezTo>
                  <a:pt x="3646710" y="112524"/>
                  <a:pt x="3660588" y="110336"/>
                  <a:pt x="3674314" y="111841"/>
                </a:cubicBezTo>
                <a:close/>
                <a:moveTo>
                  <a:pt x="3563855" y="110575"/>
                </a:moveTo>
                <a:cubicBezTo>
                  <a:pt x="3581963" y="110575"/>
                  <a:pt x="3597174" y="113292"/>
                  <a:pt x="3595001" y="116733"/>
                </a:cubicBezTo>
                <a:cubicBezTo>
                  <a:pt x="3582604" y="122198"/>
                  <a:pt x="3569011" y="124379"/>
                  <a:pt x="3555525" y="123071"/>
                </a:cubicBezTo>
                <a:cubicBezTo>
                  <a:pt x="3537417" y="123071"/>
                  <a:pt x="3523655" y="120354"/>
                  <a:pt x="3525286" y="116913"/>
                </a:cubicBezTo>
                <a:cubicBezTo>
                  <a:pt x="3537398" y="111571"/>
                  <a:pt x="3550669" y="109391"/>
                  <a:pt x="3563855" y="110575"/>
                </a:cubicBezTo>
                <a:close/>
                <a:moveTo>
                  <a:pt x="4786853" y="110395"/>
                </a:moveTo>
                <a:cubicBezTo>
                  <a:pt x="4799438" y="109674"/>
                  <a:pt x="4812033" y="111650"/>
                  <a:pt x="4823793" y="116189"/>
                </a:cubicBezTo>
                <a:cubicBezTo>
                  <a:pt x="4827234" y="119267"/>
                  <a:pt x="4816188" y="121803"/>
                  <a:pt x="4798805" y="121803"/>
                </a:cubicBezTo>
                <a:cubicBezTo>
                  <a:pt x="4785994" y="122622"/>
                  <a:pt x="4773156" y="120710"/>
                  <a:pt x="4761141" y="116189"/>
                </a:cubicBezTo>
                <a:cubicBezTo>
                  <a:pt x="4757339" y="112931"/>
                  <a:pt x="4769108" y="110395"/>
                  <a:pt x="4786853" y="110395"/>
                </a:cubicBezTo>
                <a:close/>
                <a:moveTo>
                  <a:pt x="3457382" y="108946"/>
                </a:moveTo>
                <a:cubicBezTo>
                  <a:pt x="3475671" y="108946"/>
                  <a:pt x="3486716" y="111299"/>
                  <a:pt x="3484001" y="114740"/>
                </a:cubicBezTo>
                <a:cubicBezTo>
                  <a:pt x="3472595" y="119641"/>
                  <a:pt x="3460150" y="121632"/>
                  <a:pt x="3447786" y="120535"/>
                </a:cubicBezTo>
                <a:cubicBezTo>
                  <a:pt x="3428410" y="120535"/>
                  <a:pt x="3416821" y="118001"/>
                  <a:pt x="3420443" y="114560"/>
                </a:cubicBezTo>
                <a:cubicBezTo>
                  <a:pt x="3432144" y="109813"/>
                  <a:pt x="3444799" y="107891"/>
                  <a:pt x="3457382" y="108946"/>
                </a:cubicBezTo>
                <a:close/>
                <a:moveTo>
                  <a:pt x="4672234" y="108222"/>
                </a:moveTo>
                <a:cubicBezTo>
                  <a:pt x="4684674" y="107122"/>
                  <a:pt x="4697193" y="109177"/>
                  <a:pt x="4708630" y="114197"/>
                </a:cubicBezTo>
                <a:cubicBezTo>
                  <a:pt x="4711527" y="117457"/>
                  <a:pt x="4699938" y="119811"/>
                  <a:pt x="4681287" y="119811"/>
                </a:cubicBezTo>
                <a:cubicBezTo>
                  <a:pt x="4668466" y="121202"/>
                  <a:pt x="4655508" y="119073"/>
                  <a:pt x="4643803" y="113655"/>
                </a:cubicBezTo>
                <a:cubicBezTo>
                  <a:pt x="4641630" y="110395"/>
                  <a:pt x="4653582" y="108042"/>
                  <a:pt x="4672234" y="108222"/>
                </a:cubicBezTo>
                <a:close/>
                <a:moveTo>
                  <a:pt x="3349642" y="107678"/>
                </a:moveTo>
                <a:cubicBezTo>
                  <a:pt x="3366481" y="107678"/>
                  <a:pt x="3378071" y="110395"/>
                  <a:pt x="3374269" y="113293"/>
                </a:cubicBezTo>
                <a:cubicBezTo>
                  <a:pt x="3362386" y="117842"/>
                  <a:pt x="3349659" y="119758"/>
                  <a:pt x="3336965" y="118905"/>
                </a:cubicBezTo>
                <a:cubicBezTo>
                  <a:pt x="3318857" y="118905"/>
                  <a:pt x="3308717" y="116190"/>
                  <a:pt x="3312339" y="113110"/>
                </a:cubicBezTo>
                <a:cubicBezTo>
                  <a:pt x="3324253" y="108703"/>
                  <a:pt x="3336963" y="106851"/>
                  <a:pt x="3349642" y="107678"/>
                </a:cubicBezTo>
                <a:close/>
                <a:moveTo>
                  <a:pt x="5553897" y="106593"/>
                </a:moveTo>
                <a:cubicBezTo>
                  <a:pt x="5559492" y="106285"/>
                  <a:pt x="5565093" y="107086"/>
                  <a:pt x="5570376" y="108947"/>
                </a:cubicBezTo>
                <a:cubicBezTo>
                  <a:pt x="5572729" y="110215"/>
                  <a:pt x="5570376" y="110939"/>
                  <a:pt x="5561865" y="110939"/>
                </a:cubicBezTo>
                <a:cubicBezTo>
                  <a:pt x="5556279" y="111091"/>
                  <a:pt x="5550707" y="110297"/>
                  <a:pt x="5545388" y="108586"/>
                </a:cubicBezTo>
                <a:cubicBezTo>
                  <a:pt x="5542852" y="107318"/>
                  <a:pt x="5546293" y="106413"/>
                  <a:pt x="5553897" y="106593"/>
                </a:cubicBezTo>
                <a:close/>
                <a:moveTo>
                  <a:pt x="4561051" y="106591"/>
                </a:moveTo>
                <a:cubicBezTo>
                  <a:pt x="4574018" y="105595"/>
                  <a:pt x="4587040" y="107640"/>
                  <a:pt x="4599078" y="112567"/>
                </a:cubicBezTo>
                <a:cubicBezTo>
                  <a:pt x="4601431" y="115826"/>
                  <a:pt x="4587669" y="118723"/>
                  <a:pt x="4569562" y="118723"/>
                </a:cubicBezTo>
                <a:cubicBezTo>
                  <a:pt x="4556501" y="119734"/>
                  <a:pt x="4543390" y="117560"/>
                  <a:pt x="4531354" y="112385"/>
                </a:cubicBezTo>
                <a:cubicBezTo>
                  <a:pt x="4529544" y="109307"/>
                  <a:pt x="4543486" y="106410"/>
                  <a:pt x="4561051" y="106591"/>
                </a:cubicBezTo>
                <a:close/>
                <a:moveTo>
                  <a:pt x="3241900" y="106049"/>
                </a:moveTo>
                <a:cubicBezTo>
                  <a:pt x="3258377" y="106049"/>
                  <a:pt x="3267612" y="108040"/>
                  <a:pt x="3264534" y="110937"/>
                </a:cubicBezTo>
                <a:cubicBezTo>
                  <a:pt x="3253112" y="115760"/>
                  <a:pt x="3240641" y="117566"/>
                  <a:pt x="3228319" y="116190"/>
                </a:cubicBezTo>
                <a:cubicBezTo>
                  <a:pt x="3211840" y="116190"/>
                  <a:pt x="3203148" y="114017"/>
                  <a:pt x="3206952" y="111119"/>
                </a:cubicBezTo>
                <a:cubicBezTo>
                  <a:pt x="3218041" y="106703"/>
                  <a:pt x="3230014" y="104965"/>
                  <a:pt x="3241900" y="106049"/>
                </a:cubicBezTo>
                <a:close/>
                <a:moveTo>
                  <a:pt x="3131263" y="104418"/>
                </a:moveTo>
                <a:cubicBezTo>
                  <a:pt x="3144843" y="104962"/>
                  <a:pt x="3154441" y="107135"/>
                  <a:pt x="3151724" y="108945"/>
                </a:cubicBezTo>
                <a:cubicBezTo>
                  <a:pt x="3141634" y="112834"/>
                  <a:pt x="3130837" y="114560"/>
                  <a:pt x="3120036" y="114015"/>
                </a:cubicBezTo>
                <a:cubicBezTo>
                  <a:pt x="3105549" y="114015"/>
                  <a:pt x="3094685" y="112024"/>
                  <a:pt x="3097582" y="109308"/>
                </a:cubicBezTo>
                <a:cubicBezTo>
                  <a:pt x="3108392" y="105534"/>
                  <a:pt x="3119826" y="103874"/>
                  <a:pt x="3131263" y="104418"/>
                </a:cubicBezTo>
                <a:close/>
                <a:moveTo>
                  <a:pt x="4450774" y="104239"/>
                </a:moveTo>
                <a:cubicBezTo>
                  <a:pt x="4463901" y="103068"/>
                  <a:pt x="4477110" y="105249"/>
                  <a:pt x="4489163" y="110575"/>
                </a:cubicBezTo>
                <a:cubicBezTo>
                  <a:pt x="4490972" y="114016"/>
                  <a:pt x="4475762" y="116913"/>
                  <a:pt x="4457113" y="116733"/>
                </a:cubicBezTo>
                <a:cubicBezTo>
                  <a:pt x="4438461" y="116552"/>
                  <a:pt x="4420897" y="113473"/>
                  <a:pt x="4419629" y="110214"/>
                </a:cubicBezTo>
                <a:cubicBezTo>
                  <a:pt x="4418361" y="106954"/>
                  <a:pt x="4433028" y="104239"/>
                  <a:pt x="4450774" y="104239"/>
                </a:cubicBezTo>
                <a:close/>
                <a:moveTo>
                  <a:pt x="5440905" y="104237"/>
                </a:moveTo>
                <a:cubicBezTo>
                  <a:pt x="5447766" y="104072"/>
                  <a:pt x="5454612" y="104988"/>
                  <a:pt x="5461186" y="106954"/>
                </a:cubicBezTo>
                <a:cubicBezTo>
                  <a:pt x="5464627" y="108402"/>
                  <a:pt x="5459920" y="109851"/>
                  <a:pt x="5451228" y="109668"/>
                </a:cubicBezTo>
                <a:cubicBezTo>
                  <a:pt x="5444306" y="109828"/>
                  <a:pt x="5437404" y="108912"/>
                  <a:pt x="5430765" y="106954"/>
                </a:cubicBezTo>
                <a:cubicBezTo>
                  <a:pt x="5427507" y="105505"/>
                  <a:pt x="5432214" y="104237"/>
                  <a:pt x="5440905" y="104237"/>
                </a:cubicBezTo>
                <a:close/>
                <a:moveTo>
                  <a:pt x="3023522" y="104057"/>
                </a:moveTo>
                <a:cubicBezTo>
                  <a:pt x="3037645" y="104057"/>
                  <a:pt x="3045252" y="105868"/>
                  <a:pt x="3041630" y="108403"/>
                </a:cubicBezTo>
                <a:cubicBezTo>
                  <a:pt x="3032149" y="111680"/>
                  <a:pt x="3022129" y="113093"/>
                  <a:pt x="3012114" y="112568"/>
                </a:cubicBezTo>
                <a:cubicBezTo>
                  <a:pt x="2997808" y="112568"/>
                  <a:pt x="2990204" y="110758"/>
                  <a:pt x="2994006" y="108222"/>
                </a:cubicBezTo>
                <a:cubicBezTo>
                  <a:pt x="3003506" y="105036"/>
                  <a:pt x="3013511" y="103623"/>
                  <a:pt x="3023522" y="104057"/>
                </a:cubicBezTo>
                <a:close/>
                <a:moveTo>
                  <a:pt x="4341040" y="102608"/>
                </a:moveTo>
                <a:cubicBezTo>
                  <a:pt x="4354234" y="101201"/>
                  <a:pt x="4367562" y="103391"/>
                  <a:pt x="4379611" y="108946"/>
                </a:cubicBezTo>
                <a:cubicBezTo>
                  <a:pt x="4380877" y="112385"/>
                  <a:pt x="4366210" y="115283"/>
                  <a:pt x="4347017" y="115102"/>
                </a:cubicBezTo>
                <a:cubicBezTo>
                  <a:pt x="4334196" y="116422"/>
                  <a:pt x="4321258" y="114296"/>
                  <a:pt x="4309534" y="108946"/>
                </a:cubicBezTo>
                <a:cubicBezTo>
                  <a:pt x="4308085" y="105505"/>
                  <a:pt x="4322391" y="102789"/>
                  <a:pt x="4341040" y="102608"/>
                </a:cubicBezTo>
                <a:close/>
                <a:moveTo>
                  <a:pt x="2915959" y="102428"/>
                </a:moveTo>
                <a:cubicBezTo>
                  <a:pt x="2928454" y="102247"/>
                  <a:pt x="2936964" y="104057"/>
                  <a:pt x="2934249" y="106049"/>
                </a:cubicBezTo>
                <a:cubicBezTo>
                  <a:pt x="2925688" y="108971"/>
                  <a:pt x="2916672" y="110322"/>
                  <a:pt x="2907630" y="110031"/>
                </a:cubicBezTo>
                <a:cubicBezTo>
                  <a:pt x="2895860" y="110031"/>
                  <a:pt x="2887530" y="108583"/>
                  <a:pt x="2889522" y="106410"/>
                </a:cubicBezTo>
                <a:cubicBezTo>
                  <a:pt x="2898043" y="103589"/>
                  <a:pt x="2906986" y="102243"/>
                  <a:pt x="2915959" y="102428"/>
                </a:cubicBezTo>
                <a:close/>
                <a:moveTo>
                  <a:pt x="2812586" y="102245"/>
                </a:moveTo>
                <a:cubicBezTo>
                  <a:pt x="2822545" y="102245"/>
                  <a:pt x="2828700" y="104057"/>
                  <a:pt x="2824899" y="105867"/>
                </a:cubicBezTo>
                <a:cubicBezTo>
                  <a:pt x="2816816" y="108064"/>
                  <a:pt x="2808463" y="109100"/>
                  <a:pt x="2800093" y="108946"/>
                </a:cubicBezTo>
                <a:cubicBezTo>
                  <a:pt x="2789949" y="108946"/>
                  <a:pt x="2783794" y="107134"/>
                  <a:pt x="2787597" y="105505"/>
                </a:cubicBezTo>
                <a:cubicBezTo>
                  <a:pt x="2795726" y="103260"/>
                  <a:pt x="2804144" y="102163"/>
                  <a:pt x="2812586" y="102245"/>
                </a:cubicBezTo>
                <a:close/>
                <a:moveTo>
                  <a:pt x="4234023" y="101523"/>
                </a:moveTo>
                <a:cubicBezTo>
                  <a:pt x="4252856" y="101704"/>
                  <a:pt x="4270239" y="104601"/>
                  <a:pt x="4270239" y="108042"/>
                </a:cubicBezTo>
                <a:cubicBezTo>
                  <a:pt x="4270239" y="111482"/>
                  <a:pt x="4255028" y="114016"/>
                  <a:pt x="4236016" y="114016"/>
                </a:cubicBezTo>
                <a:cubicBezTo>
                  <a:pt x="4216279" y="114016"/>
                  <a:pt x="4199800" y="110758"/>
                  <a:pt x="4199800" y="107317"/>
                </a:cubicBezTo>
                <a:cubicBezTo>
                  <a:pt x="4199800" y="103876"/>
                  <a:pt x="4215191" y="101342"/>
                  <a:pt x="4234023" y="101523"/>
                </a:cubicBezTo>
                <a:close/>
                <a:moveTo>
                  <a:pt x="5326464" y="101522"/>
                </a:moveTo>
                <a:cubicBezTo>
                  <a:pt x="5335025" y="101429"/>
                  <a:pt x="5343557" y="102526"/>
                  <a:pt x="5351815" y="104781"/>
                </a:cubicBezTo>
                <a:cubicBezTo>
                  <a:pt x="5355436" y="106412"/>
                  <a:pt x="5349642" y="108221"/>
                  <a:pt x="5340226" y="108221"/>
                </a:cubicBezTo>
                <a:cubicBezTo>
                  <a:pt x="5331911" y="108240"/>
                  <a:pt x="5323628" y="107144"/>
                  <a:pt x="5315600" y="104963"/>
                </a:cubicBezTo>
                <a:cubicBezTo>
                  <a:pt x="5311254" y="103332"/>
                  <a:pt x="5317048" y="101703"/>
                  <a:pt x="5326464" y="101522"/>
                </a:cubicBezTo>
                <a:close/>
                <a:moveTo>
                  <a:pt x="2708274" y="100072"/>
                </a:moveTo>
                <a:cubicBezTo>
                  <a:pt x="2715881" y="100253"/>
                  <a:pt x="2720047" y="101340"/>
                  <a:pt x="2717329" y="102789"/>
                </a:cubicBezTo>
                <a:cubicBezTo>
                  <a:pt x="2710339" y="104880"/>
                  <a:pt x="2703061" y="105796"/>
                  <a:pt x="2695781" y="105505"/>
                </a:cubicBezTo>
                <a:cubicBezTo>
                  <a:pt x="2688178" y="105505"/>
                  <a:pt x="2684011" y="104237"/>
                  <a:pt x="2686729" y="102789"/>
                </a:cubicBezTo>
                <a:cubicBezTo>
                  <a:pt x="2693735" y="100806"/>
                  <a:pt x="2700996" y="99890"/>
                  <a:pt x="2708274" y="100072"/>
                </a:cubicBezTo>
                <a:close/>
                <a:moveTo>
                  <a:pt x="5216733" y="99891"/>
                </a:moveTo>
                <a:cubicBezTo>
                  <a:pt x="5225706" y="99469"/>
                  <a:pt x="5234679" y="100760"/>
                  <a:pt x="5243170" y="103694"/>
                </a:cubicBezTo>
                <a:cubicBezTo>
                  <a:pt x="5246791" y="105866"/>
                  <a:pt x="5240635" y="107134"/>
                  <a:pt x="5228140" y="107134"/>
                </a:cubicBezTo>
                <a:cubicBezTo>
                  <a:pt x="5219537" y="107551"/>
                  <a:pt x="5210933" y="106321"/>
                  <a:pt x="5202789" y="103513"/>
                </a:cubicBezTo>
                <a:cubicBezTo>
                  <a:pt x="5198806" y="101340"/>
                  <a:pt x="5204420" y="99891"/>
                  <a:pt x="5216733" y="99891"/>
                </a:cubicBezTo>
                <a:close/>
                <a:moveTo>
                  <a:pt x="2600168" y="99530"/>
                </a:moveTo>
                <a:cubicBezTo>
                  <a:pt x="2607411" y="99348"/>
                  <a:pt x="2611033" y="100072"/>
                  <a:pt x="2608860" y="101340"/>
                </a:cubicBezTo>
                <a:cubicBezTo>
                  <a:pt x="2603662" y="103051"/>
                  <a:pt x="2598209" y="103789"/>
                  <a:pt x="2592744" y="103513"/>
                </a:cubicBezTo>
                <a:cubicBezTo>
                  <a:pt x="2585681" y="103513"/>
                  <a:pt x="2582604" y="102608"/>
                  <a:pt x="2585499" y="101521"/>
                </a:cubicBezTo>
                <a:cubicBezTo>
                  <a:pt x="2590206" y="99926"/>
                  <a:pt x="2595189" y="99249"/>
                  <a:pt x="2600168" y="99530"/>
                </a:cubicBezTo>
                <a:close/>
                <a:moveTo>
                  <a:pt x="4121936" y="99530"/>
                </a:moveTo>
                <a:cubicBezTo>
                  <a:pt x="4141312" y="99711"/>
                  <a:pt x="4156703" y="102245"/>
                  <a:pt x="4156703" y="105505"/>
                </a:cubicBezTo>
                <a:cubicBezTo>
                  <a:pt x="4156703" y="109126"/>
                  <a:pt x="4141312" y="112023"/>
                  <a:pt x="4121575" y="111843"/>
                </a:cubicBezTo>
                <a:cubicBezTo>
                  <a:pt x="4101838" y="111660"/>
                  <a:pt x="4087169" y="108946"/>
                  <a:pt x="4086808" y="105505"/>
                </a:cubicBezTo>
                <a:cubicBezTo>
                  <a:pt x="4086445" y="102064"/>
                  <a:pt x="4102562" y="99347"/>
                  <a:pt x="4121936" y="99530"/>
                </a:cubicBezTo>
                <a:close/>
                <a:moveTo>
                  <a:pt x="4014196" y="98081"/>
                </a:moveTo>
                <a:cubicBezTo>
                  <a:pt x="4034477" y="98081"/>
                  <a:pt x="4048239" y="100798"/>
                  <a:pt x="4048421" y="104239"/>
                </a:cubicBezTo>
                <a:cubicBezTo>
                  <a:pt x="4048602" y="107678"/>
                  <a:pt x="4033028" y="110394"/>
                  <a:pt x="4014196" y="110394"/>
                </a:cubicBezTo>
                <a:cubicBezTo>
                  <a:pt x="3995183" y="110394"/>
                  <a:pt x="3979249" y="107678"/>
                  <a:pt x="3977981" y="104419"/>
                </a:cubicBezTo>
                <a:cubicBezTo>
                  <a:pt x="3976715" y="101159"/>
                  <a:pt x="3993915" y="98081"/>
                  <a:pt x="4014196" y="98081"/>
                </a:cubicBezTo>
                <a:close/>
                <a:moveTo>
                  <a:pt x="5104825" y="97538"/>
                </a:moveTo>
                <a:cubicBezTo>
                  <a:pt x="5114886" y="97030"/>
                  <a:pt x="5124952" y="98382"/>
                  <a:pt x="5134522" y="101521"/>
                </a:cubicBezTo>
                <a:cubicBezTo>
                  <a:pt x="5138143" y="103694"/>
                  <a:pt x="5130176" y="105506"/>
                  <a:pt x="5117682" y="105506"/>
                </a:cubicBezTo>
                <a:cubicBezTo>
                  <a:pt x="5107848" y="105972"/>
                  <a:pt x="5098016" y="104557"/>
                  <a:pt x="5088710" y="101340"/>
                </a:cubicBezTo>
                <a:cubicBezTo>
                  <a:pt x="5085993" y="99167"/>
                  <a:pt x="5093419" y="97538"/>
                  <a:pt x="5104825" y="97538"/>
                </a:cubicBezTo>
                <a:close/>
                <a:moveTo>
                  <a:pt x="3907723" y="96813"/>
                </a:moveTo>
                <a:cubicBezTo>
                  <a:pt x="3925831" y="96813"/>
                  <a:pt x="3941222" y="99711"/>
                  <a:pt x="3940317" y="102969"/>
                </a:cubicBezTo>
                <a:cubicBezTo>
                  <a:pt x="3939412" y="106230"/>
                  <a:pt x="3922753" y="108946"/>
                  <a:pt x="3904101" y="108946"/>
                </a:cubicBezTo>
                <a:cubicBezTo>
                  <a:pt x="3885994" y="108946"/>
                  <a:pt x="3870420" y="106049"/>
                  <a:pt x="3871507" y="102789"/>
                </a:cubicBezTo>
                <a:cubicBezTo>
                  <a:pt x="3872595" y="99530"/>
                  <a:pt x="3889615" y="96813"/>
                  <a:pt x="3907723" y="96813"/>
                </a:cubicBezTo>
                <a:close/>
                <a:moveTo>
                  <a:pt x="4993102" y="95909"/>
                </a:moveTo>
                <a:cubicBezTo>
                  <a:pt x="5002900" y="95264"/>
                  <a:pt x="5012721" y="96747"/>
                  <a:pt x="5021892" y="100255"/>
                </a:cubicBezTo>
                <a:cubicBezTo>
                  <a:pt x="5025152" y="102791"/>
                  <a:pt x="5017546" y="104420"/>
                  <a:pt x="5003784" y="104420"/>
                </a:cubicBezTo>
                <a:cubicBezTo>
                  <a:pt x="4993433" y="105240"/>
                  <a:pt x="4983030" y="103690"/>
                  <a:pt x="4973363" y="99894"/>
                </a:cubicBezTo>
                <a:cubicBezTo>
                  <a:pt x="4970829" y="97358"/>
                  <a:pt x="4978977" y="95728"/>
                  <a:pt x="4993102" y="95909"/>
                </a:cubicBezTo>
                <a:close/>
                <a:moveTo>
                  <a:pt x="3799620" y="94821"/>
                </a:moveTo>
                <a:cubicBezTo>
                  <a:pt x="3816460" y="94821"/>
                  <a:pt x="3832032" y="97355"/>
                  <a:pt x="3832214" y="100435"/>
                </a:cubicBezTo>
                <a:cubicBezTo>
                  <a:pt x="3832395" y="103513"/>
                  <a:pt x="3815372" y="106771"/>
                  <a:pt x="3797265" y="106771"/>
                </a:cubicBezTo>
                <a:cubicBezTo>
                  <a:pt x="3779157" y="106771"/>
                  <a:pt x="3763404" y="103874"/>
                  <a:pt x="3764670" y="100796"/>
                </a:cubicBezTo>
                <a:cubicBezTo>
                  <a:pt x="3775609" y="95819"/>
                  <a:pt x="3787651" y="93760"/>
                  <a:pt x="3799620" y="94821"/>
                </a:cubicBezTo>
                <a:close/>
                <a:moveTo>
                  <a:pt x="4883006" y="93555"/>
                </a:moveTo>
                <a:cubicBezTo>
                  <a:pt x="4893465" y="93005"/>
                  <a:pt x="4903929" y="94545"/>
                  <a:pt x="4913790" y="98081"/>
                </a:cubicBezTo>
                <a:cubicBezTo>
                  <a:pt x="4917231" y="100617"/>
                  <a:pt x="4906908" y="102790"/>
                  <a:pt x="4892604" y="102790"/>
                </a:cubicBezTo>
                <a:cubicBezTo>
                  <a:pt x="4881633" y="103480"/>
                  <a:pt x="4870643" y="101813"/>
                  <a:pt x="4860371" y="97901"/>
                </a:cubicBezTo>
                <a:cubicBezTo>
                  <a:pt x="4858018" y="95365"/>
                  <a:pt x="4868882" y="93374"/>
                  <a:pt x="4883006" y="93555"/>
                </a:cubicBezTo>
                <a:close/>
                <a:moveTo>
                  <a:pt x="3696587" y="93192"/>
                </a:moveTo>
                <a:cubicBezTo>
                  <a:pt x="3714695" y="93192"/>
                  <a:pt x="3726826" y="95909"/>
                  <a:pt x="3723928" y="99168"/>
                </a:cubicBezTo>
                <a:cubicBezTo>
                  <a:pt x="3712484" y="103905"/>
                  <a:pt x="3700034" y="105711"/>
                  <a:pt x="3687713" y="104420"/>
                </a:cubicBezTo>
                <a:cubicBezTo>
                  <a:pt x="3668880" y="104238"/>
                  <a:pt x="3657654" y="101704"/>
                  <a:pt x="3660371" y="98443"/>
                </a:cubicBezTo>
                <a:cubicBezTo>
                  <a:pt x="3671816" y="93708"/>
                  <a:pt x="3684266" y="91902"/>
                  <a:pt x="3696587" y="93192"/>
                </a:cubicBezTo>
                <a:close/>
                <a:moveTo>
                  <a:pt x="3589207" y="92107"/>
                </a:moveTo>
                <a:cubicBezTo>
                  <a:pt x="3606048" y="92107"/>
                  <a:pt x="3617818" y="94280"/>
                  <a:pt x="3616189" y="97357"/>
                </a:cubicBezTo>
                <a:cubicBezTo>
                  <a:pt x="3605322" y="102338"/>
                  <a:pt x="3593288" y="104218"/>
                  <a:pt x="3581422" y="102789"/>
                </a:cubicBezTo>
                <a:cubicBezTo>
                  <a:pt x="3564399" y="102789"/>
                  <a:pt x="3552630" y="100616"/>
                  <a:pt x="3554440" y="97538"/>
                </a:cubicBezTo>
                <a:cubicBezTo>
                  <a:pt x="3565371" y="92768"/>
                  <a:pt x="3577346" y="90898"/>
                  <a:pt x="3589207" y="92107"/>
                </a:cubicBezTo>
                <a:close/>
                <a:moveTo>
                  <a:pt x="4772913" y="91924"/>
                </a:moveTo>
                <a:cubicBezTo>
                  <a:pt x="4784127" y="91009"/>
                  <a:pt x="4795403" y="92682"/>
                  <a:pt x="4805868" y="96813"/>
                </a:cubicBezTo>
                <a:cubicBezTo>
                  <a:pt x="4808948" y="99710"/>
                  <a:pt x="4799532" y="101701"/>
                  <a:pt x="4783234" y="101520"/>
                </a:cubicBezTo>
                <a:cubicBezTo>
                  <a:pt x="4772234" y="102573"/>
                  <a:pt x="4761147" y="100830"/>
                  <a:pt x="4751003" y="96450"/>
                </a:cubicBezTo>
                <a:cubicBezTo>
                  <a:pt x="4748647" y="93916"/>
                  <a:pt x="4757702" y="92104"/>
                  <a:pt x="4772913" y="91924"/>
                </a:cubicBezTo>
                <a:close/>
                <a:moveTo>
                  <a:pt x="3482009" y="90295"/>
                </a:moveTo>
                <a:cubicBezTo>
                  <a:pt x="3496676" y="90839"/>
                  <a:pt x="3508265" y="92831"/>
                  <a:pt x="3505912" y="95546"/>
                </a:cubicBezTo>
                <a:cubicBezTo>
                  <a:pt x="3494338" y="99791"/>
                  <a:pt x="3481990" y="101520"/>
                  <a:pt x="3469696" y="100617"/>
                </a:cubicBezTo>
                <a:cubicBezTo>
                  <a:pt x="3454666" y="100617"/>
                  <a:pt x="3443258" y="97901"/>
                  <a:pt x="3445794" y="95365"/>
                </a:cubicBezTo>
                <a:cubicBezTo>
                  <a:pt x="3457375" y="91148"/>
                  <a:pt x="3469715" y="89420"/>
                  <a:pt x="3482009" y="90295"/>
                </a:cubicBezTo>
                <a:close/>
                <a:moveTo>
                  <a:pt x="4665170" y="89753"/>
                </a:moveTo>
                <a:cubicBezTo>
                  <a:pt x="4676575" y="88945"/>
                  <a:pt x="4688015" y="90675"/>
                  <a:pt x="4698669" y="94823"/>
                </a:cubicBezTo>
                <a:cubicBezTo>
                  <a:pt x="4701205" y="97538"/>
                  <a:pt x="4689435" y="99893"/>
                  <a:pt x="4674043" y="99893"/>
                </a:cubicBezTo>
                <a:cubicBezTo>
                  <a:pt x="4662564" y="100713"/>
                  <a:pt x="4651047" y="98918"/>
                  <a:pt x="4640363" y="94641"/>
                </a:cubicBezTo>
                <a:cubicBezTo>
                  <a:pt x="4638190" y="91926"/>
                  <a:pt x="4649779" y="89571"/>
                  <a:pt x="4665170" y="89753"/>
                </a:cubicBezTo>
                <a:close/>
                <a:moveTo>
                  <a:pt x="3375717" y="89388"/>
                </a:moveTo>
                <a:cubicBezTo>
                  <a:pt x="3391652" y="89388"/>
                  <a:pt x="3400887" y="91380"/>
                  <a:pt x="3397808" y="94277"/>
                </a:cubicBezTo>
                <a:cubicBezTo>
                  <a:pt x="3387243" y="98256"/>
                  <a:pt x="3375917" y="99804"/>
                  <a:pt x="3364671" y="98804"/>
                </a:cubicBezTo>
                <a:cubicBezTo>
                  <a:pt x="3349461" y="98804"/>
                  <a:pt x="3340769" y="96813"/>
                  <a:pt x="3343484" y="94097"/>
                </a:cubicBezTo>
                <a:cubicBezTo>
                  <a:pt x="3353733" y="90101"/>
                  <a:pt x="3364755" y="88491"/>
                  <a:pt x="3375717" y="89388"/>
                </a:cubicBezTo>
                <a:close/>
                <a:moveTo>
                  <a:pt x="4555981" y="88121"/>
                </a:moveTo>
                <a:cubicBezTo>
                  <a:pt x="4567992" y="87310"/>
                  <a:pt x="4580037" y="89102"/>
                  <a:pt x="4591291" y="93372"/>
                </a:cubicBezTo>
                <a:cubicBezTo>
                  <a:pt x="4594189" y="96089"/>
                  <a:pt x="4582056" y="98623"/>
                  <a:pt x="4565941" y="98623"/>
                </a:cubicBezTo>
                <a:cubicBezTo>
                  <a:pt x="4554161" y="99584"/>
                  <a:pt x="4542320" y="97786"/>
                  <a:pt x="4531354" y="93372"/>
                </a:cubicBezTo>
                <a:cubicBezTo>
                  <a:pt x="4529544" y="90656"/>
                  <a:pt x="4540953" y="88302"/>
                  <a:pt x="4555981" y="88121"/>
                </a:cubicBezTo>
                <a:close/>
                <a:moveTo>
                  <a:pt x="3274494" y="87578"/>
                </a:moveTo>
                <a:cubicBezTo>
                  <a:pt x="3288256" y="87578"/>
                  <a:pt x="3296223" y="90475"/>
                  <a:pt x="3291334" y="92648"/>
                </a:cubicBezTo>
                <a:cubicBezTo>
                  <a:pt x="3280644" y="95794"/>
                  <a:pt x="3269510" y="97140"/>
                  <a:pt x="3258377" y="96633"/>
                </a:cubicBezTo>
                <a:cubicBezTo>
                  <a:pt x="3244254" y="96633"/>
                  <a:pt x="3236467" y="93735"/>
                  <a:pt x="3241718" y="91382"/>
                </a:cubicBezTo>
                <a:cubicBezTo>
                  <a:pt x="3252377" y="88401"/>
                  <a:pt x="3263438" y="87116"/>
                  <a:pt x="3274494" y="87578"/>
                </a:cubicBezTo>
                <a:close/>
                <a:moveTo>
                  <a:pt x="3168382" y="86674"/>
                </a:moveTo>
                <a:cubicBezTo>
                  <a:pt x="3181602" y="86854"/>
                  <a:pt x="3188301" y="88666"/>
                  <a:pt x="3184860" y="90839"/>
                </a:cubicBezTo>
                <a:cubicBezTo>
                  <a:pt x="3175710" y="93897"/>
                  <a:pt x="3166062" y="95188"/>
                  <a:pt x="3156431" y="94641"/>
                </a:cubicBezTo>
                <a:cubicBezTo>
                  <a:pt x="3142669" y="94641"/>
                  <a:pt x="3135246" y="92831"/>
                  <a:pt x="3138324" y="90476"/>
                </a:cubicBezTo>
                <a:cubicBezTo>
                  <a:pt x="3148000" y="87263"/>
                  <a:pt x="3158211" y="85970"/>
                  <a:pt x="3168382" y="86674"/>
                </a:cubicBezTo>
                <a:close/>
                <a:moveTo>
                  <a:pt x="4446972" y="85766"/>
                </a:moveTo>
                <a:cubicBezTo>
                  <a:pt x="4458510" y="84375"/>
                  <a:pt x="4470209" y="86126"/>
                  <a:pt x="4480832" y="90836"/>
                </a:cubicBezTo>
                <a:cubicBezTo>
                  <a:pt x="4482644" y="94458"/>
                  <a:pt x="4470511" y="96813"/>
                  <a:pt x="4453491" y="96813"/>
                </a:cubicBezTo>
                <a:cubicBezTo>
                  <a:pt x="4441866" y="98037"/>
                  <a:pt x="4430133" y="95967"/>
                  <a:pt x="4419629" y="90836"/>
                </a:cubicBezTo>
                <a:cubicBezTo>
                  <a:pt x="4418361" y="87939"/>
                  <a:pt x="4430131" y="85766"/>
                  <a:pt x="4446972" y="85766"/>
                </a:cubicBezTo>
                <a:close/>
                <a:moveTo>
                  <a:pt x="5412115" y="85586"/>
                </a:moveTo>
                <a:cubicBezTo>
                  <a:pt x="5417442" y="85303"/>
                  <a:pt x="5422778" y="85976"/>
                  <a:pt x="5427867" y="87579"/>
                </a:cubicBezTo>
                <a:cubicBezTo>
                  <a:pt x="5430223" y="88666"/>
                  <a:pt x="5426782" y="89571"/>
                  <a:pt x="5419719" y="89390"/>
                </a:cubicBezTo>
                <a:cubicBezTo>
                  <a:pt x="5414824" y="89600"/>
                  <a:pt x="5409927" y="88987"/>
                  <a:pt x="5405233" y="87579"/>
                </a:cubicBezTo>
                <a:cubicBezTo>
                  <a:pt x="5402336" y="86311"/>
                  <a:pt x="5405233" y="85586"/>
                  <a:pt x="5412115" y="85586"/>
                </a:cubicBezTo>
                <a:close/>
                <a:moveTo>
                  <a:pt x="3063176" y="85044"/>
                </a:moveTo>
                <a:cubicBezTo>
                  <a:pt x="3074041" y="85044"/>
                  <a:pt x="3082732" y="86854"/>
                  <a:pt x="3081284" y="88665"/>
                </a:cubicBezTo>
                <a:cubicBezTo>
                  <a:pt x="3072320" y="91717"/>
                  <a:pt x="3062851" y="93007"/>
                  <a:pt x="3053397" y="92468"/>
                </a:cubicBezTo>
                <a:cubicBezTo>
                  <a:pt x="3042352" y="92468"/>
                  <a:pt x="3035289" y="90658"/>
                  <a:pt x="3037462" y="88846"/>
                </a:cubicBezTo>
                <a:cubicBezTo>
                  <a:pt x="3045770" y="86196"/>
                  <a:pt x="3054454" y="84911"/>
                  <a:pt x="3063176" y="85044"/>
                </a:cubicBezTo>
                <a:close/>
                <a:moveTo>
                  <a:pt x="4342128" y="84863"/>
                </a:moveTo>
                <a:cubicBezTo>
                  <a:pt x="4353097" y="83888"/>
                  <a:pt x="4364125" y="85956"/>
                  <a:pt x="4373997" y="90838"/>
                </a:cubicBezTo>
                <a:cubicBezTo>
                  <a:pt x="4375809" y="93192"/>
                  <a:pt x="4363676" y="95545"/>
                  <a:pt x="4345749" y="95545"/>
                </a:cubicBezTo>
                <a:cubicBezTo>
                  <a:pt x="4327642" y="95545"/>
                  <a:pt x="4313699" y="93011"/>
                  <a:pt x="4312612" y="89933"/>
                </a:cubicBezTo>
                <a:cubicBezTo>
                  <a:pt x="4311526" y="86854"/>
                  <a:pt x="4324383" y="84681"/>
                  <a:pt x="4342128" y="84863"/>
                </a:cubicBezTo>
                <a:close/>
                <a:moveTo>
                  <a:pt x="2961592" y="84319"/>
                </a:moveTo>
                <a:cubicBezTo>
                  <a:pt x="2970825" y="84319"/>
                  <a:pt x="2976983" y="85768"/>
                  <a:pt x="2973905" y="87578"/>
                </a:cubicBezTo>
                <a:cubicBezTo>
                  <a:pt x="2965826" y="90098"/>
                  <a:pt x="2957370" y="91201"/>
                  <a:pt x="2948916" y="90838"/>
                </a:cubicBezTo>
                <a:cubicBezTo>
                  <a:pt x="2938775" y="90838"/>
                  <a:pt x="2933161" y="89207"/>
                  <a:pt x="2936965" y="87397"/>
                </a:cubicBezTo>
                <a:cubicBezTo>
                  <a:pt x="2944963" y="85097"/>
                  <a:pt x="2953273" y="84057"/>
                  <a:pt x="2961592" y="84319"/>
                </a:cubicBezTo>
                <a:close/>
                <a:moveTo>
                  <a:pt x="5300029" y="83595"/>
                </a:moveTo>
                <a:cubicBezTo>
                  <a:pt x="5306512" y="83578"/>
                  <a:pt x="5312966" y="84430"/>
                  <a:pt x="5319222" y="86132"/>
                </a:cubicBezTo>
                <a:cubicBezTo>
                  <a:pt x="5322300" y="87580"/>
                  <a:pt x="5317413" y="88847"/>
                  <a:pt x="5309082" y="88847"/>
                </a:cubicBezTo>
                <a:cubicBezTo>
                  <a:pt x="5302597" y="88902"/>
                  <a:pt x="5296138" y="88048"/>
                  <a:pt x="5289889" y="86312"/>
                </a:cubicBezTo>
                <a:cubicBezTo>
                  <a:pt x="5286809" y="84864"/>
                  <a:pt x="5291699" y="83595"/>
                  <a:pt x="5300029" y="83595"/>
                </a:cubicBezTo>
                <a:close/>
                <a:moveTo>
                  <a:pt x="4236016" y="82871"/>
                </a:moveTo>
                <a:cubicBezTo>
                  <a:pt x="4253943" y="82871"/>
                  <a:pt x="4266980" y="85225"/>
                  <a:pt x="4267705" y="88305"/>
                </a:cubicBezTo>
                <a:cubicBezTo>
                  <a:pt x="4268429" y="91382"/>
                  <a:pt x="4255935" y="93555"/>
                  <a:pt x="4237827" y="93555"/>
                </a:cubicBezTo>
                <a:cubicBezTo>
                  <a:pt x="4219720" y="93555"/>
                  <a:pt x="4206500" y="91202"/>
                  <a:pt x="4206139" y="87942"/>
                </a:cubicBezTo>
                <a:cubicBezTo>
                  <a:pt x="4205776" y="84681"/>
                  <a:pt x="4218089" y="82871"/>
                  <a:pt x="4236016" y="82871"/>
                </a:cubicBezTo>
                <a:close/>
                <a:moveTo>
                  <a:pt x="2854767" y="82871"/>
                </a:moveTo>
                <a:cubicBezTo>
                  <a:pt x="2863276" y="82871"/>
                  <a:pt x="2867622" y="84138"/>
                  <a:pt x="2864364" y="85769"/>
                </a:cubicBezTo>
                <a:cubicBezTo>
                  <a:pt x="2858119" y="87499"/>
                  <a:pt x="2851647" y="88294"/>
                  <a:pt x="2845168" y="88123"/>
                </a:cubicBezTo>
                <a:cubicBezTo>
                  <a:pt x="2836476" y="88123"/>
                  <a:pt x="2831770" y="87035"/>
                  <a:pt x="2834486" y="85586"/>
                </a:cubicBezTo>
                <a:cubicBezTo>
                  <a:pt x="2841046" y="83550"/>
                  <a:pt x="2847903" y="82632"/>
                  <a:pt x="2854767" y="82871"/>
                </a:cubicBezTo>
                <a:close/>
                <a:moveTo>
                  <a:pt x="2750641" y="82328"/>
                </a:moveTo>
                <a:cubicBezTo>
                  <a:pt x="2757884" y="82147"/>
                  <a:pt x="2760961" y="83052"/>
                  <a:pt x="2758790" y="84139"/>
                </a:cubicBezTo>
                <a:cubicBezTo>
                  <a:pt x="2753793" y="85845"/>
                  <a:pt x="2748504" y="86582"/>
                  <a:pt x="2743216" y="86312"/>
                </a:cubicBezTo>
                <a:cubicBezTo>
                  <a:pt x="2735974" y="86312"/>
                  <a:pt x="2732896" y="86312"/>
                  <a:pt x="2735068" y="84320"/>
                </a:cubicBezTo>
                <a:cubicBezTo>
                  <a:pt x="2740083" y="82695"/>
                  <a:pt x="2745371" y="82020"/>
                  <a:pt x="2750641" y="82328"/>
                </a:cubicBezTo>
                <a:close/>
                <a:moveTo>
                  <a:pt x="4129905" y="81603"/>
                </a:moveTo>
                <a:cubicBezTo>
                  <a:pt x="4147650" y="81603"/>
                  <a:pt x="4161050" y="83776"/>
                  <a:pt x="4161775" y="86674"/>
                </a:cubicBezTo>
                <a:cubicBezTo>
                  <a:pt x="4162499" y="89571"/>
                  <a:pt x="4150186" y="92105"/>
                  <a:pt x="4132259" y="92287"/>
                </a:cubicBezTo>
                <a:cubicBezTo>
                  <a:pt x="4114151" y="92287"/>
                  <a:pt x="4100933" y="89934"/>
                  <a:pt x="4100389" y="86854"/>
                </a:cubicBezTo>
                <a:cubicBezTo>
                  <a:pt x="4099845" y="83776"/>
                  <a:pt x="4112159" y="81603"/>
                  <a:pt x="4129905" y="81603"/>
                </a:cubicBezTo>
                <a:close/>
                <a:moveTo>
                  <a:pt x="5191925" y="81242"/>
                </a:moveTo>
                <a:cubicBezTo>
                  <a:pt x="5199128" y="81010"/>
                  <a:pt x="5206310" y="82114"/>
                  <a:pt x="5213110" y="84500"/>
                </a:cubicBezTo>
                <a:cubicBezTo>
                  <a:pt x="5215283" y="85949"/>
                  <a:pt x="5209308" y="87217"/>
                  <a:pt x="5200436" y="87217"/>
                </a:cubicBezTo>
                <a:cubicBezTo>
                  <a:pt x="5193024" y="87432"/>
                  <a:pt x="5185627" y="86453"/>
                  <a:pt x="5178524" y="84320"/>
                </a:cubicBezTo>
                <a:cubicBezTo>
                  <a:pt x="5175810" y="82690"/>
                  <a:pt x="5182509" y="81242"/>
                  <a:pt x="5191925" y="81242"/>
                </a:cubicBezTo>
                <a:close/>
                <a:moveTo>
                  <a:pt x="4026329" y="80335"/>
                </a:moveTo>
                <a:cubicBezTo>
                  <a:pt x="4043894" y="80335"/>
                  <a:pt x="4055663" y="82508"/>
                  <a:pt x="4056207" y="85406"/>
                </a:cubicBezTo>
                <a:cubicBezTo>
                  <a:pt x="4056751" y="88303"/>
                  <a:pt x="4043713" y="90839"/>
                  <a:pt x="4025966" y="90839"/>
                </a:cubicBezTo>
                <a:cubicBezTo>
                  <a:pt x="4007858" y="90839"/>
                  <a:pt x="3995003" y="88666"/>
                  <a:pt x="3995184" y="85586"/>
                </a:cubicBezTo>
                <a:cubicBezTo>
                  <a:pt x="3995365" y="82508"/>
                  <a:pt x="4008765" y="80335"/>
                  <a:pt x="4026329" y="80335"/>
                </a:cubicBezTo>
                <a:close/>
                <a:moveTo>
                  <a:pt x="5083458" y="79793"/>
                </a:moveTo>
                <a:cubicBezTo>
                  <a:pt x="5091606" y="79382"/>
                  <a:pt x="5099760" y="80424"/>
                  <a:pt x="5107543" y="82871"/>
                </a:cubicBezTo>
                <a:cubicBezTo>
                  <a:pt x="5110801" y="84863"/>
                  <a:pt x="5105551" y="86129"/>
                  <a:pt x="5094867" y="86311"/>
                </a:cubicBezTo>
                <a:cubicBezTo>
                  <a:pt x="5086483" y="86701"/>
                  <a:pt x="5078094" y="85661"/>
                  <a:pt x="5070060" y="83232"/>
                </a:cubicBezTo>
                <a:cubicBezTo>
                  <a:pt x="5066075" y="81241"/>
                  <a:pt x="5071870" y="79793"/>
                  <a:pt x="5083458" y="79793"/>
                </a:cubicBezTo>
                <a:close/>
                <a:moveTo>
                  <a:pt x="3922391" y="78525"/>
                </a:moveTo>
                <a:cubicBezTo>
                  <a:pt x="3939774" y="78706"/>
                  <a:pt x="3952088" y="80879"/>
                  <a:pt x="3950820" y="83958"/>
                </a:cubicBezTo>
                <a:cubicBezTo>
                  <a:pt x="3940961" y="88437"/>
                  <a:pt x="3930064" y="90129"/>
                  <a:pt x="3919311" y="88846"/>
                </a:cubicBezTo>
                <a:cubicBezTo>
                  <a:pt x="3902472" y="88846"/>
                  <a:pt x="3890158" y="86493"/>
                  <a:pt x="3890702" y="83595"/>
                </a:cubicBezTo>
                <a:cubicBezTo>
                  <a:pt x="3891246" y="80698"/>
                  <a:pt x="3905008" y="78344"/>
                  <a:pt x="3922391" y="78525"/>
                </a:cubicBezTo>
                <a:close/>
                <a:moveTo>
                  <a:pt x="4976082" y="77438"/>
                </a:moveTo>
                <a:cubicBezTo>
                  <a:pt x="4984993" y="77103"/>
                  <a:pt x="4993888" y="78390"/>
                  <a:pt x="5002338" y="81242"/>
                </a:cubicBezTo>
                <a:cubicBezTo>
                  <a:pt x="5004692" y="83052"/>
                  <a:pt x="4996000" y="84864"/>
                  <a:pt x="4985135" y="84681"/>
                </a:cubicBezTo>
                <a:cubicBezTo>
                  <a:pt x="4976386" y="85023"/>
                  <a:pt x="4967657" y="83672"/>
                  <a:pt x="4959423" y="80698"/>
                </a:cubicBezTo>
                <a:cubicBezTo>
                  <a:pt x="4957975" y="79069"/>
                  <a:pt x="4965942" y="77438"/>
                  <a:pt x="4976082" y="77438"/>
                </a:cubicBezTo>
                <a:close/>
                <a:moveTo>
                  <a:pt x="3814106" y="76713"/>
                </a:moveTo>
                <a:cubicBezTo>
                  <a:pt x="3830222" y="76713"/>
                  <a:pt x="3843079" y="78886"/>
                  <a:pt x="3842535" y="81603"/>
                </a:cubicBezTo>
                <a:cubicBezTo>
                  <a:pt x="3841991" y="84317"/>
                  <a:pt x="3827868" y="86673"/>
                  <a:pt x="3811570" y="86853"/>
                </a:cubicBezTo>
                <a:cubicBezTo>
                  <a:pt x="3795274" y="86853"/>
                  <a:pt x="3782417" y="84500"/>
                  <a:pt x="3783142" y="81783"/>
                </a:cubicBezTo>
                <a:cubicBezTo>
                  <a:pt x="3783866" y="79067"/>
                  <a:pt x="3797991" y="76713"/>
                  <a:pt x="3814106" y="76713"/>
                </a:cubicBezTo>
                <a:close/>
                <a:moveTo>
                  <a:pt x="4869424" y="75989"/>
                </a:moveTo>
                <a:cubicBezTo>
                  <a:pt x="4878806" y="75386"/>
                  <a:pt x="4888216" y="76618"/>
                  <a:pt x="4897130" y="79610"/>
                </a:cubicBezTo>
                <a:cubicBezTo>
                  <a:pt x="4900752" y="81966"/>
                  <a:pt x="4892965" y="83776"/>
                  <a:pt x="4879022" y="83595"/>
                </a:cubicBezTo>
                <a:cubicBezTo>
                  <a:pt x="4869802" y="84219"/>
                  <a:pt x="4860554" y="82924"/>
                  <a:pt x="4851860" y="79793"/>
                </a:cubicBezTo>
                <a:cubicBezTo>
                  <a:pt x="4849687" y="77620"/>
                  <a:pt x="4856930" y="75989"/>
                  <a:pt x="4869424" y="75989"/>
                </a:cubicBezTo>
                <a:close/>
                <a:moveTo>
                  <a:pt x="3712159" y="75448"/>
                </a:moveTo>
                <a:cubicBezTo>
                  <a:pt x="3726826" y="75448"/>
                  <a:pt x="3739140" y="77982"/>
                  <a:pt x="3737872" y="80518"/>
                </a:cubicBezTo>
                <a:cubicBezTo>
                  <a:pt x="3727125" y="84780"/>
                  <a:pt x="3715524" y="86455"/>
                  <a:pt x="3704010" y="85405"/>
                </a:cubicBezTo>
                <a:cubicBezTo>
                  <a:pt x="3689162" y="85405"/>
                  <a:pt x="3677210" y="82691"/>
                  <a:pt x="3679383" y="80155"/>
                </a:cubicBezTo>
                <a:cubicBezTo>
                  <a:pt x="3689831" y="76204"/>
                  <a:pt x="3701021" y="74596"/>
                  <a:pt x="3712159" y="75448"/>
                </a:cubicBezTo>
                <a:close/>
                <a:moveTo>
                  <a:pt x="3608221" y="74540"/>
                </a:moveTo>
                <a:cubicBezTo>
                  <a:pt x="3623976" y="74540"/>
                  <a:pt x="3633753" y="76352"/>
                  <a:pt x="3632485" y="79067"/>
                </a:cubicBezTo>
                <a:cubicBezTo>
                  <a:pt x="3622780" y="83405"/>
                  <a:pt x="3612079" y="85032"/>
                  <a:pt x="3601522" y="83776"/>
                </a:cubicBezTo>
                <a:cubicBezTo>
                  <a:pt x="3585768" y="83776"/>
                  <a:pt x="3576352" y="81783"/>
                  <a:pt x="3578525" y="79067"/>
                </a:cubicBezTo>
                <a:cubicBezTo>
                  <a:pt x="3587846" y="74949"/>
                  <a:pt x="3598094" y="73386"/>
                  <a:pt x="3608221" y="74540"/>
                </a:cubicBezTo>
                <a:close/>
                <a:moveTo>
                  <a:pt x="4760054" y="74360"/>
                </a:moveTo>
                <a:cubicBezTo>
                  <a:pt x="4770373" y="73649"/>
                  <a:pt x="4780728" y="75067"/>
                  <a:pt x="4790475" y="78524"/>
                </a:cubicBezTo>
                <a:cubicBezTo>
                  <a:pt x="4793372" y="80697"/>
                  <a:pt x="4784139" y="82689"/>
                  <a:pt x="4770738" y="82689"/>
                </a:cubicBezTo>
                <a:cubicBezTo>
                  <a:pt x="4760976" y="83210"/>
                  <a:pt x="4751202" y="81858"/>
                  <a:pt x="4741946" y="78706"/>
                </a:cubicBezTo>
                <a:cubicBezTo>
                  <a:pt x="4738868" y="76533"/>
                  <a:pt x="4747560" y="74360"/>
                  <a:pt x="4760054" y="74360"/>
                </a:cubicBezTo>
                <a:close/>
                <a:moveTo>
                  <a:pt x="3403965" y="72730"/>
                </a:moveTo>
                <a:cubicBezTo>
                  <a:pt x="3417003" y="72730"/>
                  <a:pt x="3426780" y="73635"/>
                  <a:pt x="3424970" y="75808"/>
                </a:cubicBezTo>
                <a:cubicBezTo>
                  <a:pt x="3415952" y="79417"/>
                  <a:pt x="3406226" y="80903"/>
                  <a:pt x="3396542" y="80154"/>
                </a:cubicBezTo>
                <a:cubicBezTo>
                  <a:pt x="3383321" y="80154"/>
                  <a:pt x="3373544" y="78344"/>
                  <a:pt x="3375537" y="75989"/>
                </a:cubicBezTo>
                <a:cubicBezTo>
                  <a:pt x="3384673" y="72896"/>
                  <a:pt x="3394365" y="71786"/>
                  <a:pt x="3403965" y="72730"/>
                </a:cubicBezTo>
                <a:close/>
                <a:moveTo>
                  <a:pt x="3507180" y="72729"/>
                </a:moveTo>
                <a:cubicBezTo>
                  <a:pt x="3520942" y="72729"/>
                  <a:pt x="3530902" y="74721"/>
                  <a:pt x="3528548" y="77075"/>
                </a:cubicBezTo>
                <a:cubicBezTo>
                  <a:pt x="3519003" y="80845"/>
                  <a:pt x="3508710" y="82334"/>
                  <a:pt x="3498488" y="81421"/>
                </a:cubicBezTo>
                <a:cubicBezTo>
                  <a:pt x="3484545" y="81421"/>
                  <a:pt x="3474585" y="79248"/>
                  <a:pt x="3477121" y="76894"/>
                </a:cubicBezTo>
                <a:cubicBezTo>
                  <a:pt x="3486720" y="73343"/>
                  <a:pt x="3496977" y="71925"/>
                  <a:pt x="3507180" y="72729"/>
                </a:cubicBezTo>
                <a:close/>
                <a:moveTo>
                  <a:pt x="4657203" y="72368"/>
                </a:moveTo>
                <a:cubicBezTo>
                  <a:pt x="4667085" y="71512"/>
                  <a:pt x="4677025" y="73067"/>
                  <a:pt x="4686175" y="76894"/>
                </a:cubicBezTo>
                <a:cubicBezTo>
                  <a:pt x="4686356" y="79067"/>
                  <a:pt x="4675854" y="81060"/>
                  <a:pt x="4663722" y="80879"/>
                </a:cubicBezTo>
                <a:cubicBezTo>
                  <a:pt x="4653842" y="81675"/>
                  <a:pt x="4643914" y="80126"/>
                  <a:pt x="4634749" y="76352"/>
                </a:cubicBezTo>
                <a:cubicBezTo>
                  <a:pt x="4633662" y="73997"/>
                  <a:pt x="4644346" y="72187"/>
                  <a:pt x="4657203" y="72368"/>
                </a:cubicBezTo>
                <a:close/>
                <a:moveTo>
                  <a:pt x="4550910" y="70921"/>
                </a:moveTo>
                <a:cubicBezTo>
                  <a:pt x="4561149" y="69975"/>
                  <a:pt x="4571464" y="71530"/>
                  <a:pt x="4580969" y="75448"/>
                </a:cubicBezTo>
                <a:cubicBezTo>
                  <a:pt x="4582779" y="77982"/>
                  <a:pt x="4573183" y="79794"/>
                  <a:pt x="4558697" y="79794"/>
                </a:cubicBezTo>
                <a:cubicBezTo>
                  <a:pt x="4548456" y="80830"/>
                  <a:pt x="4538120" y="79271"/>
                  <a:pt x="4528639" y="75267"/>
                </a:cubicBezTo>
                <a:cubicBezTo>
                  <a:pt x="4527008" y="72731"/>
                  <a:pt x="4536967" y="70921"/>
                  <a:pt x="4550910" y="70921"/>
                </a:cubicBezTo>
                <a:close/>
                <a:moveTo>
                  <a:pt x="3303647" y="70375"/>
                </a:moveTo>
                <a:cubicBezTo>
                  <a:pt x="3315599" y="70375"/>
                  <a:pt x="3323747" y="72728"/>
                  <a:pt x="3321031" y="73996"/>
                </a:cubicBezTo>
                <a:cubicBezTo>
                  <a:pt x="3312725" y="77165"/>
                  <a:pt x="3303822" y="78464"/>
                  <a:pt x="3294956" y="77798"/>
                </a:cubicBezTo>
                <a:cubicBezTo>
                  <a:pt x="3281918" y="77798"/>
                  <a:pt x="3273589" y="76169"/>
                  <a:pt x="3276848" y="73996"/>
                </a:cubicBezTo>
                <a:cubicBezTo>
                  <a:pt x="3285450" y="71014"/>
                  <a:pt x="3294562" y="69784"/>
                  <a:pt x="3303647" y="70375"/>
                </a:cubicBezTo>
                <a:close/>
                <a:moveTo>
                  <a:pt x="3199166" y="69290"/>
                </a:moveTo>
                <a:cubicBezTo>
                  <a:pt x="3209126" y="69471"/>
                  <a:pt x="3216187" y="71102"/>
                  <a:pt x="3213833" y="72731"/>
                </a:cubicBezTo>
                <a:cubicBezTo>
                  <a:pt x="3205360" y="75450"/>
                  <a:pt x="3196465" y="76615"/>
                  <a:pt x="3187577" y="76172"/>
                </a:cubicBezTo>
                <a:cubicBezTo>
                  <a:pt x="3177437" y="76172"/>
                  <a:pt x="3169469" y="74360"/>
                  <a:pt x="3172910" y="72551"/>
                </a:cubicBezTo>
                <a:cubicBezTo>
                  <a:pt x="3181402" y="69929"/>
                  <a:pt x="3190290" y="68826"/>
                  <a:pt x="3199166" y="69290"/>
                </a:cubicBezTo>
                <a:close/>
                <a:moveTo>
                  <a:pt x="4447514" y="69109"/>
                </a:moveTo>
                <a:cubicBezTo>
                  <a:pt x="4462907" y="69109"/>
                  <a:pt x="4475038" y="70921"/>
                  <a:pt x="4476306" y="73635"/>
                </a:cubicBezTo>
                <a:cubicBezTo>
                  <a:pt x="4477574" y="76352"/>
                  <a:pt x="4468339" y="77981"/>
                  <a:pt x="4453491" y="77981"/>
                </a:cubicBezTo>
                <a:cubicBezTo>
                  <a:pt x="4443241" y="78941"/>
                  <a:pt x="4432922" y="77130"/>
                  <a:pt x="4423612" y="72730"/>
                </a:cubicBezTo>
                <a:cubicBezTo>
                  <a:pt x="4421983" y="70921"/>
                  <a:pt x="4431943" y="68928"/>
                  <a:pt x="4447514" y="69109"/>
                </a:cubicBezTo>
                <a:close/>
                <a:moveTo>
                  <a:pt x="3098307" y="68024"/>
                </a:moveTo>
                <a:cubicBezTo>
                  <a:pt x="3106455" y="68024"/>
                  <a:pt x="3113154" y="69473"/>
                  <a:pt x="3110981" y="70921"/>
                </a:cubicBezTo>
                <a:cubicBezTo>
                  <a:pt x="3103512" y="73370"/>
                  <a:pt x="3095653" y="74415"/>
                  <a:pt x="3087803" y="73999"/>
                </a:cubicBezTo>
                <a:cubicBezTo>
                  <a:pt x="3078931" y="73999"/>
                  <a:pt x="3072773" y="72550"/>
                  <a:pt x="3074946" y="70921"/>
                </a:cubicBezTo>
                <a:cubicBezTo>
                  <a:pt x="3082520" y="68668"/>
                  <a:pt x="3090413" y="67689"/>
                  <a:pt x="3098307" y="68024"/>
                </a:cubicBezTo>
                <a:close/>
                <a:moveTo>
                  <a:pt x="4344482" y="67660"/>
                </a:moveTo>
                <a:cubicBezTo>
                  <a:pt x="4359875" y="67660"/>
                  <a:pt x="4372369" y="69653"/>
                  <a:pt x="4373093" y="72550"/>
                </a:cubicBezTo>
                <a:cubicBezTo>
                  <a:pt x="4373817" y="75447"/>
                  <a:pt x="4363496" y="76896"/>
                  <a:pt x="4347742" y="76715"/>
                </a:cubicBezTo>
                <a:cubicBezTo>
                  <a:pt x="4331444" y="76715"/>
                  <a:pt x="4319675" y="74723"/>
                  <a:pt x="4319131" y="72006"/>
                </a:cubicBezTo>
                <a:cubicBezTo>
                  <a:pt x="4318589" y="69290"/>
                  <a:pt x="4329091" y="67660"/>
                  <a:pt x="4344482" y="67660"/>
                </a:cubicBezTo>
                <a:close/>
                <a:moveTo>
                  <a:pt x="2997807" y="67298"/>
                </a:moveTo>
                <a:cubicBezTo>
                  <a:pt x="3005412" y="67298"/>
                  <a:pt x="3009758" y="68385"/>
                  <a:pt x="3007043" y="69834"/>
                </a:cubicBezTo>
                <a:cubicBezTo>
                  <a:pt x="3000726" y="71826"/>
                  <a:pt x="2994095" y="72625"/>
                  <a:pt x="2987487" y="72187"/>
                </a:cubicBezTo>
                <a:cubicBezTo>
                  <a:pt x="2978795" y="72187"/>
                  <a:pt x="2974630" y="71100"/>
                  <a:pt x="2977527" y="69651"/>
                </a:cubicBezTo>
                <a:cubicBezTo>
                  <a:pt x="2984068" y="67556"/>
                  <a:pt x="2990960" y="66758"/>
                  <a:pt x="2997807" y="67298"/>
                </a:cubicBezTo>
                <a:close/>
                <a:moveTo>
                  <a:pt x="5277033" y="66754"/>
                </a:moveTo>
                <a:cubicBezTo>
                  <a:pt x="5282112" y="66417"/>
                  <a:pt x="5287209" y="67031"/>
                  <a:pt x="5292063" y="68566"/>
                </a:cubicBezTo>
                <a:cubicBezTo>
                  <a:pt x="5294236" y="69651"/>
                  <a:pt x="5290795" y="70376"/>
                  <a:pt x="5283913" y="70376"/>
                </a:cubicBezTo>
                <a:cubicBezTo>
                  <a:pt x="5279253" y="70606"/>
                  <a:pt x="5274592" y="69992"/>
                  <a:pt x="5270151" y="68566"/>
                </a:cubicBezTo>
                <a:cubicBezTo>
                  <a:pt x="5267436" y="67478"/>
                  <a:pt x="5270514" y="66754"/>
                  <a:pt x="5277033" y="66754"/>
                </a:cubicBezTo>
                <a:close/>
                <a:moveTo>
                  <a:pt x="2896765" y="65849"/>
                </a:moveTo>
                <a:cubicBezTo>
                  <a:pt x="2904008" y="65849"/>
                  <a:pt x="2907268" y="66756"/>
                  <a:pt x="2904371" y="68022"/>
                </a:cubicBezTo>
                <a:cubicBezTo>
                  <a:pt x="2899430" y="69432"/>
                  <a:pt x="2894294" y="70045"/>
                  <a:pt x="2889161" y="69834"/>
                </a:cubicBezTo>
                <a:cubicBezTo>
                  <a:pt x="2881737" y="69834"/>
                  <a:pt x="2878477" y="68929"/>
                  <a:pt x="2881374" y="67660"/>
                </a:cubicBezTo>
                <a:cubicBezTo>
                  <a:pt x="2886381" y="66267"/>
                  <a:pt x="2891573" y="65657"/>
                  <a:pt x="2896765" y="65849"/>
                </a:cubicBezTo>
                <a:close/>
                <a:moveTo>
                  <a:pt x="4241450" y="65848"/>
                </a:moveTo>
                <a:cubicBezTo>
                  <a:pt x="4256841" y="65848"/>
                  <a:pt x="4268973" y="67841"/>
                  <a:pt x="4269335" y="70557"/>
                </a:cubicBezTo>
                <a:cubicBezTo>
                  <a:pt x="4269698" y="73272"/>
                  <a:pt x="4259194" y="74903"/>
                  <a:pt x="4243622" y="74903"/>
                </a:cubicBezTo>
                <a:cubicBezTo>
                  <a:pt x="4227325" y="74903"/>
                  <a:pt x="4215736" y="72911"/>
                  <a:pt x="4215555" y="70194"/>
                </a:cubicBezTo>
                <a:cubicBezTo>
                  <a:pt x="4215374" y="67478"/>
                  <a:pt x="4226057" y="65848"/>
                  <a:pt x="4241450" y="65848"/>
                </a:cubicBezTo>
                <a:close/>
                <a:moveTo>
                  <a:pt x="4136061" y="64583"/>
                </a:moveTo>
                <a:cubicBezTo>
                  <a:pt x="4150910" y="64763"/>
                  <a:pt x="4162680" y="66573"/>
                  <a:pt x="4163584" y="69109"/>
                </a:cubicBezTo>
                <a:cubicBezTo>
                  <a:pt x="4164491" y="71643"/>
                  <a:pt x="4151815" y="73816"/>
                  <a:pt x="4136785" y="73816"/>
                </a:cubicBezTo>
                <a:cubicBezTo>
                  <a:pt x="4121575" y="73816"/>
                  <a:pt x="4108176" y="71643"/>
                  <a:pt x="4108176" y="69109"/>
                </a:cubicBezTo>
                <a:cubicBezTo>
                  <a:pt x="4108176" y="66573"/>
                  <a:pt x="4121214" y="64400"/>
                  <a:pt x="4136061" y="64583"/>
                </a:cubicBezTo>
                <a:close/>
                <a:moveTo>
                  <a:pt x="5170737" y="64403"/>
                </a:moveTo>
                <a:cubicBezTo>
                  <a:pt x="5176836" y="64279"/>
                  <a:pt x="5182921" y="64948"/>
                  <a:pt x="5188845" y="66393"/>
                </a:cubicBezTo>
                <a:cubicBezTo>
                  <a:pt x="5191924" y="67480"/>
                  <a:pt x="5188845" y="68748"/>
                  <a:pt x="5181421" y="68929"/>
                </a:cubicBezTo>
                <a:cubicBezTo>
                  <a:pt x="5174828" y="69233"/>
                  <a:pt x="5168230" y="68499"/>
                  <a:pt x="5161865" y="66756"/>
                </a:cubicBezTo>
                <a:cubicBezTo>
                  <a:pt x="5159331" y="65669"/>
                  <a:pt x="5164038" y="64403"/>
                  <a:pt x="5170737" y="64403"/>
                </a:cubicBezTo>
                <a:close/>
                <a:moveTo>
                  <a:pt x="5063541" y="62952"/>
                </a:moveTo>
                <a:cubicBezTo>
                  <a:pt x="5069909" y="62573"/>
                  <a:pt x="5076293" y="63372"/>
                  <a:pt x="5082373" y="65305"/>
                </a:cubicBezTo>
                <a:cubicBezTo>
                  <a:pt x="5085451" y="66936"/>
                  <a:pt x="5081105" y="68021"/>
                  <a:pt x="5071328" y="68021"/>
                </a:cubicBezTo>
                <a:cubicBezTo>
                  <a:pt x="5064883" y="68474"/>
                  <a:pt x="5058414" y="67613"/>
                  <a:pt x="5052313" y="65487"/>
                </a:cubicBezTo>
                <a:cubicBezTo>
                  <a:pt x="5049416" y="63856"/>
                  <a:pt x="5053944" y="62952"/>
                  <a:pt x="5063541" y="62952"/>
                </a:cubicBezTo>
                <a:close/>
                <a:moveTo>
                  <a:pt x="4035020" y="62771"/>
                </a:moveTo>
                <a:cubicBezTo>
                  <a:pt x="4051135" y="62771"/>
                  <a:pt x="4060371" y="64764"/>
                  <a:pt x="4060008" y="67478"/>
                </a:cubicBezTo>
                <a:cubicBezTo>
                  <a:pt x="4060008" y="70014"/>
                  <a:pt x="4047875" y="72006"/>
                  <a:pt x="4031579" y="71826"/>
                </a:cubicBezTo>
                <a:cubicBezTo>
                  <a:pt x="4015281" y="71643"/>
                  <a:pt x="4006228" y="69834"/>
                  <a:pt x="4006590" y="67117"/>
                </a:cubicBezTo>
                <a:cubicBezTo>
                  <a:pt x="4006953" y="64401"/>
                  <a:pt x="4018903" y="62771"/>
                  <a:pt x="4035020" y="62771"/>
                </a:cubicBezTo>
                <a:close/>
                <a:moveTo>
                  <a:pt x="3932349" y="61683"/>
                </a:moveTo>
                <a:cubicBezTo>
                  <a:pt x="3947559" y="61683"/>
                  <a:pt x="3957519" y="63495"/>
                  <a:pt x="3957519" y="66029"/>
                </a:cubicBezTo>
                <a:cubicBezTo>
                  <a:pt x="3957519" y="68746"/>
                  <a:pt x="3945748" y="70555"/>
                  <a:pt x="3930356" y="70555"/>
                </a:cubicBezTo>
                <a:cubicBezTo>
                  <a:pt x="3914965" y="70555"/>
                  <a:pt x="3904462" y="68565"/>
                  <a:pt x="3905186" y="66029"/>
                </a:cubicBezTo>
                <a:cubicBezTo>
                  <a:pt x="3905911" y="63495"/>
                  <a:pt x="3917138" y="61683"/>
                  <a:pt x="3932349" y="61683"/>
                </a:cubicBezTo>
                <a:close/>
                <a:moveTo>
                  <a:pt x="4959241" y="60598"/>
                </a:moveTo>
                <a:cubicBezTo>
                  <a:pt x="4966422" y="60478"/>
                  <a:pt x="4973577" y="61518"/>
                  <a:pt x="4980427" y="63676"/>
                </a:cubicBezTo>
                <a:cubicBezTo>
                  <a:pt x="4982961" y="65125"/>
                  <a:pt x="4975901" y="66754"/>
                  <a:pt x="4966484" y="66574"/>
                </a:cubicBezTo>
                <a:cubicBezTo>
                  <a:pt x="4959249" y="66832"/>
                  <a:pt x="4952021" y="65853"/>
                  <a:pt x="4945116" y="63676"/>
                </a:cubicBezTo>
                <a:cubicBezTo>
                  <a:pt x="4942582" y="62047"/>
                  <a:pt x="4949643" y="60598"/>
                  <a:pt x="4959241" y="60598"/>
                </a:cubicBezTo>
                <a:close/>
                <a:moveTo>
                  <a:pt x="3832214" y="60055"/>
                </a:moveTo>
                <a:cubicBezTo>
                  <a:pt x="3847061" y="60235"/>
                  <a:pt x="3856116" y="61867"/>
                  <a:pt x="3855572" y="64220"/>
                </a:cubicBezTo>
                <a:cubicBezTo>
                  <a:pt x="3855572" y="66755"/>
                  <a:pt x="3842715" y="68566"/>
                  <a:pt x="3827505" y="68566"/>
                </a:cubicBezTo>
                <a:cubicBezTo>
                  <a:pt x="3812294" y="68566"/>
                  <a:pt x="3803422" y="66574"/>
                  <a:pt x="3804327" y="64220"/>
                </a:cubicBezTo>
                <a:cubicBezTo>
                  <a:pt x="3805232" y="61867"/>
                  <a:pt x="3817364" y="59874"/>
                  <a:pt x="3832214" y="60055"/>
                </a:cubicBezTo>
                <a:close/>
                <a:moveTo>
                  <a:pt x="4855662" y="59332"/>
                </a:moveTo>
                <a:cubicBezTo>
                  <a:pt x="4863418" y="58612"/>
                  <a:pt x="4871236" y="59728"/>
                  <a:pt x="4878479" y="62590"/>
                </a:cubicBezTo>
                <a:cubicBezTo>
                  <a:pt x="4880832" y="64402"/>
                  <a:pt x="4874314" y="65668"/>
                  <a:pt x="4862544" y="65668"/>
                </a:cubicBezTo>
                <a:cubicBezTo>
                  <a:pt x="4854955" y="66214"/>
                  <a:pt x="4847343" y="65037"/>
                  <a:pt x="4840271" y="62229"/>
                </a:cubicBezTo>
                <a:cubicBezTo>
                  <a:pt x="4838822" y="60418"/>
                  <a:pt x="4844617" y="59332"/>
                  <a:pt x="4855662" y="59332"/>
                </a:cubicBezTo>
                <a:close/>
                <a:moveTo>
                  <a:pt x="3729723" y="58788"/>
                </a:moveTo>
                <a:cubicBezTo>
                  <a:pt x="3742941" y="58788"/>
                  <a:pt x="3754530" y="60598"/>
                  <a:pt x="3753988" y="62952"/>
                </a:cubicBezTo>
                <a:cubicBezTo>
                  <a:pt x="3745456" y="66708"/>
                  <a:pt x="3736103" y="68205"/>
                  <a:pt x="3726825" y="67300"/>
                </a:cubicBezTo>
                <a:cubicBezTo>
                  <a:pt x="3713244" y="67300"/>
                  <a:pt x="3702199" y="65307"/>
                  <a:pt x="3703647" y="62952"/>
                </a:cubicBezTo>
                <a:cubicBezTo>
                  <a:pt x="3711910" y="59600"/>
                  <a:pt x="3720827" y="58176"/>
                  <a:pt x="3729723" y="58788"/>
                </a:cubicBezTo>
                <a:close/>
                <a:moveTo>
                  <a:pt x="3630494" y="57340"/>
                </a:moveTo>
                <a:cubicBezTo>
                  <a:pt x="3643349" y="57340"/>
                  <a:pt x="3653490" y="58969"/>
                  <a:pt x="3652404" y="61142"/>
                </a:cubicBezTo>
                <a:cubicBezTo>
                  <a:pt x="3644133" y="64684"/>
                  <a:pt x="3635108" y="66114"/>
                  <a:pt x="3626148" y="65308"/>
                </a:cubicBezTo>
                <a:cubicBezTo>
                  <a:pt x="3613291" y="65308"/>
                  <a:pt x="3602970" y="63496"/>
                  <a:pt x="3604237" y="61323"/>
                </a:cubicBezTo>
                <a:cubicBezTo>
                  <a:pt x="3612542" y="57908"/>
                  <a:pt x="3621548" y="56541"/>
                  <a:pt x="3630494" y="57340"/>
                </a:cubicBezTo>
                <a:close/>
                <a:moveTo>
                  <a:pt x="4752993" y="57157"/>
                </a:moveTo>
                <a:cubicBezTo>
                  <a:pt x="4761101" y="56880"/>
                  <a:pt x="4769194" y="58043"/>
                  <a:pt x="4776895" y="60598"/>
                </a:cubicBezTo>
                <a:cubicBezTo>
                  <a:pt x="4779068" y="62228"/>
                  <a:pt x="4771281" y="64039"/>
                  <a:pt x="4760778" y="64039"/>
                </a:cubicBezTo>
                <a:cubicBezTo>
                  <a:pt x="4752004" y="64593"/>
                  <a:pt x="4743208" y="63423"/>
                  <a:pt x="4734885" y="60598"/>
                </a:cubicBezTo>
                <a:cubicBezTo>
                  <a:pt x="4733437" y="58789"/>
                  <a:pt x="4741585" y="57157"/>
                  <a:pt x="4752993" y="57157"/>
                </a:cubicBezTo>
                <a:close/>
                <a:moveTo>
                  <a:pt x="3528545" y="56433"/>
                </a:moveTo>
                <a:cubicBezTo>
                  <a:pt x="3539954" y="56433"/>
                  <a:pt x="3547921" y="57882"/>
                  <a:pt x="3546653" y="59874"/>
                </a:cubicBezTo>
                <a:cubicBezTo>
                  <a:pt x="3538659" y="63262"/>
                  <a:pt x="3529939" y="64568"/>
                  <a:pt x="3521302" y="63677"/>
                </a:cubicBezTo>
                <a:cubicBezTo>
                  <a:pt x="3508809" y="63677"/>
                  <a:pt x="3500841" y="62228"/>
                  <a:pt x="3503195" y="60055"/>
                </a:cubicBezTo>
                <a:cubicBezTo>
                  <a:pt x="3511253" y="56910"/>
                  <a:pt x="3519930" y="55671"/>
                  <a:pt x="3528545" y="56433"/>
                </a:cubicBezTo>
                <a:close/>
                <a:moveTo>
                  <a:pt x="4651589" y="55889"/>
                </a:moveTo>
                <a:cubicBezTo>
                  <a:pt x="4659602" y="55448"/>
                  <a:pt x="4667619" y="56682"/>
                  <a:pt x="4675130" y="59511"/>
                </a:cubicBezTo>
                <a:cubicBezTo>
                  <a:pt x="4677121" y="61503"/>
                  <a:pt x="4668611" y="63132"/>
                  <a:pt x="4656659" y="62952"/>
                </a:cubicBezTo>
                <a:cubicBezTo>
                  <a:pt x="4648283" y="63591"/>
                  <a:pt x="4639871" y="62353"/>
                  <a:pt x="4632033" y="59330"/>
                </a:cubicBezTo>
                <a:cubicBezTo>
                  <a:pt x="4630765" y="57338"/>
                  <a:pt x="4639820" y="55708"/>
                  <a:pt x="4651589" y="55889"/>
                </a:cubicBezTo>
                <a:close/>
                <a:moveTo>
                  <a:pt x="3329539" y="54623"/>
                </a:moveTo>
                <a:cubicBezTo>
                  <a:pt x="3341853" y="54623"/>
                  <a:pt x="3346923" y="54623"/>
                  <a:pt x="3344389" y="57157"/>
                </a:cubicBezTo>
                <a:cubicBezTo>
                  <a:pt x="3336891" y="59752"/>
                  <a:pt x="3328944" y="60800"/>
                  <a:pt x="3321030" y="60235"/>
                </a:cubicBezTo>
                <a:cubicBezTo>
                  <a:pt x="3309983" y="60235"/>
                  <a:pt x="3304371" y="58606"/>
                  <a:pt x="3307449" y="56796"/>
                </a:cubicBezTo>
                <a:cubicBezTo>
                  <a:pt x="3314586" y="54558"/>
                  <a:pt x="3322104" y="53819"/>
                  <a:pt x="3329539" y="54623"/>
                </a:cubicBezTo>
                <a:close/>
                <a:moveTo>
                  <a:pt x="4547471" y="54623"/>
                </a:moveTo>
                <a:cubicBezTo>
                  <a:pt x="4556209" y="53733"/>
                  <a:pt x="4565032" y="54976"/>
                  <a:pt x="4573183" y="58244"/>
                </a:cubicBezTo>
                <a:cubicBezTo>
                  <a:pt x="4574813" y="60237"/>
                  <a:pt x="4567208" y="61685"/>
                  <a:pt x="4555076" y="61866"/>
                </a:cubicBezTo>
                <a:cubicBezTo>
                  <a:pt x="4546279" y="62706"/>
                  <a:pt x="4537409" y="61465"/>
                  <a:pt x="4529181" y="58244"/>
                </a:cubicBezTo>
                <a:cubicBezTo>
                  <a:pt x="4527732" y="55708"/>
                  <a:pt x="4535339" y="54623"/>
                  <a:pt x="4547471" y="54623"/>
                </a:cubicBezTo>
                <a:close/>
                <a:moveTo>
                  <a:pt x="3427687" y="54623"/>
                </a:moveTo>
                <a:cubicBezTo>
                  <a:pt x="3438912" y="54623"/>
                  <a:pt x="3448148" y="56252"/>
                  <a:pt x="3445794" y="58064"/>
                </a:cubicBezTo>
                <a:cubicBezTo>
                  <a:pt x="3438390" y="60819"/>
                  <a:pt x="3430508" y="62051"/>
                  <a:pt x="3422617" y="61686"/>
                </a:cubicBezTo>
                <a:cubicBezTo>
                  <a:pt x="3411933" y="61686"/>
                  <a:pt x="3403060" y="60237"/>
                  <a:pt x="3404509" y="58606"/>
                </a:cubicBezTo>
                <a:cubicBezTo>
                  <a:pt x="3411830" y="55524"/>
                  <a:pt x="3419757" y="54163"/>
                  <a:pt x="3427687" y="54623"/>
                </a:cubicBezTo>
                <a:close/>
                <a:moveTo>
                  <a:pt x="4443712" y="52812"/>
                </a:moveTo>
                <a:cubicBezTo>
                  <a:pt x="4452213" y="51909"/>
                  <a:pt x="4460804" y="53154"/>
                  <a:pt x="4468699" y="56433"/>
                </a:cubicBezTo>
                <a:cubicBezTo>
                  <a:pt x="4470511" y="58606"/>
                  <a:pt x="4462544" y="60054"/>
                  <a:pt x="4449506" y="60237"/>
                </a:cubicBezTo>
                <a:cubicBezTo>
                  <a:pt x="4440632" y="61222"/>
                  <a:pt x="4431653" y="59912"/>
                  <a:pt x="4423431" y="56433"/>
                </a:cubicBezTo>
                <a:cubicBezTo>
                  <a:pt x="4422344" y="54260"/>
                  <a:pt x="4430674" y="52812"/>
                  <a:pt x="4443712" y="52812"/>
                </a:cubicBezTo>
                <a:close/>
                <a:moveTo>
                  <a:pt x="3230852" y="51906"/>
                </a:moveTo>
                <a:cubicBezTo>
                  <a:pt x="3239364" y="52450"/>
                  <a:pt x="3246426" y="54623"/>
                  <a:pt x="3244977" y="54623"/>
                </a:cubicBezTo>
                <a:cubicBezTo>
                  <a:pt x="3238274" y="56863"/>
                  <a:pt x="3231214" y="57844"/>
                  <a:pt x="3224153" y="57521"/>
                </a:cubicBezTo>
                <a:cubicBezTo>
                  <a:pt x="3215461" y="57521"/>
                  <a:pt x="3208399" y="56252"/>
                  <a:pt x="3210211" y="54804"/>
                </a:cubicBezTo>
                <a:cubicBezTo>
                  <a:pt x="3216855" y="52576"/>
                  <a:pt x="3223853" y="51591"/>
                  <a:pt x="3230852" y="51906"/>
                </a:cubicBezTo>
                <a:close/>
                <a:moveTo>
                  <a:pt x="3132349" y="51724"/>
                </a:moveTo>
                <a:cubicBezTo>
                  <a:pt x="3140497" y="51724"/>
                  <a:pt x="3145567" y="52812"/>
                  <a:pt x="3143756" y="54080"/>
                </a:cubicBezTo>
                <a:cubicBezTo>
                  <a:pt x="3137581" y="56142"/>
                  <a:pt x="3131054" y="56943"/>
                  <a:pt x="3124562" y="56433"/>
                </a:cubicBezTo>
                <a:cubicBezTo>
                  <a:pt x="3116414" y="56433"/>
                  <a:pt x="3111886" y="55346"/>
                  <a:pt x="3114241" y="53897"/>
                </a:cubicBezTo>
                <a:cubicBezTo>
                  <a:pt x="3120116" y="52175"/>
                  <a:pt x="3126233" y="51441"/>
                  <a:pt x="3132349" y="51724"/>
                </a:cubicBezTo>
                <a:close/>
                <a:moveTo>
                  <a:pt x="3030582" y="50821"/>
                </a:moveTo>
                <a:cubicBezTo>
                  <a:pt x="3037644" y="50821"/>
                  <a:pt x="3040903" y="51726"/>
                  <a:pt x="3038549" y="52994"/>
                </a:cubicBezTo>
                <a:cubicBezTo>
                  <a:pt x="3033764" y="54239"/>
                  <a:pt x="3028823" y="54788"/>
                  <a:pt x="3023882" y="54623"/>
                </a:cubicBezTo>
                <a:cubicBezTo>
                  <a:pt x="3016640" y="54623"/>
                  <a:pt x="3013379" y="54623"/>
                  <a:pt x="3015915" y="52631"/>
                </a:cubicBezTo>
                <a:cubicBezTo>
                  <a:pt x="3020668" y="51209"/>
                  <a:pt x="3025626" y="50597"/>
                  <a:pt x="3030582" y="50821"/>
                </a:cubicBezTo>
                <a:close/>
                <a:moveTo>
                  <a:pt x="4342490" y="50639"/>
                </a:moveTo>
                <a:cubicBezTo>
                  <a:pt x="4351370" y="50007"/>
                  <a:pt x="4360280" y="51369"/>
                  <a:pt x="4368565" y="54621"/>
                </a:cubicBezTo>
                <a:cubicBezTo>
                  <a:pt x="4370014" y="56614"/>
                  <a:pt x="4359873" y="58606"/>
                  <a:pt x="4347199" y="58606"/>
                </a:cubicBezTo>
                <a:cubicBezTo>
                  <a:pt x="4338258" y="59269"/>
                  <a:pt x="4329283" y="57908"/>
                  <a:pt x="4320941" y="54621"/>
                </a:cubicBezTo>
                <a:cubicBezTo>
                  <a:pt x="4319855" y="52448"/>
                  <a:pt x="4329815" y="50639"/>
                  <a:pt x="4342490" y="50639"/>
                </a:cubicBezTo>
                <a:close/>
                <a:moveTo>
                  <a:pt x="4243261" y="49553"/>
                </a:moveTo>
                <a:cubicBezTo>
                  <a:pt x="4251852" y="48749"/>
                  <a:pt x="4260507" y="50117"/>
                  <a:pt x="4268431" y="53536"/>
                </a:cubicBezTo>
                <a:cubicBezTo>
                  <a:pt x="4268431" y="55528"/>
                  <a:pt x="4258471" y="57520"/>
                  <a:pt x="4245977" y="57520"/>
                </a:cubicBezTo>
                <a:cubicBezTo>
                  <a:pt x="4233482" y="57520"/>
                  <a:pt x="4220083" y="55528"/>
                  <a:pt x="4220083" y="53355"/>
                </a:cubicBezTo>
                <a:cubicBezTo>
                  <a:pt x="4220083" y="51182"/>
                  <a:pt x="4231128" y="49553"/>
                  <a:pt x="4243261" y="49553"/>
                </a:cubicBezTo>
                <a:close/>
                <a:moveTo>
                  <a:pt x="4143487" y="48466"/>
                </a:moveTo>
                <a:cubicBezTo>
                  <a:pt x="4151887" y="47585"/>
                  <a:pt x="4160370" y="48895"/>
                  <a:pt x="4168113" y="52268"/>
                </a:cubicBezTo>
                <a:cubicBezTo>
                  <a:pt x="4168657" y="54623"/>
                  <a:pt x="4157973" y="56253"/>
                  <a:pt x="4145296" y="56253"/>
                </a:cubicBezTo>
                <a:cubicBezTo>
                  <a:pt x="4136660" y="57194"/>
                  <a:pt x="4127926" y="55884"/>
                  <a:pt x="4119945" y="52450"/>
                </a:cubicBezTo>
                <a:cubicBezTo>
                  <a:pt x="4118860" y="50458"/>
                  <a:pt x="4130630" y="48466"/>
                  <a:pt x="4143487" y="48466"/>
                </a:cubicBezTo>
                <a:close/>
                <a:moveTo>
                  <a:pt x="5048512" y="47017"/>
                </a:moveTo>
                <a:cubicBezTo>
                  <a:pt x="5053385" y="46588"/>
                  <a:pt x="5058289" y="47333"/>
                  <a:pt x="5062816" y="49190"/>
                </a:cubicBezTo>
                <a:cubicBezTo>
                  <a:pt x="5063723" y="50095"/>
                  <a:pt x="5059919" y="50820"/>
                  <a:pt x="5053219" y="50820"/>
                </a:cubicBezTo>
                <a:cubicBezTo>
                  <a:pt x="5048550" y="50987"/>
                  <a:pt x="5043888" y="50314"/>
                  <a:pt x="5039457" y="48829"/>
                </a:cubicBezTo>
                <a:cubicBezTo>
                  <a:pt x="5037465" y="47742"/>
                  <a:pt x="5041086" y="47017"/>
                  <a:pt x="5048512" y="47017"/>
                </a:cubicBezTo>
                <a:close/>
                <a:moveTo>
                  <a:pt x="4044617" y="46836"/>
                </a:moveTo>
                <a:cubicBezTo>
                  <a:pt x="4057111" y="46836"/>
                  <a:pt x="4067976" y="48647"/>
                  <a:pt x="4067795" y="50638"/>
                </a:cubicBezTo>
                <a:cubicBezTo>
                  <a:pt x="4067613" y="52630"/>
                  <a:pt x="4056387" y="54623"/>
                  <a:pt x="4043710" y="54442"/>
                </a:cubicBezTo>
                <a:cubicBezTo>
                  <a:pt x="4031036" y="54259"/>
                  <a:pt x="4020171" y="52630"/>
                  <a:pt x="4020533" y="50457"/>
                </a:cubicBezTo>
                <a:cubicBezTo>
                  <a:pt x="4020896" y="48284"/>
                  <a:pt x="4032122" y="46655"/>
                  <a:pt x="4044617" y="46836"/>
                </a:cubicBezTo>
                <a:close/>
                <a:moveTo>
                  <a:pt x="3945026" y="45749"/>
                </a:moveTo>
                <a:cubicBezTo>
                  <a:pt x="3957520" y="45568"/>
                  <a:pt x="3968385" y="47378"/>
                  <a:pt x="3968022" y="49551"/>
                </a:cubicBezTo>
                <a:cubicBezTo>
                  <a:pt x="3968022" y="51543"/>
                  <a:pt x="3956252" y="53354"/>
                  <a:pt x="3943577" y="53172"/>
                </a:cubicBezTo>
                <a:cubicBezTo>
                  <a:pt x="3930901" y="52991"/>
                  <a:pt x="3921304" y="51362"/>
                  <a:pt x="3921304" y="49189"/>
                </a:cubicBezTo>
                <a:cubicBezTo>
                  <a:pt x="3928832" y="46203"/>
                  <a:pt x="3936958" y="45024"/>
                  <a:pt x="3945026" y="45749"/>
                </a:cubicBezTo>
                <a:close/>
                <a:moveTo>
                  <a:pt x="4946384" y="44844"/>
                </a:moveTo>
                <a:cubicBezTo>
                  <a:pt x="4952169" y="44576"/>
                  <a:pt x="4957950" y="45437"/>
                  <a:pt x="4963406" y="47380"/>
                </a:cubicBezTo>
                <a:cubicBezTo>
                  <a:pt x="4964131" y="48648"/>
                  <a:pt x="4958878" y="49553"/>
                  <a:pt x="4951635" y="49372"/>
                </a:cubicBezTo>
                <a:cubicBezTo>
                  <a:pt x="4946061" y="49589"/>
                  <a:pt x="4940487" y="48853"/>
                  <a:pt x="4935158" y="47199"/>
                </a:cubicBezTo>
                <a:cubicBezTo>
                  <a:pt x="4933166" y="45931"/>
                  <a:pt x="4938416" y="44844"/>
                  <a:pt x="4946384" y="44844"/>
                </a:cubicBezTo>
                <a:close/>
                <a:moveTo>
                  <a:pt x="3843440" y="44121"/>
                </a:moveTo>
                <a:cubicBezTo>
                  <a:pt x="3856114" y="44121"/>
                  <a:pt x="3864988" y="45751"/>
                  <a:pt x="3864264" y="47743"/>
                </a:cubicBezTo>
                <a:cubicBezTo>
                  <a:pt x="3864264" y="49916"/>
                  <a:pt x="3853580" y="51364"/>
                  <a:pt x="3840723" y="51364"/>
                </a:cubicBezTo>
                <a:cubicBezTo>
                  <a:pt x="3827866" y="51364"/>
                  <a:pt x="3819537" y="49553"/>
                  <a:pt x="3820805" y="47560"/>
                </a:cubicBezTo>
                <a:cubicBezTo>
                  <a:pt x="3827931" y="44494"/>
                  <a:pt x="3835723" y="43310"/>
                  <a:pt x="3843440" y="44121"/>
                </a:cubicBezTo>
                <a:close/>
                <a:moveTo>
                  <a:pt x="4844800" y="43576"/>
                </a:moveTo>
                <a:cubicBezTo>
                  <a:pt x="4850950" y="43019"/>
                  <a:pt x="4857145" y="43886"/>
                  <a:pt x="4862907" y="46112"/>
                </a:cubicBezTo>
                <a:cubicBezTo>
                  <a:pt x="4864900" y="47560"/>
                  <a:pt x="4859829" y="48465"/>
                  <a:pt x="4850231" y="48465"/>
                </a:cubicBezTo>
                <a:cubicBezTo>
                  <a:pt x="4844094" y="49049"/>
                  <a:pt x="4837908" y="48244"/>
                  <a:pt x="4832123" y="46112"/>
                </a:cubicBezTo>
                <a:cubicBezTo>
                  <a:pt x="4831399" y="44483"/>
                  <a:pt x="4835927" y="43576"/>
                  <a:pt x="4844800" y="43576"/>
                </a:cubicBezTo>
                <a:close/>
                <a:moveTo>
                  <a:pt x="3745658" y="43215"/>
                </a:moveTo>
                <a:cubicBezTo>
                  <a:pt x="3757427" y="43215"/>
                  <a:pt x="3765939" y="44664"/>
                  <a:pt x="3765214" y="46476"/>
                </a:cubicBezTo>
                <a:cubicBezTo>
                  <a:pt x="3757703" y="49759"/>
                  <a:pt x="3749458" y="51008"/>
                  <a:pt x="3741312" y="50097"/>
                </a:cubicBezTo>
                <a:cubicBezTo>
                  <a:pt x="3729723" y="50097"/>
                  <a:pt x="3721575" y="48468"/>
                  <a:pt x="3723204" y="46476"/>
                </a:cubicBezTo>
                <a:cubicBezTo>
                  <a:pt x="3730329" y="43643"/>
                  <a:pt x="3738021" y="42525"/>
                  <a:pt x="3745658" y="43215"/>
                </a:cubicBezTo>
                <a:close/>
                <a:moveTo>
                  <a:pt x="4741585" y="41586"/>
                </a:moveTo>
                <a:cubicBezTo>
                  <a:pt x="4748273" y="41306"/>
                  <a:pt x="4754957" y="42227"/>
                  <a:pt x="4761322" y="44301"/>
                </a:cubicBezTo>
                <a:cubicBezTo>
                  <a:pt x="4762590" y="45749"/>
                  <a:pt x="4755527" y="47017"/>
                  <a:pt x="4747016" y="47017"/>
                </a:cubicBezTo>
                <a:cubicBezTo>
                  <a:pt x="4740267" y="47325"/>
                  <a:pt x="4733518" y="46405"/>
                  <a:pt x="4727099" y="44301"/>
                </a:cubicBezTo>
                <a:cubicBezTo>
                  <a:pt x="4725831" y="42852"/>
                  <a:pt x="4733074" y="41586"/>
                  <a:pt x="4741585" y="41586"/>
                </a:cubicBezTo>
                <a:close/>
                <a:moveTo>
                  <a:pt x="3649687" y="41585"/>
                </a:moveTo>
                <a:cubicBezTo>
                  <a:pt x="3660008" y="41585"/>
                  <a:pt x="3667795" y="43034"/>
                  <a:pt x="3667795" y="44846"/>
                </a:cubicBezTo>
                <a:cubicBezTo>
                  <a:pt x="3660381" y="47787"/>
                  <a:pt x="3652383" y="48968"/>
                  <a:pt x="3644436" y="48285"/>
                </a:cubicBezTo>
                <a:cubicBezTo>
                  <a:pt x="3633209" y="48105"/>
                  <a:pt x="3624698" y="46656"/>
                  <a:pt x="3625422" y="45027"/>
                </a:cubicBezTo>
                <a:cubicBezTo>
                  <a:pt x="3633127" y="41988"/>
                  <a:pt x="3641440" y="40810"/>
                  <a:pt x="3649687" y="41585"/>
                </a:cubicBezTo>
                <a:close/>
                <a:moveTo>
                  <a:pt x="3550999" y="40678"/>
                </a:moveTo>
                <a:cubicBezTo>
                  <a:pt x="3561863" y="40678"/>
                  <a:pt x="3569107" y="41946"/>
                  <a:pt x="3567116" y="43756"/>
                </a:cubicBezTo>
                <a:cubicBezTo>
                  <a:pt x="3560457" y="46427"/>
                  <a:pt x="3553244" y="47422"/>
                  <a:pt x="3546111" y="46653"/>
                </a:cubicBezTo>
                <a:cubicBezTo>
                  <a:pt x="3535064" y="46653"/>
                  <a:pt x="3528003" y="45568"/>
                  <a:pt x="3529994" y="43756"/>
                </a:cubicBezTo>
                <a:cubicBezTo>
                  <a:pt x="3536627" y="40988"/>
                  <a:pt x="3543851" y="39929"/>
                  <a:pt x="3550999" y="40678"/>
                </a:cubicBezTo>
                <a:close/>
                <a:moveTo>
                  <a:pt x="4643080" y="40317"/>
                </a:moveTo>
                <a:cubicBezTo>
                  <a:pt x="4649671" y="39892"/>
                  <a:pt x="4656278" y="40878"/>
                  <a:pt x="4662454" y="43215"/>
                </a:cubicBezTo>
                <a:cubicBezTo>
                  <a:pt x="4664085" y="44844"/>
                  <a:pt x="4658291" y="45930"/>
                  <a:pt x="4647968" y="46112"/>
                </a:cubicBezTo>
                <a:cubicBezTo>
                  <a:pt x="4641001" y="46720"/>
                  <a:pt x="4633988" y="45663"/>
                  <a:pt x="4627507" y="43032"/>
                </a:cubicBezTo>
                <a:cubicBezTo>
                  <a:pt x="4626421" y="41403"/>
                  <a:pt x="4632758" y="40317"/>
                  <a:pt x="4643080" y="40317"/>
                </a:cubicBezTo>
                <a:close/>
                <a:moveTo>
                  <a:pt x="3454123" y="39230"/>
                </a:moveTo>
                <a:cubicBezTo>
                  <a:pt x="3464081" y="39230"/>
                  <a:pt x="3470782" y="40498"/>
                  <a:pt x="3468609" y="42128"/>
                </a:cubicBezTo>
                <a:cubicBezTo>
                  <a:pt x="3461900" y="44333"/>
                  <a:pt x="3454834" y="45253"/>
                  <a:pt x="3447785" y="44844"/>
                </a:cubicBezTo>
                <a:cubicBezTo>
                  <a:pt x="3438369" y="44844"/>
                  <a:pt x="3431850" y="43396"/>
                  <a:pt x="3434204" y="41766"/>
                </a:cubicBezTo>
                <a:cubicBezTo>
                  <a:pt x="3440635" y="39726"/>
                  <a:pt x="3447384" y="38869"/>
                  <a:pt x="3454123" y="39230"/>
                </a:cubicBezTo>
                <a:close/>
                <a:moveTo>
                  <a:pt x="4541494" y="38506"/>
                </a:moveTo>
                <a:cubicBezTo>
                  <a:pt x="4548804" y="37805"/>
                  <a:pt x="4556178" y="38797"/>
                  <a:pt x="4563043" y="41403"/>
                </a:cubicBezTo>
                <a:cubicBezTo>
                  <a:pt x="4564853" y="43215"/>
                  <a:pt x="4558697" y="44483"/>
                  <a:pt x="4547289" y="44483"/>
                </a:cubicBezTo>
                <a:cubicBezTo>
                  <a:pt x="4540198" y="45265"/>
                  <a:pt x="4533025" y="44204"/>
                  <a:pt x="4526464" y="41403"/>
                </a:cubicBezTo>
                <a:cubicBezTo>
                  <a:pt x="4525379" y="39774"/>
                  <a:pt x="4531173" y="38689"/>
                  <a:pt x="4541494" y="38506"/>
                </a:cubicBezTo>
                <a:close/>
                <a:moveTo>
                  <a:pt x="3352176" y="38506"/>
                </a:moveTo>
                <a:cubicBezTo>
                  <a:pt x="3362317" y="38325"/>
                  <a:pt x="3367748" y="39230"/>
                  <a:pt x="3366480" y="40861"/>
                </a:cubicBezTo>
                <a:cubicBezTo>
                  <a:pt x="3360733" y="43139"/>
                  <a:pt x="3354524" y="44008"/>
                  <a:pt x="3348372" y="43395"/>
                </a:cubicBezTo>
                <a:cubicBezTo>
                  <a:pt x="3338956" y="43395"/>
                  <a:pt x="3333886" y="42310"/>
                  <a:pt x="3335698" y="40861"/>
                </a:cubicBezTo>
                <a:cubicBezTo>
                  <a:pt x="3340975" y="38969"/>
                  <a:pt x="3346579" y="38169"/>
                  <a:pt x="3352176" y="38506"/>
                </a:cubicBezTo>
                <a:close/>
                <a:moveTo>
                  <a:pt x="4442988" y="37240"/>
                </a:moveTo>
                <a:cubicBezTo>
                  <a:pt x="4450606" y="36641"/>
                  <a:pt x="4458265" y="37692"/>
                  <a:pt x="4465442" y="40317"/>
                </a:cubicBezTo>
                <a:cubicBezTo>
                  <a:pt x="4466710" y="41947"/>
                  <a:pt x="4458923" y="43395"/>
                  <a:pt x="4449144" y="43395"/>
                </a:cubicBezTo>
                <a:cubicBezTo>
                  <a:pt x="4441464" y="44085"/>
                  <a:pt x="4433728" y="43034"/>
                  <a:pt x="4426510" y="40317"/>
                </a:cubicBezTo>
                <a:cubicBezTo>
                  <a:pt x="4425424" y="38869"/>
                  <a:pt x="4433209" y="37420"/>
                  <a:pt x="4442988" y="37240"/>
                </a:cubicBezTo>
                <a:close/>
                <a:moveTo>
                  <a:pt x="3257654" y="37057"/>
                </a:moveTo>
                <a:cubicBezTo>
                  <a:pt x="3265258" y="37057"/>
                  <a:pt x="3270872" y="38144"/>
                  <a:pt x="3269062" y="39230"/>
                </a:cubicBezTo>
                <a:cubicBezTo>
                  <a:pt x="3263747" y="40948"/>
                  <a:pt x="3258163" y="41686"/>
                  <a:pt x="3252584" y="41402"/>
                </a:cubicBezTo>
                <a:cubicBezTo>
                  <a:pt x="3245884" y="41402"/>
                  <a:pt x="3240814" y="40317"/>
                  <a:pt x="3242080" y="39230"/>
                </a:cubicBezTo>
                <a:cubicBezTo>
                  <a:pt x="3247090" y="37532"/>
                  <a:pt x="3252371" y="36794"/>
                  <a:pt x="3257654" y="37057"/>
                </a:cubicBezTo>
                <a:close/>
                <a:moveTo>
                  <a:pt x="3160777" y="36516"/>
                </a:moveTo>
                <a:cubicBezTo>
                  <a:pt x="3168020" y="36516"/>
                  <a:pt x="3171642" y="36516"/>
                  <a:pt x="3170554" y="37964"/>
                </a:cubicBezTo>
                <a:cubicBezTo>
                  <a:pt x="3166534" y="39563"/>
                  <a:pt x="3162188" y="40182"/>
                  <a:pt x="3157878" y="39774"/>
                </a:cubicBezTo>
                <a:cubicBezTo>
                  <a:pt x="3151179" y="39774"/>
                  <a:pt x="3147377" y="39774"/>
                  <a:pt x="3148464" y="38325"/>
                </a:cubicBezTo>
                <a:cubicBezTo>
                  <a:pt x="3152401" y="36890"/>
                  <a:pt x="3156591" y="36274"/>
                  <a:pt x="3160777" y="36516"/>
                </a:cubicBezTo>
                <a:close/>
                <a:moveTo>
                  <a:pt x="4346474" y="35428"/>
                </a:moveTo>
                <a:cubicBezTo>
                  <a:pt x="4353631" y="34899"/>
                  <a:pt x="4360816" y="36015"/>
                  <a:pt x="4367479" y="38688"/>
                </a:cubicBezTo>
                <a:cubicBezTo>
                  <a:pt x="4367479" y="40498"/>
                  <a:pt x="4358063" y="42129"/>
                  <a:pt x="4347379" y="41946"/>
                </a:cubicBezTo>
                <a:cubicBezTo>
                  <a:pt x="4336695" y="41765"/>
                  <a:pt x="4327098" y="40136"/>
                  <a:pt x="4327098" y="38507"/>
                </a:cubicBezTo>
                <a:cubicBezTo>
                  <a:pt x="4327098" y="36876"/>
                  <a:pt x="4336514" y="35428"/>
                  <a:pt x="4346474" y="35428"/>
                </a:cubicBezTo>
                <a:close/>
                <a:moveTo>
                  <a:pt x="4248873" y="34342"/>
                </a:moveTo>
                <a:cubicBezTo>
                  <a:pt x="4255975" y="33738"/>
                  <a:pt x="4263117" y="34857"/>
                  <a:pt x="4269697" y="37601"/>
                </a:cubicBezTo>
                <a:cubicBezTo>
                  <a:pt x="4270602" y="39230"/>
                  <a:pt x="4260825" y="40861"/>
                  <a:pt x="4249778" y="40861"/>
                </a:cubicBezTo>
                <a:cubicBezTo>
                  <a:pt x="4242736" y="41447"/>
                  <a:pt x="4235655" y="40331"/>
                  <a:pt x="4229136" y="37601"/>
                </a:cubicBezTo>
                <a:cubicBezTo>
                  <a:pt x="4229136" y="35791"/>
                  <a:pt x="4238189" y="34342"/>
                  <a:pt x="4248873" y="34342"/>
                </a:cubicBezTo>
                <a:close/>
                <a:moveTo>
                  <a:pt x="4148193" y="32713"/>
                </a:moveTo>
                <a:cubicBezTo>
                  <a:pt x="4155106" y="32025"/>
                  <a:pt x="4162079" y="33082"/>
                  <a:pt x="4168474" y="35791"/>
                </a:cubicBezTo>
                <a:cubicBezTo>
                  <a:pt x="4168474" y="37601"/>
                  <a:pt x="4159058" y="39232"/>
                  <a:pt x="4148193" y="39232"/>
                </a:cubicBezTo>
                <a:cubicBezTo>
                  <a:pt x="4137329" y="39232"/>
                  <a:pt x="4127188" y="37421"/>
                  <a:pt x="4127732" y="35611"/>
                </a:cubicBezTo>
                <a:cubicBezTo>
                  <a:pt x="4134198" y="32934"/>
                  <a:pt x="4141237" y="31936"/>
                  <a:pt x="4148193" y="32713"/>
                </a:cubicBezTo>
                <a:close/>
                <a:moveTo>
                  <a:pt x="4051497" y="31625"/>
                </a:moveTo>
                <a:cubicBezTo>
                  <a:pt x="4061638" y="31625"/>
                  <a:pt x="4071054" y="33254"/>
                  <a:pt x="4071054" y="34884"/>
                </a:cubicBezTo>
                <a:cubicBezTo>
                  <a:pt x="4071054" y="36513"/>
                  <a:pt x="4061457" y="37961"/>
                  <a:pt x="4051317" y="37961"/>
                </a:cubicBezTo>
                <a:cubicBezTo>
                  <a:pt x="4041176" y="37961"/>
                  <a:pt x="4029950" y="36513"/>
                  <a:pt x="4030855" y="34703"/>
                </a:cubicBezTo>
                <a:cubicBezTo>
                  <a:pt x="4037395" y="32057"/>
                  <a:pt x="4044471" y="31002"/>
                  <a:pt x="4051497" y="31625"/>
                </a:cubicBezTo>
                <a:close/>
                <a:moveTo>
                  <a:pt x="3954622" y="29996"/>
                </a:moveTo>
                <a:cubicBezTo>
                  <a:pt x="3964580" y="29996"/>
                  <a:pt x="3974179" y="31625"/>
                  <a:pt x="3973816" y="33254"/>
                </a:cubicBezTo>
                <a:cubicBezTo>
                  <a:pt x="3967196" y="35840"/>
                  <a:pt x="3960076" y="36893"/>
                  <a:pt x="3952991" y="36334"/>
                </a:cubicBezTo>
                <a:cubicBezTo>
                  <a:pt x="3943033" y="36334"/>
                  <a:pt x="3933617" y="34522"/>
                  <a:pt x="3934883" y="32893"/>
                </a:cubicBezTo>
                <a:cubicBezTo>
                  <a:pt x="3941172" y="30502"/>
                  <a:pt x="3947909" y="29513"/>
                  <a:pt x="3954622" y="29996"/>
                </a:cubicBezTo>
                <a:close/>
                <a:moveTo>
                  <a:pt x="4929907" y="29995"/>
                </a:moveTo>
                <a:cubicBezTo>
                  <a:pt x="4934125" y="29699"/>
                  <a:pt x="4938363" y="30189"/>
                  <a:pt x="4942401" y="31444"/>
                </a:cubicBezTo>
                <a:cubicBezTo>
                  <a:pt x="4944213" y="32351"/>
                  <a:pt x="4940228" y="33256"/>
                  <a:pt x="4934253" y="33075"/>
                </a:cubicBezTo>
                <a:cubicBezTo>
                  <a:pt x="4930202" y="33305"/>
                  <a:pt x="4926143" y="32752"/>
                  <a:pt x="4922301" y="31444"/>
                </a:cubicBezTo>
                <a:cubicBezTo>
                  <a:pt x="4921215" y="30719"/>
                  <a:pt x="4924656" y="29995"/>
                  <a:pt x="4929907" y="29995"/>
                </a:cubicBezTo>
                <a:close/>
                <a:moveTo>
                  <a:pt x="3857745" y="29090"/>
                </a:moveTo>
                <a:cubicBezTo>
                  <a:pt x="3868247" y="28909"/>
                  <a:pt x="3875853" y="30177"/>
                  <a:pt x="3875853" y="31987"/>
                </a:cubicBezTo>
                <a:cubicBezTo>
                  <a:pt x="3875853" y="33799"/>
                  <a:pt x="3868429" y="34884"/>
                  <a:pt x="3857745" y="34884"/>
                </a:cubicBezTo>
                <a:cubicBezTo>
                  <a:pt x="3846700" y="34884"/>
                  <a:pt x="3839637" y="33799"/>
                  <a:pt x="3839637" y="32168"/>
                </a:cubicBezTo>
                <a:cubicBezTo>
                  <a:pt x="3839637" y="30538"/>
                  <a:pt x="3847241" y="29270"/>
                  <a:pt x="3857745" y="29090"/>
                </a:cubicBezTo>
                <a:close/>
                <a:moveTo>
                  <a:pt x="4832125" y="28185"/>
                </a:moveTo>
                <a:cubicBezTo>
                  <a:pt x="4836416" y="27905"/>
                  <a:pt x="4840720" y="28459"/>
                  <a:pt x="4844800" y="29814"/>
                </a:cubicBezTo>
                <a:cubicBezTo>
                  <a:pt x="4846429" y="30901"/>
                  <a:pt x="4842446" y="31626"/>
                  <a:pt x="4835384" y="31626"/>
                </a:cubicBezTo>
                <a:cubicBezTo>
                  <a:pt x="4831076" y="31993"/>
                  <a:pt x="4826741" y="31373"/>
                  <a:pt x="4822709" y="29814"/>
                </a:cubicBezTo>
                <a:cubicBezTo>
                  <a:pt x="4821078" y="28728"/>
                  <a:pt x="4825063" y="28004"/>
                  <a:pt x="4832125" y="28185"/>
                </a:cubicBezTo>
                <a:close/>
                <a:moveTo>
                  <a:pt x="3762678" y="27642"/>
                </a:moveTo>
                <a:cubicBezTo>
                  <a:pt x="3772638" y="27461"/>
                  <a:pt x="3780786" y="28729"/>
                  <a:pt x="3779520" y="30539"/>
                </a:cubicBezTo>
                <a:cubicBezTo>
                  <a:pt x="3773596" y="33107"/>
                  <a:pt x="3767094" y="34044"/>
                  <a:pt x="3760688" y="33255"/>
                </a:cubicBezTo>
                <a:cubicBezTo>
                  <a:pt x="3750547" y="33255"/>
                  <a:pt x="3744029" y="31987"/>
                  <a:pt x="3744570" y="30539"/>
                </a:cubicBezTo>
                <a:cubicBezTo>
                  <a:pt x="3745114" y="29090"/>
                  <a:pt x="3752720" y="27822"/>
                  <a:pt x="3762678" y="27642"/>
                </a:cubicBezTo>
                <a:close/>
                <a:moveTo>
                  <a:pt x="3664174" y="26738"/>
                </a:moveTo>
                <a:cubicBezTo>
                  <a:pt x="3673047" y="26556"/>
                  <a:pt x="3680834" y="28004"/>
                  <a:pt x="3679927" y="29453"/>
                </a:cubicBezTo>
                <a:cubicBezTo>
                  <a:pt x="3674134" y="31557"/>
                  <a:pt x="3667967" y="32421"/>
                  <a:pt x="3661819" y="31989"/>
                </a:cubicBezTo>
                <a:cubicBezTo>
                  <a:pt x="3652946" y="31989"/>
                  <a:pt x="3645159" y="30721"/>
                  <a:pt x="3646066" y="29272"/>
                </a:cubicBezTo>
                <a:cubicBezTo>
                  <a:pt x="3651863" y="27185"/>
                  <a:pt x="3658028" y="26322"/>
                  <a:pt x="3664174" y="26738"/>
                </a:cubicBezTo>
                <a:close/>
                <a:moveTo>
                  <a:pt x="4734524" y="26736"/>
                </a:moveTo>
                <a:cubicBezTo>
                  <a:pt x="4739668" y="26544"/>
                  <a:pt x="4744810" y="27217"/>
                  <a:pt x="4749734" y="28728"/>
                </a:cubicBezTo>
                <a:cubicBezTo>
                  <a:pt x="4751000" y="29813"/>
                  <a:pt x="4745930" y="30901"/>
                  <a:pt x="4739411" y="30901"/>
                </a:cubicBezTo>
                <a:cubicBezTo>
                  <a:pt x="4733890" y="31245"/>
                  <a:pt x="4728353" y="30509"/>
                  <a:pt x="4723115" y="28728"/>
                </a:cubicBezTo>
                <a:cubicBezTo>
                  <a:pt x="4723115" y="27641"/>
                  <a:pt x="4727822" y="26736"/>
                  <a:pt x="4734524" y="26736"/>
                </a:cubicBezTo>
                <a:close/>
                <a:moveTo>
                  <a:pt x="3569830" y="25832"/>
                </a:moveTo>
                <a:cubicBezTo>
                  <a:pt x="3578522" y="25832"/>
                  <a:pt x="3584680" y="27098"/>
                  <a:pt x="3583412" y="28365"/>
                </a:cubicBezTo>
                <a:cubicBezTo>
                  <a:pt x="3577608" y="30413"/>
                  <a:pt x="3571439" y="31215"/>
                  <a:pt x="3565304" y="30719"/>
                </a:cubicBezTo>
                <a:cubicBezTo>
                  <a:pt x="3556793" y="30719"/>
                  <a:pt x="3549913" y="29453"/>
                  <a:pt x="3551723" y="28004"/>
                </a:cubicBezTo>
                <a:cubicBezTo>
                  <a:pt x="3557571" y="26155"/>
                  <a:pt x="3563713" y="25417"/>
                  <a:pt x="3569830" y="25832"/>
                </a:cubicBezTo>
                <a:close/>
                <a:moveTo>
                  <a:pt x="4637647" y="25468"/>
                </a:moveTo>
                <a:cubicBezTo>
                  <a:pt x="4643006" y="25075"/>
                  <a:pt x="4648388" y="25879"/>
                  <a:pt x="4653399" y="27824"/>
                </a:cubicBezTo>
                <a:cubicBezTo>
                  <a:pt x="4654487" y="29090"/>
                  <a:pt x="4649236" y="29996"/>
                  <a:pt x="4641086" y="29996"/>
                </a:cubicBezTo>
                <a:cubicBezTo>
                  <a:pt x="4635725" y="30390"/>
                  <a:pt x="4630345" y="29586"/>
                  <a:pt x="4625334" y="27641"/>
                </a:cubicBezTo>
                <a:cubicBezTo>
                  <a:pt x="4624427" y="26375"/>
                  <a:pt x="4629497" y="25468"/>
                  <a:pt x="4637647" y="25468"/>
                </a:cubicBezTo>
                <a:close/>
                <a:moveTo>
                  <a:pt x="3476397" y="24564"/>
                </a:moveTo>
                <a:cubicBezTo>
                  <a:pt x="3484184" y="24564"/>
                  <a:pt x="3488891" y="25651"/>
                  <a:pt x="3487081" y="26917"/>
                </a:cubicBezTo>
                <a:cubicBezTo>
                  <a:pt x="3482038" y="28436"/>
                  <a:pt x="3476764" y="29050"/>
                  <a:pt x="3471508" y="28729"/>
                </a:cubicBezTo>
                <a:cubicBezTo>
                  <a:pt x="3463723" y="28729"/>
                  <a:pt x="3458470" y="28729"/>
                  <a:pt x="3459919" y="26556"/>
                </a:cubicBezTo>
                <a:cubicBezTo>
                  <a:pt x="3465207" y="24721"/>
                  <a:pt x="3470825" y="24041"/>
                  <a:pt x="3476397" y="24564"/>
                </a:cubicBezTo>
                <a:close/>
                <a:moveTo>
                  <a:pt x="4539501" y="23839"/>
                </a:moveTo>
                <a:cubicBezTo>
                  <a:pt x="4545326" y="23254"/>
                  <a:pt x="4551206" y="23999"/>
                  <a:pt x="4556704" y="26012"/>
                </a:cubicBezTo>
                <a:cubicBezTo>
                  <a:pt x="4558153" y="27461"/>
                  <a:pt x="4553263" y="28366"/>
                  <a:pt x="4544028" y="28366"/>
                </a:cubicBezTo>
                <a:cubicBezTo>
                  <a:pt x="4538517" y="28836"/>
                  <a:pt x="4532968" y="28159"/>
                  <a:pt x="4527732" y="26374"/>
                </a:cubicBezTo>
                <a:cubicBezTo>
                  <a:pt x="4525920" y="24925"/>
                  <a:pt x="4530629" y="23839"/>
                  <a:pt x="4539501" y="23839"/>
                </a:cubicBezTo>
                <a:close/>
                <a:moveTo>
                  <a:pt x="3380605" y="23658"/>
                </a:moveTo>
                <a:cubicBezTo>
                  <a:pt x="3386400" y="23658"/>
                  <a:pt x="3391833" y="24563"/>
                  <a:pt x="3391470" y="25468"/>
                </a:cubicBezTo>
                <a:cubicBezTo>
                  <a:pt x="3387303" y="26998"/>
                  <a:pt x="3382868" y="27675"/>
                  <a:pt x="3378432" y="27460"/>
                </a:cubicBezTo>
                <a:cubicBezTo>
                  <a:pt x="3371732" y="27460"/>
                  <a:pt x="3365757" y="27460"/>
                  <a:pt x="3366843" y="25651"/>
                </a:cubicBezTo>
                <a:cubicBezTo>
                  <a:pt x="3371265" y="24128"/>
                  <a:pt x="3375934" y="23453"/>
                  <a:pt x="3380605" y="23658"/>
                </a:cubicBezTo>
                <a:close/>
                <a:moveTo>
                  <a:pt x="4441178" y="22573"/>
                </a:moveTo>
                <a:cubicBezTo>
                  <a:pt x="4447328" y="21982"/>
                  <a:pt x="4453533" y="22849"/>
                  <a:pt x="4459286" y="25107"/>
                </a:cubicBezTo>
                <a:cubicBezTo>
                  <a:pt x="4459286" y="26375"/>
                  <a:pt x="4451680" y="27643"/>
                  <a:pt x="4443712" y="27643"/>
                </a:cubicBezTo>
                <a:cubicBezTo>
                  <a:pt x="4438110" y="27838"/>
                  <a:pt x="4432519" y="26977"/>
                  <a:pt x="4427234" y="25107"/>
                </a:cubicBezTo>
                <a:cubicBezTo>
                  <a:pt x="4425605" y="23839"/>
                  <a:pt x="4432848" y="22573"/>
                  <a:pt x="4441178" y="22573"/>
                </a:cubicBezTo>
                <a:close/>
                <a:moveTo>
                  <a:pt x="3288436" y="22391"/>
                </a:moveTo>
                <a:cubicBezTo>
                  <a:pt x="3293507" y="22573"/>
                  <a:pt x="3296767" y="23298"/>
                  <a:pt x="3295499" y="24022"/>
                </a:cubicBezTo>
                <a:cubicBezTo>
                  <a:pt x="3291699" y="25233"/>
                  <a:pt x="3287708" y="25724"/>
                  <a:pt x="3283730" y="25471"/>
                </a:cubicBezTo>
                <a:cubicBezTo>
                  <a:pt x="3278477" y="25471"/>
                  <a:pt x="3274855" y="25471"/>
                  <a:pt x="3275580" y="24022"/>
                </a:cubicBezTo>
                <a:cubicBezTo>
                  <a:pt x="3279732" y="22710"/>
                  <a:pt x="3284087" y="22159"/>
                  <a:pt x="3288436" y="22391"/>
                </a:cubicBezTo>
                <a:close/>
                <a:moveTo>
                  <a:pt x="4344481" y="20942"/>
                </a:moveTo>
                <a:cubicBezTo>
                  <a:pt x="4350630" y="20465"/>
                  <a:pt x="4356808" y="21330"/>
                  <a:pt x="4362589" y="23476"/>
                </a:cubicBezTo>
                <a:cubicBezTo>
                  <a:pt x="4363677" y="24744"/>
                  <a:pt x="4355890" y="26012"/>
                  <a:pt x="4348103" y="26012"/>
                </a:cubicBezTo>
                <a:cubicBezTo>
                  <a:pt x="4341957" y="26434"/>
                  <a:pt x="4335790" y="25571"/>
                  <a:pt x="4329995" y="23476"/>
                </a:cubicBezTo>
                <a:cubicBezTo>
                  <a:pt x="4329090" y="22210"/>
                  <a:pt x="4336333" y="20942"/>
                  <a:pt x="4344481" y="20942"/>
                </a:cubicBezTo>
                <a:close/>
                <a:moveTo>
                  <a:pt x="4249416" y="19856"/>
                </a:moveTo>
                <a:cubicBezTo>
                  <a:pt x="4255566" y="19251"/>
                  <a:pt x="4261773" y="20120"/>
                  <a:pt x="4267524" y="22392"/>
                </a:cubicBezTo>
                <a:cubicBezTo>
                  <a:pt x="4267885" y="23658"/>
                  <a:pt x="4260642" y="24926"/>
                  <a:pt x="4252494" y="24926"/>
                </a:cubicBezTo>
                <a:cubicBezTo>
                  <a:pt x="4246340" y="25643"/>
                  <a:pt x="4240106" y="24770"/>
                  <a:pt x="4234386" y="22392"/>
                </a:cubicBezTo>
                <a:cubicBezTo>
                  <a:pt x="4234386" y="21124"/>
                  <a:pt x="4241266" y="19856"/>
                  <a:pt x="4249416" y="19856"/>
                </a:cubicBezTo>
                <a:close/>
                <a:moveTo>
                  <a:pt x="4155437" y="18408"/>
                </a:moveTo>
                <a:cubicBezTo>
                  <a:pt x="4161112" y="17931"/>
                  <a:pt x="4166819" y="18799"/>
                  <a:pt x="4172096" y="20942"/>
                </a:cubicBezTo>
                <a:cubicBezTo>
                  <a:pt x="4172096" y="22390"/>
                  <a:pt x="4164309" y="23658"/>
                  <a:pt x="4155437" y="23658"/>
                </a:cubicBezTo>
                <a:cubicBezTo>
                  <a:pt x="4149821" y="24105"/>
                  <a:pt x="4144179" y="23238"/>
                  <a:pt x="4138958" y="21124"/>
                </a:cubicBezTo>
                <a:cubicBezTo>
                  <a:pt x="4138595" y="19493"/>
                  <a:pt x="4146745" y="18408"/>
                  <a:pt x="4155437" y="18408"/>
                </a:cubicBezTo>
                <a:close/>
                <a:moveTo>
                  <a:pt x="4060191" y="17320"/>
                </a:moveTo>
                <a:cubicBezTo>
                  <a:pt x="4065912" y="16698"/>
                  <a:pt x="4071699" y="17508"/>
                  <a:pt x="4077031" y="19673"/>
                </a:cubicBezTo>
                <a:cubicBezTo>
                  <a:pt x="4077031" y="20941"/>
                  <a:pt x="4069607" y="22209"/>
                  <a:pt x="4061277" y="22390"/>
                </a:cubicBezTo>
                <a:cubicBezTo>
                  <a:pt x="4055541" y="22895"/>
                  <a:pt x="4049770" y="22025"/>
                  <a:pt x="4044437" y="19854"/>
                </a:cubicBezTo>
                <a:cubicBezTo>
                  <a:pt x="4044437" y="18588"/>
                  <a:pt x="4052041" y="17320"/>
                  <a:pt x="4060191" y="17320"/>
                </a:cubicBezTo>
                <a:close/>
                <a:moveTo>
                  <a:pt x="3965485" y="15691"/>
                </a:moveTo>
                <a:cubicBezTo>
                  <a:pt x="3973091" y="15691"/>
                  <a:pt x="3979791" y="17140"/>
                  <a:pt x="3979610" y="18227"/>
                </a:cubicBezTo>
                <a:cubicBezTo>
                  <a:pt x="3974124" y="20524"/>
                  <a:pt x="3968128" y="21335"/>
                  <a:pt x="3962227" y="20581"/>
                </a:cubicBezTo>
                <a:cubicBezTo>
                  <a:pt x="3954079" y="20581"/>
                  <a:pt x="3946472" y="19313"/>
                  <a:pt x="3947377" y="18045"/>
                </a:cubicBezTo>
                <a:cubicBezTo>
                  <a:pt x="3953181" y="15997"/>
                  <a:pt x="3959350" y="15195"/>
                  <a:pt x="3965485" y="15691"/>
                </a:cubicBezTo>
                <a:close/>
                <a:moveTo>
                  <a:pt x="3870239" y="14966"/>
                </a:moveTo>
                <a:cubicBezTo>
                  <a:pt x="3879294" y="14966"/>
                  <a:pt x="3883457" y="14966"/>
                  <a:pt x="3883457" y="16959"/>
                </a:cubicBezTo>
                <a:cubicBezTo>
                  <a:pt x="3883457" y="18949"/>
                  <a:pt x="3877845" y="19312"/>
                  <a:pt x="3868971" y="19312"/>
                </a:cubicBezTo>
                <a:cubicBezTo>
                  <a:pt x="3859918" y="19312"/>
                  <a:pt x="3854304" y="19312"/>
                  <a:pt x="3854848" y="17139"/>
                </a:cubicBezTo>
                <a:cubicBezTo>
                  <a:pt x="3855392" y="14966"/>
                  <a:pt x="3861186" y="14966"/>
                  <a:pt x="3870239" y="14966"/>
                </a:cubicBezTo>
                <a:close/>
                <a:moveTo>
                  <a:pt x="3776984" y="13518"/>
                </a:moveTo>
                <a:cubicBezTo>
                  <a:pt x="3784771" y="13518"/>
                  <a:pt x="3790022" y="14423"/>
                  <a:pt x="3789480" y="15691"/>
                </a:cubicBezTo>
                <a:cubicBezTo>
                  <a:pt x="3784712" y="17590"/>
                  <a:pt x="3779547" y="18274"/>
                  <a:pt x="3774450" y="17683"/>
                </a:cubicBezTo>
                <a:cubicBezTo>
                  <a:pt x="3766482" y="17683"/>
                  <a:pt x="3761412" y="16778"/>
                  <a:pt x="3762137" y="15510"/>
                </a:cubicBezTo>
                <a:cubicBezTo>
                  <a:pt x="3766870" y="13721"/>
                  <a:pt x="3771948" y="13041"/>
                  <a:pt x="3776984" y="13518"/>
                </a:cubicBezTo>
                <a:close/>
                <a:moveTo>
                  <a:pt x="3683547" y="12613"/>
                </a:moveTo>
                <a:cubicBezTo>
                  <a:pt x="3690790" y="12613"/>
                  <a:pt x="3696585" y="13518"/>
                  <a:pt x="3695680" y="14606"/>
                </a:cubicBezTo>
                <a:cubicBezTo>
                  <a:pt x="3691176" y="16303"/>
                  <a:pt x="3686353" y="16984"/>
                  <a:pt x="3681557" y="16596"/>
                </a:cubicBezTo>
                <a:cubicBezTo>
                  <a:pt x="3674131" y="16596"/>
                  <a:pt x="3668337" y="16596"/>
                  <a:pt x="3669424" y="14423"/>
                </a:cubicBezTo>
                <a:cubicBezTo>
                  <a:pt x="3673973" y="12919"/>
                  <a:pt x="3678768" y="12303"/>
                  <a:pt x="3683547" y="12613"/>
                </a:cubicBezTo>
                <a:close/>
                <a:moveTo>
                  <a:pt x="3593009" y="11164"/>
                </a:moveTo>
                <a:cubicBezTo>
                  <a:pt x="3598623" y="11164"/>
                  <a:pt x="3603149" y="12430"/>
                  <a:pt x="3601883" y="13155"/>
                </a:cubicBezTo>
                <a:cubicBezTo>
                  <a:pt x="3597300" y="14497"/>
                  <a:pt x="3592532" y="15109"/>
                  <a:pt x="3587758" y="14966"/>
                </a:cubicBezTo>
                <a:cubicBezTo>
                  <a:pt x="3582144" y="14966"/>
                  <a:pt x="3577257" y="13879"/>
                  <a:pt x="3578161" y="12974"/>
                </a:cubicBezTo>
                <a:cubicBezTo>
                  <a:pt x="3582981" y="11575"/>
                  <a:pt x="3587996" y="10963"/>
                  <a:pt x="3593009" y="11164"/>
                </a:cubicBezTo>
                <a:close/>
                <a:moveTo>
                  <a:pt x="4628592" y="10982"/>
                </a:moveTo>
                <a:cubicBezTo>
                  <a:pt x="4632693" y="10660"/>
                  <a:pt x="4636816" y="11153"/>
                  <a:pt x="4640725" y="12430"/>
                </a:cubicBezTo>
                <a:cubicBezTo>
                  <a:pt x="4641630" y="13518"/>
                  <a:pt x="4638008" y="14061"/>
                  <a:pt x="4631853" y="14061"/>
                </a:cubicBezTo>
                <a:cubicBezTo>
                  <a:pt x="4627972" y="14480"/>
                  <a:pt x="4624050" y="13917"/>
                  <a:pt x="4620444" y="12430"/>
                </a:cubicBezTo>
                <a:cubicBezTo>
                  <a:pt x="4620444" y="11525"/>
                  <a:pt x="4622798" y="10982"/>
                  <a:pt x="4628592" y="10982"/>
                </a:cubicBezTo>
                <a:close/>
                <a:moveTo>
                  <a:pt x="3498850" y="10440"/>
                </a:moveTo>
                <a:cubicBezTo>
                  <a:pt x="3504825" y="10440"/>
                  <a:pt x="3508627" y="11164"/>
                  <a:pt x="3507542" y="12069"/>
                </a:cubicBezTo>
                <a:cubicBezTo>
                  <a:pt x="3503658" y="13460"/>
                  <a:pt x="3499510" y="13955"/>
                  <a:pt x="3495409" y="13517"/>
                </a:cubicBezTo>
                <a:cubicBezTo>
                  <a:pt x="3489795" y="13517"/>
                  <a:pt x="3486898" y="13517"/>
                  <a:pt x="3487442" y="12069"/>
                </a:cubicBezTo>
                <a:cubicBezTo>
                  <a:pt x="3491054" y="10603"/>
                  <a:pt x="3494970" y="10045"/>
                  <a:pt x="3498850" y="10440"/>
                </a:cubicBezTo>
                <a:close/>
                <a:moveTo>
                  <a:pt x="4535155" y="9897"/>
                </a:moveTo>
                <a:cubicBezTo>
                  <a:pt x="4539197" y="9547"/>
                  <a:pt x="4543265" y="10041"/>
                  <a:pt x="4547105" y="11345"/>
                </a:cubicBezTo>
                <a:cubicBezTo>
                  <a:pt x="4548373" y="12433"/>
                  <a:pt x="4544391" y="13157"/>
                  <a:pt x="4537689" y="13157"/>
                </a:cubicBezTo>
                <a:cubicBezTo>
                  <a:pt x="4533633" y="13606"/>
                  <a:pt x="4529528" y="13045"/>
                  <a:pt x="4525739" y="11528"/>
                </a:cubicBezTo>
                <a:cubicBezTo>
                  <a:pt x="4524471" y="11528"/>
                  <a:pt x="4528274" y="9897"/>
                  <a:pt x="4535155" y="9897"/>
                </a:cubicBezTo>
                <a:close/>
                <a:moveTo>
                  <a:pt x="4441541" y="8268"/>
                </a:moveTo>
                <a:cubicBezTo>
                  <a:pt x="4445786" y="7967"/>
                  <a:pt x="4450048" y="8585"/>
                  <a:pt x="4454035" y="10077"/>
                </a:cubicBezTo>
                <a:cubicBezTo>
                  <a:pt x="4454035" y="10982"/>
                  <a:pt x="4448421" y="11889"/>
                  <a:pt x="4441902" y="11889"/>
                </a:cubicBezTo>
                <a:cubicBezTo>
                  <a:pt x="4437882" y="12077"/>
                  <a:pt x="4433867" y="11397"/>
                  <a:pt x="4430133" y="9897"/>
                </a:cubicBezTo>
                <a:cubicBezTo>
                  <a:pt x="4430133" y="8992"/>
                  <a:pt x="4435927" y="8085"/>
                  <a:pt x="4441541" y="8268"/>
                </a:cubicBezTo>
                <a:close/>
                <a:moveTo>
                  <a:pt x="4349190" y="7182"/>
                </a:moveTo>
                <a:cubicBezTo>
                  <a:pt x="4353200" y="6923"/>
                  <a:pt x="4357213" y="7541"/>
                  <a:pt x="4360960" y="8992"/>
                </a:cubicBezTo>
                <a:cubicBezTo>
                  <a:pt x="4361321" y="9897"/>
                  <a:pt x="4355890" y="10984"/>
                  <a:pt x="4349008" y="10803"/>
                </a:cubicBezTo>
                <a:cubicBezTo>
                  <a:pt x="4342672" y="10803"/>
                  <a:pt x="4335970" y="9716"/>
                  <a:pt x="4336153" y="8811"/>
                </a:cubicBezTo>
                <a:cubicBezTo>
                  <a:pt x="4340314" y="7265"/>
                  <a:pt x="4344776" y="6705"/>
                  <a:pt x="4349190" y="7182"/>
                </a:cubicBezTo>
                <a:close/>
                <a:moveTo>
                  <a:pt x="4251950" y="5550"/>
                </a:moveTo>
                <a:cubicBezTo>
                  <a:pt x="4256494" y="5231"/>
                  <a:pt x="4261055" y="5847"/>
                  <a:pt x="4265349" y="7360"/>
                </a:cubicBezTo>
                <a:cubicBezTo>
                  <a:pt x="4265349" y="8447"/>
                  <a:pt x="4260461" y="9352"/>
                  <a:pt x="4253943" y="9352"/>
                </a:cubicBezTo>
                <a:cubicBezTo>
                  <a:pt x="4249082" y="9939"/>
                  <a:pt x="4244152" y="9253"/>
                  <a:pt x="4239637" y="7360"/>
                </a:cubicBezTo>
                <a:cubicBezTo>
                  <a:pt x="4239637" y="7360"/>
                  <a:pt x="4245612" y="5550"/>
                  <a:pt x="4251950" y="5550"/>
                </a:cubicBezTo>
                <a:close/>
                <a:moveTo>
                  <a:pt x="4159421" y="4645"/>
                </a:moveTo>
                <a:cubicBezTo>
                  <a:pt x="4163670" y="4210"/>
                  <a:pt x="4167963" y="4832"/>
                  <a:pt x="4171915" y="6457"/>
                </a:cubicBezTo>
                <a:cubicBezTo>
                  <a:pt x="4171915" y="7542"/>
                  <a:pt x="4166301" y="8447"/>
                  <a:pt x="4159963" y="8447"/>
                </a:cubicBezTo>
                <a:cubicBezTo>
                  <a:pt x="4155419" y="8789"/>
                  <a:pt x="4150855" y="8171"/>
                  <a:pt x="4146564" y="6637"/>
                </a:cubicBezTo>
                <a:cubicBezTo>
                  <a:pt x="4146564" y="5550"/>
                  <a:pt x="4152359" y="4465"/>
                  <a:pt x="4159421" y="4645"/>
                </a:cubicBezTo>
                <a:close/>
                <a:moveTo>
                  <a:pt x="4067071" y="3560"/>
                </a:moveTo>
                <a:cubicBezTo>
                  <a:pt x="4073228" y="3741"/>
                  <a:pt x="4079384" y="4646"/>
                  <a:pt x="4079203" y="5550"/>
                </a:cubicBezTo>
                <a:cubicBezTo>
                  <a:pt x="4074903" y="7045"/>
                  <a:pt x="4070346" y="7661"/>
                  <a:pt x="4065805" y="7362"/>
                </a:cubicBezTo>
                <a:cubicBezTo>
                  <a:pt x="4059466" y="7362"/>
                  <a:pt x="4053852" y="6094"/>
                  <a:pt x="4054577" y="5189"/>
                </a:cubicBezTo>
                <a:cubicBezTo>
                  <a:pt x="4058622" y="3954"/>
                  <a:pt x="4062845" y="3404"/>
                  <a:pt x="4067071" y="3560"/>
                </a:cubicBezTo>
                <a:close/>
                <a:moveTo>
                  <a:pt x="3974722" y="2292"/>
                </a:moveTo>
                <a:cubicBezTo>
                  <a:pt x="3980517" y="2292"/>
                  <a:pt x="3987399" y="2292"/>
                  <a:pt x="3987216" y="4102"/>
                </a:cubicBezTo>
                <a:cubicBezTo>
                  <a:pt x="3983513" y="5466"/>
                  <a:pt x="3979562" y="6021"/>
                  <a:pt x="3975627" y="5734"/>
                </a:cubicBezTo>
                <a:cubicBezTo>
                  <a:pt x="3971574" y="6082"/>
                  <a:pt x="3967491" y="5523"/>
                  <a:pt x="3963677" y="4102"/>
                </a:cubicBezTo>
                <a:cubicBezTo>
                  <a:pt x="3963677" y="3197"/>
                  <a:pt x="3968928" y="2292"/>
                  <a:pt x="3974722" y="2292"/>
                </a:cubicBezTo>
                <a:close/>
                <a:moveTo>
                  <a:pt x="3882915" y="1385"/>
                </a:moveTo>
                <a:cubicBezTo>
                  <a:pt x="3888890" y="1385"/>
                  <a:pt x="3894143" y="1385"/>
                  <a:pt x="3893780" y="3014"/>
                </a:cubicBezTo>
                <a:cubicBezTo>
                  <a:pt x="3893419" y="4645"/>
                  <a:pt x="3889254" y="4645"/>
                  <a:pt x="3883279" y="4645"/>
                </a:cubicBezTo>
                <a:cubicBezTo>
                  <a:pt x="3876577" y="4645"/>
                  <a:pt x="3872051" y="4645"/>
                  <a:pt x="3872595" y="3014"/>
                </a:cubicBezTo>
                <a:cubicBezTo>
                  <a:pt x="3873138" y="1385"/>
                  <a:pt x="3876941" y="1385"/>
                  <a:pt x="3882915" y="1385"/>
                </a:cubicBezTo>
                <a:close/>
                <a:moveTo>
                  <a:pt x="3792013" y="119"/>
                </a:moveTo>
                <a:cubicBezTo>
                  <a:pt x="3797988" y="300"/>
                  <a:pt x="3802153" y="300"/>
                  <a:pt x="3801792" y="1568"/>
                </a:cubicBezTo>
                <a:cubicBezTo>
                  <a:pt x="3801792" y="1568"/>
                  <a:pt x="3797083" y="3016"/>
                  <a:pt x="3791108" y="3016"/>
                </a:cubicBezTo>
                <a:cubicBezTo>
                  <a:pt x="3785133" y="3016"/>
                  <a:pt x="3781329" y="3016"/>
                  <a:pt x="3782236" y="1385"/>
                </a:cubicBezTo>
                <a:cubicBezTo>
                  <a:pt x="3785350" y="201"/>
                  <a:pt x="3788700" y="-234"/>
                  <a:pt x="3792013" y="119"/>
                </a:cubicBezTo>
                <a:close/>
              </a:path>
            </a:pathLst>
          </a:custGeom>
          <a:gradFill flip="none" rotWithShape="1">
            <a:gsLst>
              <a:gs pos="0">
                <a:schemeClr val="accent1">
                  <a:alpha val="20000"/>
                </a:schemeClr>
              </a:gs>
              <a:gs pos="89000">
                <a:schemeClr val="accent1">
                  <a:alpha val="0"/>
                </a:schemeClr>
              </a:gs>
            </a:gsLst>
            <a:lin ang="16200000" scaled="1"/>
            <a:tileRect/>
          </a:gradFill>
          <a:ln w="9525" cap="flat">
            <a:noFill/>
            <a:prstDash val="solid"/>
            <a:miter/>
          </a:ln>
        </p:spPr>
        <p:txBody>
          <a:bodyPr rtlCol="0" anchor="ctr"/>
          <a:lstStyle/>
          <a:p>
            <a:endParaRPr lang="zh-CN" altLang="en-US" dirty="0">
              <a:latin typeface="Times New Roman" panose="02020603050405020304" pitchFamily="18" charset="0"/>
              <a:ea typeface="微软雅黑" panose="020B0503020204020204" charset="-122"/>
              <a:sym typeface="Times New Roman" panose="02020603050405020304" pitchFamily="18" charset="0"/>
            </a:endParaRPr>
          </a:p>
        </p:txBody>
      </p:sp>
      <p:sp>
        <p:nvSpPr>
          <p:cNvPr id="31" name="矩形 30"/>
          <p:cNvSpPr/>
          <p:nvPr>
            <p:custDataLst>
              <p:tags r:id="rId2"/>
            </p:custDataLst>
          </p:nvPr>
        </p:nvSpPr>
        <p:spPr>
          <a:xfrm>
            <a:off x="3231944" y="1771027"/>
            <a:ext cx="2807828" cy="4796869"/>
          </a:xfrm>
          <a:prstGeom prst="rect">
            <a:avLst/>
          </a:prstGeom>
          <a:gradFill>
            <a:gsLst>
              <a:gs pos="63000">
                <a:schemeClr val="accent2">
                  <a:alpha val="10000"/>
                </a:schemeClr>
              </a:gs>
              <a:gs pos="100000">
                <a:schemeClr val="accent2">
                  <a:alpha val="0"/>
                </a:schemeClr>
              </a:gs>
              <a:gs pos="0">
                <a:schemeClr val="accent1">
                  <a:alpha val="39000"/>
                </a:schemeClr>
              </a:gs>
            </a:gsLst>
            <a:lin ang="5400000" scaled="0"/>
          </a:gradFill>
          <a:ln w="6350">
            <a:gradFill>
              <a:gsLst>
                <a:gs pos="0">
                  <a:schemeClr val="accent1"/>
                </a:gs>
                <a:gs pos="4220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nvGrpSpPr>
          <p:cNvPr id="123" name="组合 122"/>
          <p:cNvGrpSpPr/>
          <p:nvPr>
            <p:custDataLst>
              <p:tags r:id="rId3"/>
            </p:custDataLst>
          </p:nvPr>
        </p:nvGrpSpPr>
        <p:grpSpPr>
          <a:xfrm>
            <a:off x="3966669" y="2192257"/>
            <a:ext cx="1338378" cy="1338378"/>
            <a:chOff x="-4079060" y="-2001257"/>
            <a:chExt cx="1338378" cy="1338378"/>
          </a:xfrm>
        </p:grpSpPr>
        <p:sp>
          <p:nvSpPr>
            <p:cNvPr id="97" name="椭圆 96"/>
            <p:cNvSpPr/>
            <p:nvPr>
              <p:custDataLst>
                <p:tags r:id="rId31"/>
              </p:custDataLst>
            </p:nvPr>
          </p:nvSpPr>
          <p:spPr>
            <a:xfrm>
              <a:off x="-3997161" y="-1919358"/>
              <a:ext cx="1174581" cy="1174581"/>
            </a:xfrm>
            <a:prstGeom prst="ellipse">
              <a:avLst/>
            </a:prstGeom>
            <a:noFill/>
            <a:ln>
              <a:gradFill>
                <a:gsLst>
                  <a:gs pos="12000">
                    <a:schemeClr val="accent5">
                      <a:alpha val="0"/>
                    </a:schemeClr>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98" name="椭圆 97"/>
            <p:cNvSpPr/>
            <p:nvPr>
              <p:custDataLst>
                <p:tags r:id="rId32"/>
              </p:custDataLst>
            </p:nvPr>
          </p:nvSpPr>
          <p:spPr>
            <a:xfrm>
              <a:off x="-4079060" y="-2001257"/>
              <a:ext cx="1338378" cy="1338378"/>
            </a:xfrm>
            <a:prstGeom prst="ellipse">
              <a:avLst/>
            </a:prstGeom>
            <a:noFill/>
            <a:ln>
              <a:solidFill>
                <a:schemeClr val="accent5">
                  <a:lumMod val="75000"/>
                  <a:alpha val="2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p:txBody>
        </p:sp>
        <p:sp>
          <p:nvSpPr>
            <p:cNvPr id="99" name="椭圆 98"/>
            <p:cNvSpPr/>
            <p:nvPr>
              <p:custDataLst>
                <p:tags r:id="rId33"/>
              </p:custDataLst>
            </p:nvPr>
          </p:nvSpPr>
          <p:spPr>
            <a:xfrm>
              <a:off x="-3921896" y="-1844092"/>
              <a:ext cx="1024052" cy="1024051"/>
            </a:xfrm>
            <a:prstGeom prst="ellipse">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sp>
        <p:nvSpPr>
          <p:cNvPr id="32" name="矩形 31"/>
          <p:cNvSpPr/>
          <p:nvPr>
            <p:custDataLst>
              <p:tags r:id="rId4"/>
            </p:custDataLst>
          </p:nvPr>
        </p:nvSpPr>
        <p:spPr>
          <a:xfrm>
            <a:off x="6152229" y="1771027"/>
            <a:ext cx="2807828" cy="4796869"/>
          </a:xfrm>
          <a:prstGeom prst="rect">
            <a:avLst/>
          </a:prstGeom>
          <a:gradFill>
            <a:gsLst>
              <a:gs pos="63000">
                <a:schemeClr val="accent2">
                  <a:alpha val="10000"/>
                </a:schemeClr>
              </a:gs>
              <a:gs pos="100000">
                <a:schemeClr val="accent2">
                  <a:alpha val="0"/>
                </a:schemeClr>
              </a:gs>
              <a:gs pos="0">
                <a:schemeClr val="accent1">
                  <a:alpha val="39000"/>
                </a:schemeClr>
              </a:gs>
            </a:gsLst>
            <a:lin ang="5400000" scaled="0"/>
          </a:gradFill>
          <a:ln w="6350">
            <a:gradFill>
              <a:gsLst>
                <a:gs pos="0">
                  <a:schemeClr val="accent1"/>
                </a:gs>
                <a:gs pos="4220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nvGrpSpPr>
          <p:cNvPr id="122" name="组合 121"/>
          <p:cNvGrpSpPr/>
          <p:nvPr>
            <p:custDataLst>
              <p:tags r:id="rId5"/>
            </p:custDataLst>
          </p:nvPr>
        </p:nvGrpSpPr>
        <p:grpSpPr>
          <a:xfrm>
            <a:off x="6886954" y="2192257"/>
            <a:ext cx="1338378" cy="1338378"/>
            <a:chOff x="-1589065" y="-2001257"/>
            <a:chExt cx="1338378" cy="1338378"/>
          </a:xfrm>
        </p:grpSpPr>
        <p:sp>
          <p:nvSpPr>
            <p:cNvPr id="105" name="椭圆 104"/>
            <p:cNvSpPr/>
            <p:nvPr>
              <p:custDataLst>
                <p:tags r:id="rId28"/>
              </p:custDataLst>
            </p:nvPr>
          </p:nvSpPr>
          <p:spPr>
            <a:xfrm>
              <a:off x="-1507166" y="-1919358"/>
              <a:ext cx="1174581" cy="1174581"/>
            </a:xfrm>
            <a:prstGeom prst="ellipse">
              <a:avLst/>
            </a:prstGeom>
            <a:noFill/>
            <a:ln>
              <a:gradFill>
                <a:gsLst>
                  <a:gs pos="12000">
                    <a:schemeClr val="accent5">
                      <a:alpha val="0"/>
                    </a:schemeClr>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06" name="椭圆 105"/>
            <p:cNvSpPr/>
            <p:nvPr>
              <p:custDataLst>
                <p:tags r:id="rId29"/>
              </p:custDataLst>
            </p:nvPr>
          </p:nvSpPr>
          <p:spPr>
            <a:xfrm>
              <a:off x="-1589065" y="-2001257"/>
              <a:ext cx="1338378" cy="1338378"/>
            </a:xfrm>
            <a:prstGeom prst="ellipse">
              <a:avLst/>
            </a:prstGeom>
            <a:noFill/>
            <a:ln>
              <a:solidFill>
                <a:schemeClr val="accent5">
                  <a:lumMod val="75000"/>
                  <a:alpha val="2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p:txBody>
        </p:sp>
        <p:sp>
          <p:nvSpPr>
            <p:cNvPr id="107" name="椭圆 106"/>
            <p:cNvSpPr/>
            <p:nvPr>
              <p:custDataLst>
                <p:tags r:id="rId30"/>
              </p:custDataLst>
            </p:nvPr>
          </p:nvSpPr>
          <p:spPr>
            <a:xfrm>
              <a:off x="-1431901" y="-1844092"/>
              <a:ext cx="1024052" cy="1024051"/>
            </a:xfrm>
            <a:prstGeom prst="ellipse">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sp>
        <p:nvSpPr>
          <p:cNvPr id="33" name="矩形 32"/>
          <p:cNvSpPr/>
          <p:nvPr>
            <p:custDataLst>
              <p:tags r:id="rId6"/>
            </p:custDataLst>
          </p:nvPr>
        </p:nvSpPr>
        <p:spPr>
          <a:xfrm>
            <a:off x="9072513" y="1771027"/>
            <a:ext cx="2807828" cy="4796869"/>
          </a:xfrm>
          <a:prstGeom prst="rect">
            <a:avLst/>
          </a:prstGeom>
          <a:gradFill>
            <a:gsLst>
              <a:gs pos="63000">
                <a:schemeClr val="accent2">
                  <a:alpha val="10000"/>
                </a:schemeClr>
              </a:gs>
              <a:gs pos="100000">
                <a:schemeClr val="accent2">
                  <a:alpha val="0"/>
                </a:schemeClr>
              </a:gs>
              <a:gs pos="0">
                <a:schemeClr val="accent1">
                  <a:alpha val="39000"/>
                </a:schemeClr>
              </a:gs>
            </a:gsLst>
            <a:lin ang="5400000" scaled="0"/>
          </a:gradFill>
          <a:ln w="6350">
            <a:gradFill>
              <a:gsLst>
                <a:gs pos="0">
                  <a:schemeClr val="accent1"/>
                </a:gs>
                <a:gs pos="4220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nvGrpSpPr>
          <p:cNvPr id="121" name="组合 120"/>
          <p:cNvGrpSpPr/>
          <p:nvPr>
            <p:custDataLst>
              <p:tags r:id="rId7"/>
            </p:custDataLst>
          </p:nvPr>
        </p:nvGrpSpPr>
        <p:grpSpPr>
          <a:xfrm>
            <a:off x="9807238" y="2192257"/>
            <a:ext cx="1338378" cy="1338378"/>
            <a:chOff x="630748" y="-2001257"/>
            <a:chExt cx="1338378" cy="1338378"/>
          </a:xfrm>
        </p:grpSpPr>
        <p:sp>
          <p:nvSpPr>
            <p:cNvPr id="113" name="椭圆 112"/>
            <p:cNvSpPr/>
            <p:nvPr>
              <p:custDataLst>
                <p:tags r:id="rId25"/>
              </p:custDataLst>
            </p:nvPr>
          </p:nvSpPr>
          <p:spPr>
            <a:xfrm>
              <a:off x="712647" y="-1919358"/>
              <a:ext cx="1174581" cy="1174581"/>
            </a:xfrm>
            <a:prstGeom prst="ellipse">
              <a:avLst/>
            </a:prstGeom>
            <a:noFill/>
            <a:ln>
              <a:gradFill>
                <a:gsLst>
                  <a:gs pos="12000">
                    <a:schemeClr val="accent5">
                      <a:alpha val="0"/>
                    </a:schemeClr>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14" name="椭圆 113"/>
            <p:cNvSpPr/>
            <p:nvPr>
              <p:custDataLst>
                <p:tags r:id="rId26"/>
              </p:custDataLst>
            </p:nvPr>
          </p:nvSpPr>
          <p:spPr>
            <a:xfrm>
              <a:off x="630748" y="-2001257"/>
              <a:ext cx="1338378" cy="1338378"/>
            </a:xfrm>
            <a:prstGeom prst="ellipse">
              <a:avLst/>
            </a:prstGeom>
            <a:noFill/>
            <a:ln>
              <a:solidFill>
                <a:schemeClr val="accent5">
                  <a:lumMod val="75000"/>
                  <a:alpha val="2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p:txBody>
        </p:sp>
        <p:sp>
          <p:nvSpPr>
            <p:cNvPr id="115" name="椭圆 114"/>
            <p:cNvSpPr/>
            <p:nvPr>
              <p:custDataLst>
                <p:tags r:id="rId27"/>
              </p:custDataLst>
            </p:nvPr>
          </p:nvSpPr>
          <p:spPr>
            <a:xfrm>
              <a:off x="787912" y="-1844092"/>
              <a:ext cx="1024052" cy="1024051"/>
            </a:xfrm>
            <a:prstGeom prst="ellipse">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sp>
        <p:nvSpPr>
          <p:cNvPr id="30" name="矩形 29"/>
          <p:cNvSpPr/>
          <p:nvPr>
            <p:custDataLst>
              <p:tags r:id="rId8"/>
            </p:custDataLst>
          </p:nvPr>
        </p:nvSpPr>
        <p:spPr>
          <a:xfrm>
            <a:off x="311659" y="1771027"/>
            <a:ext cx="2807828" cy="4796869"/>
          </a:xfrm>
          <a:prstGeom prst="rect">
            <a:avLst/>
          </a:prstGeom>
          <a:gradFill>
            <a:gsLst>
              <a:gs pos="63000">
                <a:schemeClr val="accent2">
                  <a:alpha val="10000"/>
                </a:schemeClr>
              </a:gs>
              <a:gs pos="100000">
                <a:schemeClr val="accent2">
                  <a:alpha val="0"/>
                </a:schemeClr>
              </a:gs>
              <a:gs pos="0">
                <a:schemeClr val="accent1">
                  <a:alpha val="39000"/>
                </a:schemeClr>
              </a:gs>
            </a:gsLst>
            <a:lin ang="5400000" scaled="0"/>
          </a:gradFill>
          <a:ln w="6350">
            <a:gradFill>
              <a:gsLst>
                <a:gs pos="0">
                  <a:schemeClr val="accent1"/>
                </a:gs>
                <a:gs pos="4220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nvGrpSpPr>
          <p:cNvPr id="124" name="组合 123"/>
          <p:cNvGrpSpPr/>
          <p:nvPr>
            <p:custDataLst>
              <p:tags r:id="rId9"/>
            </p:custDataLst>
          </p:nvPr>
        </p:nvGrpSpPr>
        <p:grpSpPr>
          <a:xfrm>
            <a:off x="1046384" y="2192257"/>
            <a:ext cx="1338378" cy="1338378"/>
            <a:chOff x="-6299011" y="-2001257"/>
            <a:chExt cx="1338378" cy="1338378"/>
          </a:xfrm>
        </p:grpSpPr>
        <p:sp>
          <p:nvSpPr>
            <p:cNvPr id="41" name="椭圆 40"/>
            <p:cNvSpPr/>
            <p:nvPr>
              <p:custDataLst>
                <p:tags r:id="rId22"/>
              </p:custDataLst>
            </p:nvPr>
          </p:nvSpPr>
          <p:spPr>
            <a:xfrm>
              <a:off x="-6217112" y="-1919358"/>
              <a:ext cx="1174581" cy="1174581"/>
            </a:xfrm>
            <a:prstGeom prst="ellipse">
              <a:avLst/>
            </a:prstGeom>
            <a:noFill/>
            <a:ln>
              <a:gradFill>
                <a:gsLst>
                  <a:gs pos="12000">
                    <a:schemeClr val="accent5">
                      <a:alpha val="0"/>
                    </a:schemeClr>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45" name="椭圆 44"/>
            <p:cNvSpPr/>
            <p:nvPr>
              <p:custDataLst>
                <p:tags r:id="rId23"/>
              </p:custDataLst>
            </p:nvPr>
          </p:nvSpPr>
          <p:spPr>
            <a:xfrm>
              <a:off x="-6299011" y="-2001257"/>
              <a:ext cx="1338378" cy="1338378"/>
            </a:xfrm>
            <a:prstGeom prst="ellipse">
              <a:avLst/>
            </a:prstGeom>
            <a:noFill/>
            <a:ln>
              <a:solidFill>
                <a:schemeClr val="accent5">
                  <a:lumMod val="75000"/>
                  <a:alpha val="2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p:txBody>
        </p:sp>
        <p:sp>
          <p:nvSpPr>
            <p:cNvPr id="92" name="椭圆 91"/>
            <p:cNvSpPr/>
            <p:nvPr>
              <p:custDataLst>
                <p:tags r:id="rId24"/>
              </p:custDataLst>
            </p:nvPr>
          </p:nvSpPr>
          <p:spPr>
            <a:xfrm>
              <a:off x="-6141847" y="-1844092"/>
              <a:ext cx="1024052" cy="1024051"/>
            </a:xfrm>
            <a:prstGeom prst="ellipse">
              <a:avLst/>
            </a:prstGeom>
            <a:solidFill>
              <a:schemeClr val="bg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sp>
        <p:nvSpPr>
          <p:cNvPr id="138" name="矩形: 圆角 137"/>
          <p:cNvSpPr/>
          <p:nvPr>
            <p:custDataLst>
              <p:tags r:id="rId10"/>
            </p:custDataLst>
          </p:nvPr>
        </p:nvSpPr>
        <p:spPr>
          <a:xfrm>
            <a:off x="839488" y="4160860"/>
            <a:ext cx="1976890" cy="259223"/>
          </a:xfrm>
          <a:prstGeom prst="roundRect">
            <a:avLst>
              <a:gd name="adj" fmla="val 50000"/>
            </a:avLst>
          </a:prstGeom>
          <a:gradFill flip="none" rotWithShape="1">
            <a:gsLst>
              <a:gs pos="0">
                <a:schemeClr val="accent1"/>
              </a:gs>
              <a:gs pos="100000">
                <a:schemeClr val="accent2"/>
              </a:gs>
              <a:gs pos="59000">
                <a:schemeClr val="accent2">
                  <a:alpha val="0"/>
                </a:schemeClr>
              </a:gs>
            </a:gsLst>
            <a:lin ang="2700000" scaled="1"/>
            <a:tileRect/>
          </a:gradFill>
          <a:ln w="9525">
            <a:gradFill flip="none" rotWithShape="1">
              <a:gsLst>
                <a:gs pos="0">
                  <a:schemeClr val="accent1"/>
                </a:gs>
                <a:gs pos="100000">
                  <a:schemeClr val="accent2"/>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400" b="1" dirty="0">
                <a:latin typeface="Times New Roman" panose="02020603050405020304" pitchFamily="18" charset="0"/>
                <a:ea typeface="微软雅黑" panose="020B0503020204020204" charset="-122"/>
                <a:sym typeface="Times New Roman" panose="02020603050405020304" pitchFamily="18" charset="0"/>
              </a:rPr>
              <a:t>财务管理的概念</a:t>
            </a:r>
          </a:p>
        </p:txBody>
      </p:sp>
      <p:sp>
        <p:nvSpPr>
          <p:cNvPr id="148" name="矩形: 圆角 147"/>
          <p:cNvSpPr/>
          <p:nvPr>
            <p:custDataLst>
              <p:tags r:id="rId11"/>
            </p:custDataLst>
          </p:nvPr>
        </p:nvSpPr>
        <p:spPr>
          <a:xfrm>
            <a:off x="3646028" y="4160861"/>
            <a:ext cx="2005471" cy="259222"/>
          </a:xfrm>
          <a:prstGeom prst="roundRect">
            <a:avLst>
              <a:gd name="adj" fmla="val 50000"/>
            </a:avLst>
          </a:prstGeom>
          <a:gradFill flip="none" rotWithShape="1">
            <a:gsLst>
              <a:gs pos="0">
                <a:schemeClr val="accent1"/>
              </a:gs>
              <a:gs pos="100000">
                <a:schemeClr val="accent2"/>
              </a:gs>
              <a:gs pos="59000">
                <a:schemeClr val="accent2">
                  <a:alpha val="0"/>
                </a:schemeClr>
              </a:gs>
            </a:gsLst>
            <a:lin ang="2700000" scaled="1"/>
            <a:tileRect/>
          </a:gradFill>
          <a:ln w="9525">
            <a:gradFill flip="none" rotWithShape="1">
              <a:gsLst>
                <a:gs pos="0">
                  <a:schemeClr val="accent1"/>
                </a:gs>
                <a:gs pos="100000">
                  <a:schemeClr val="accent2"/>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400" b="1" dirty="0">
                <a:latin typeface="Times New Roman" panose="02020603050405020304" pitchFamily="18" charset="0"/>
                <a:ea typeface="微软雅黑" panose="020B0503020204020204" charset="-122"/>
                <a:sym typeface="Times New Roman" panose="02020603050405020304" pitchFamily="18" charset="0"/>
              </a:rPr>
              <a:t>财务管理的目标</a:t>
            </a:r>
          </a:p>
        </p:txBody>
      </p:sp>
      <p:sp>
        <p:nvSpPr>
          <p:cNvPr id="151" name="矩形: 圆角 150"/>
          <p:cNvSpPr/>
          <p:nvPr>
            <p:custDataLst>
              <p:tags r:id="rId12"/>
            </p:custDataLst>
          </p:nvPr>
        </p:nvSpPr>
        <p:spPr>
          <a:xfrm>
            <a:off x="6602016" y="4160860"/>
            <a:ext cx="2035240" cy="267172"/>
          </a:xfrm>
          <a:prstGeom prst="roundRect">
            <a:avLst>
              <a:gd name="adj" fmla="val 50000"/>
            </a:avLst>
          </a:prstGeom>
          <a:gradFill flip="none" rotWithShape="1">
            <a:gsLst>
              <a:gs pos="0">
                <a:schemeClr val="accent1"/>
              </a:gs>
              <a:gs pos="100000">
                <a:schemeClr val="accent2"/>
              </a:gs>
              <a:gs pos="59000">
                <a:schemeClr val="accent2">
                  <a:alpha val="0"/>
                </a:schemeClr>
              </a:gs>
            </a:gsLst>
            <a:lin ang="2700000" scaled="1"/>
            <a:tileRect/>
          </a:gradFill>
          <a:ln w="9525">
            <a:gradFill flip="none" rotWithShape="1">
              <a:gsLst>
                <a:gs pos="0">
                  <a:schemeClr val="accent1"/>
                </a:gs>
                <a:gs pos="100000">
                  <a:schemeClr val="accent2"/>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400" b="1" dirty="0">
                <a:latin typeface="Times New Roman" panose="02020603050405020304" pitchFamily="18" charset="0"/>
                <a:ea typeface="微软雅黑" panose="020B0503020204020204" charset="-122"/>
                <a:sym typeface="Times New Roman" panose="02020603050405020304" pitchFamily="18" charset="0"/>
              </a:rPr>
              <a:t>企业组织形式</a:t>
            </a:r>
          </a:p>
        </p:txBody>
      </p:sp>
      <p:sp>
        <p:nvSpPr>
          <p:cNvPr id="154" name="矩形: 圆角 153"/>
          <p:cNvSpPr/>
          <p:nvPr>
            <p:custDataLst>
              <p:tags r:id="rId13"/>
            </p:custDataLst>
          </p:nvPr>
        </p:nvSpPr>
        <p:spPr>
          <a:xfrm>
            <a:off x="10010948" y="4160860"/>
            <a:ext cx="930958" cy="259236"/>
          </a:xfrm>
          <a:prstGeom prst="roundRect">
            <a:avLst>
              <a:gd name="adj" fmla="val 50000"/>
            </a:avLst>
          </a:prstGeom>
          <a:gradFill flip="none" rotWithShape="1">
            <a:gsLst>
              <a:gs pos="0">
                <a:schemeClr val="accent1"/>
              </a:gs>
              <a:gs pos="100000">
                <a:schemeClr val="accent2"/>
              </a:gs>
              <a:gs pos="59000">
                <a:schemeClr val="accent2">
                  <a:alpha val="0"/>
                </a:schemeClr>
              </a:gs>
            </a:gsLst>
            <a:lin ang="2700000" scaled="1"/>
            <a:tileRect/>
          </a:gradFill>
          <a:ln w="9525">
            <a:gradFill flip="none" rotWithShape="1">
              <a:gsLst>
                <a:gs pos="0">
                  <a:schemeClr val="accent1"/>
                </a:gs>
                <a:gs pos="100000">
                  <a:schemeClr val="accent2"/>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2400" b="1" dirty="0">
                <a:latin typeface="Times New Roman" panose="02020603050405020304" pitchFamily="18" charset="0"/>
                <a:ea typeface="微软雅黑" panose="020B0503020204020204" charset="-122"/>
                <a:sym typeface="Times New Roman" panose="02020603050405020304" pitchFamily="18" charset="0"/>
              </a:rPr>
              <a:t>财务管理的环境</a:t>
            </a:r>
          </a:p>
        </p:txBody>
      </p:sp>
      <p:cxnSp>
        <p:nvCxnSpPr>
          <p:cNvPr id="176" name="直接连接符 175"/>
          <p:cNvCxnSpPr/>
          <p:nvPr>
            <p:custDataLst>
              <p:tags r:id="rId14"/>
            </p:custDataLst>
          </p:nvPr>
        </p:nvCxnSpPr>
        <p:spPr>
          <a:xfrm>
            <a:off x="3231944" y="1771027"/>
            <a:ext cx="2807828" cy="0"/>
          </a:xfrm>
          <a:prstGeom prst="line">
            <a:avLst/>
          </a:prstGeom>
          <a:ln w="22225" cap="rnd">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custDataLst>
              <p:tags r:id="rId15"/>
            </p:custDataLst>
          </p:nvPr>
        </p:nvCxnSpPr>
        <p:spPr>
          <a:xfrm>
            <a:off x="311659" y="1771027"/>
            <a:ext cx="2807828" cy="0"/>
          </a:xfrm>
          <a:prstGeom prst="line">
            <a:avLst/>
          </a:prstGeom>
          <a:ln w="22225" cap="rnd">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custDataLst>
              <p:tags r:id="rId16"/>
            </p:custDataLst>
          </p:nvPr>
        </p:nvCxnSpPr>
        <p:spPr>
          <a:xfrm>
            <a:off x="6152229" y="1771027"/>
            <a:ext cx="2807828" cy="0"/>
          </a:xfrm>
          <a:prstGeom prst="line">
            <a:avLst/>
          </a:prstGeom>
          <a:ln w="22225" cap="rnd">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custDataLst>
              <p:tags r:id="rId17"/>
            </p:custDataLst>
          </p:nvPr>
        </p:nvCxnSpPr>
        <p:spPr>
          <a:xfrm>
            <a:off x="9072513" y="1771027"/>
            <a:ext cx="2807828" cy="0"/>
          </a:xfrm>
          <a:prstGeom prst="line">
            <a:avLst/>
          </a:prstGeom>
          <a:ln w="22225" cap="rnd">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01123" y="92574"/>
            <a:ext cx="2628900" cy="584775"/>
          </a:xfrm>
          <a:prstGeom prst="rect">
            <a:avLst/>
          </a:prstGeom>
          <a:noFill/>
        </p:spPr>
        <p:txBody>
          <a:bodyPr wrap="square" rtlCol="0">
            <a:spAutoFit/>
          </a:bodyPr>
          <a:lstStyle/>
          <a:p>
            <a:r>
              <a:rPr lang="zh-CN" altLang="en-US" sz="3200" dirty="0">
                <a:solidFill>
                  <a:schemeClr val="bg1">
                    <a:lumMod val="95000"/>
                  </a:schemeClr>
                </a:solidFill>
                <a:latin typeface="方正粗黑宋简体" panose="02000000000000000000" pitchFamily="2" charset="-122"/>
                <a:ea typeface="方正粗黑宋简体" panose="02000000000000000000" pitchFamily="2" charset="-122"/>
              </a:rPr>
              <a:t>本章目录</a:t>
            </a:r>
          </a:p>
        </p:txBody>
      </p:sp>
      <p:sp>
        <p:nvSpPr>
          <p:cNvPr id="3" name="文本框 2"/>
          <p:cNvSpPr txBox="1"/>
          <p:nvPr>
            <p:custDataLst>
              <p:tags r:id="rId18"/>
            </p:custDataLst>
          </p:nvPr>
        </p:nvSpPr>
        <p:spPr>
          <a:xfrm>
            <a:off x="1308013" y="2490991"/>
            <a:ext cx="942752" cy="707886"/>
          </a:xfrm>
          <a:prstGeom prst="rect">
            <a:avLst/>
          </a:prstGeom>
          <a:noFill/>
        </p:spPr>
        <p:txBody>
          <a:bodyPr wrap="square" rtlCol="0">
            <a:spAutoFit/>
          </a:bodyPr>
          <a:lstStyle/>
          <a:p>
            <a:r>
              <a:rPr lang="en-US" altLang="zh-CN" sz="4000" b="1" dirty="0">
                <a:solidFill>
                  <a:schemeClr val="bg1">
                    <a:lumMod val="95000"/>
                  </a:schemeClr>
                </a:solidFill>
              </a:rPr>
              <a:t>1.1</a:t>
            </a:r>
            <a:endParaRPr lang="zh-CN" altLang="en-US" sz="4000" b="1" dirty="0">
              <a:solidFill>
                <a:schemeClr val="bg1">
                  <a:lumMod val="95000"/>
                </a:schemeClr>
              </a:solidFill>
            </a:endParaRPr>
          </a:p>
        </p:txBody>
      </p:sp>
      <p:sp>
        <p:nvSpPr>
          <p:cNvPr id="34" name="文本框 33"/>
          <p:cNvSpPr txBox="1"/>
          <p:nvPr>
            <p:custDataLst>
              <p:tags r:id="rId19"/>
            </p:custDataLst>
          </p:nvPr>
        </p:nvSpPr>
        <p:spPr>
          <a:xfrm>
            <a:off x="4227975" y="2457285"/>
            <a:ext cx="942752" cy="707886"/>
          </a:xfrm>
          <a:prstGeom prst="rect">
            <a:avLst/>
          </a:prstGeom>
          <a:noFill/>
        </p:spPr>
        <p:txBody>
          <a:bodyPr wrap="square" rtlCol="0">
            <a:spAutoFit/>
          </a:bodyPr>
          <a:lstStyle/>
          <a:p>
            <a:r>
              <a:rPr lang="en-US" altLang="zh-CN" sz="4000" b="1" dirty="0">
                <a:solidFill>
                  <a:schemeClr val="bg1">
                    <a:lumMod val="95000"/>
                  </a:schemeClr>
                </a:solidFill>
              </a:rPr>
              <a:t>1.2</a:t>
            </a:r>
            <a:endParaRPr lang="zh-CN" altLang="en-US" sz="4000" b="1" dirty="0">
              <a:solidFill>
                <a:schemeClr val="bg1">
                  <a:lumMod val="95000"/>
                </a:schemeClr>
              </a:solidFill>
            </a:endParaRPr>
          </a:p>
        </p:txBody>
      </p:sp>
      <p:sp>
        <p:nvSpPr>
          <p:cNvPr id="35" name="文本框 34"/>
          <p:cNvSpPr txBox="1"/>
          <p:nvPr>
            <p:custDataLst>
              <p:tags r:id="rId20"/>
            </p:custDataLst>
          </p:nvPr>
        </p:nvSpPr>
        <p:spPr>
          <a:xfrm>
            <a:off x="10065071" y="2478456"/>
            <a:ext cx="942752" cy="707886"/>
          </a:xfrm>
          <a:prstGeom prst="rect">
            <a:avLst/>
          </a:prstGeom>
          <a:noFill/>
        </p:spPr>
        <p:txBody>
          <a:bodyPr wrap="square" rtlCol="0">
            <a:spAutoFit/>
          </a:bodyPr>
          <a:lstStyle/>
          <a:p>
            <a:r>
              <a:rPr lang="en-US" altLang="zh-CN" sz="4000" b="1" dirty="0">
                <a:solidFill>
                  <a:schemeClr val="bg1">
                    <a:lumMod val="95000"/>
                  </a:schemeClr>
                </a:solidFill>
              </a:rPr>
              <a:t>1.4</a:t>
            </a:r>
            <a:endParaRPr lang="zh-CN" altLang="en-US" sz="4000" b="1" dirty="0">
              <a:solidFill>
                <a:schemeClr val="bg1">
                  <a:lumMod val="95000"/>
                </a:schemeClr>
              </a:solidFill>
            </a:endParaRPr>
          </a:p>
        </p:txBody>
      </p:sp>
      <p:sp>
        <p:nvSpPr>
          <p:cNvPr id="36" name="文本框 35"/>
          <p:cNvSpPr txBox="1"/>
          <p:nvPr>
            <p:custDataLst>
              <p:tags r:id="rId21"/>
            </p:custDataLst>
          </p:nvPr>
        </p:nvSpPr>
        <p:spPr>
          <a:xfrm>
            <a:off x="7135103" y="2468807"/>
            <a:ext cx="942752" cy="707886"/>
          </a:xfrm>
          <a:prstGeom prst="rect">
            <a:avLst/>
          </a:prstGeom>
          <a:noFill/>
        </p:spPr>
        <p:txBody>
          <a:bodyPr wrap="square" rtlCol="0">
            <a:spAutoFit/>
          </a:bodyPr>
          <a:lstStyle/>
          <a:p>
            <a:r>
              <a:rPr lang="en-US" altLang="zh-CN" sz="4000" b="1" dirty="0">
                <a:solidFill>
                  <a:schemeClr val="bg1">
                    <a:lumMod val="95000"/>
                  </a:schemeClr>
                </a:solidFill>
              </a:rPr>
              <a:t>1.3</a:t>
            </a:r>
            <a:endParaRPr lang="zh-CN" altLang="en-US" sz="4000" b="1" dirty="0">
              <a:solidFill>
                <a:schemeClr val="bg1">
                  <a:lumMod val="9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
          <p:cNvSpPr txBox="1"/>
          <p:nvPr/>
        </p:nvSpPr>
        <p:spPr bwMode="auto">
          <a:xfrm>
            <a:off x="258762" y="1786255"/>
            <a:ext cx="11304588" cy="1012825"/>
          </a:xfrm>
          <a:prstGeom prst="rect">
            <a:avLst/>
          </a:prstGeom>
          <a:noFill/>
          <a:ln>
            <a:miter lim="800000"/>
          </a:ln>
        </p:spPr>
        <p:txBody>
          <a:bodyPr/>
          <a:lstStyle>
            <a:defPPr>
              <a:defRPr lang="zh-CN"/>
            </a:defPPr>
            <a:lvl1pPr marL="0" algn="l" defTabSz="685800" rtl="0" eaLnBrk="1" latinLnBrk="0" hangingPunct="1">
              <a:defRPr sz="900" kern="1200">
                <a:solidFill>
                  <a:schemeClr val="tx1">
                    <a:tint val="75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indent="539750" fontAlgn="auto">
              <a:lnSpc>
                <a:spcPct val="150000"/>
              </a:lnSpc>
              <a:spcBef>
                <a:spcPts val="0"/>
              </a:spcBef>
              <a:spcAft>
                <a:spcPts val="0"/>
              </a:spcAft>
              <a:defRPr/>
            </a:pPr>
            <a:r>
              <a:rPr lang="zh-CN" altLang="en-US" sz="2800" dirty="0">
                <a:solidFill>
                  <a:schemeClr val="bg1">
                    <a:lumMod val="95000"/>
                  </a:schemeClr>
                </a:solidFill>
                <a:latin typeface="微软雅黑" panose="020B0503020204020204" charset="-122"/>
                <a:ea typeface="微软雅黑" panose="020B0503020204020204" charset="-122"/>
              </a:rPr>
              <a:t> 财务管理是企业组织财务活动、处理财务关系的一项经济管理工作。</a:t>
            </a:r>
            <a:endParaRPr lang="zh-CN" altLang="en-US" sz="2800" kern="0" dirty="0">
              <a:solidFill>
                <a:schemeClr val="bg1">
                  <a:lumMod val="95000"/>
                </a:schemeClr>
              </a:solidFill>
              <a:latin typeface="微软雅黑" panose="020B0503020204020204" charset="-122"/>
              <a:ea typeface="微软雅黑" panose="020B0503020204020204" charset="-122"/>
            </a:endParaRPr>
          </a:p>
        </p:txBody>
      </p:sp>
      <p:sp>
        <p:nvSpPr>
          <p:cNvPr id="23" name="椭圆 22"/>
          <p:cNvSpPr/>
          <p:nvPr/>
        </p:nvSpPr>
        <p:spPr>
          <a:xfrm>
            <a:off x="4140200" y="1786255"/>
            <a:ext cx="1665431" cy="74612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4" name="椭圆 23"/>
          <p:cNvSpPr/>
          <p:nvPr/>
        </p:nvSpPr>
        <p:spPr>
          <a:xfrm>
            <a:off x="6679010" y="1840230"/>
            <a:ext cx="1582340" cy="64769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grpSp>
        <p:nvGrpSpPr>
          <p:cNvPr id="25" name="组合 6"/>
          <p:cNvGrpSpPr/>
          <p:nvPr/>
        </p:nvGrpSpPr>
        <p:grpSpPr bwMode="auto">
          <a:xfrm>
            <a:off x="4476475" y="3552795"/>
            <a:ext cx="2485117" cy="2443356"/>
            <a:chOff x="0" y="0"/>
            <a:chExt cx="3715674" cy="3715671"/>
          </a:xfrm>
          <a:effectLst>
            <a:glow rad="63500">
              <a:schemeClr val="accent3">
                <a:satMod val="175000"/>
                <a:alpha val="40000"/>
              </a:schemeClr>
            </a:glow>
          </a:effectLst>
        </p:grpSpPr>
        <p:sp>
          <p:nvSpPr>
            <p:cNvPr id="26" name="矩形 1"/>
            <p:cNvSpPr>
              <a:spLocks noChangeArrowheads="1"/>
            </p:cNvSpPr>
            <p:nvPr/>
          </p:nvSpPr>
          <p:spPr bwMode="auto">
            <a:xfrm rot="2719361">
              <a:off x="829312" y="829309"/>
              <a:ext cx="2057051" cy="2057051"/>
            </a:xfrm>
            <a:prstGeom prst="rect">
              <a:avLst/>
            </a:prstGeom>
            <a:noFill/>
            <a:ln w="25400">
              <a:noFill/>
              <a:beve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solidFill>
                  <a:srgbClr val="FFFFFF"/>
                </a:solidFill>
                <a:latin typeface="宋体" panose="02010600030101010101" pitchFamily="2" charset="-122"/>
                <a:sym typeface="宋体" panose="02010600030101010101" pitchFamily="2" charset="-122"/>
              </a:endParaRPr>
            </a:p>
          </p:txBody>
        </p:sp>
        <p:sp>
          <p:nvSpPr>
            <p:cNvPr id="33" name="等腰三角形 2"/>
            <p:cNvSpPr>
              <a:spLocks noChangeArrowheads="1"/>
            </p:cNvSpPr>
            <p:nvPr/>
          </p:nvSpPr>
          <p:spPr bwMode="auto">
            <a:xfrm rot="10800000">
              <a:off x="1497798" y="0"/>
              <a:ext cx="720080" cy="403303"/>
            </a:xfrm>
            <a:prstGeom prst="triangle">
              <a:avLst>
                <a:gd name="adj" fmla="val 50000"/>
              </a:avLst>
            </a:prstGeom>
            <a:solidFill>
              <a:srgbClr val="FBCE45"/>
            </a:solidFill>
            <a:ln w="25400">
              <a:no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solidFill>
                  <a:srgbClr val="FFFFFF"/>
                </a:solidFill>
                <a:latin typeface="宋体" panose="02010600030101010101" pitchFamily="2" charset="-122"/>
                <a:sym typeface="宋体" panose="02010600030101010101" pitchFamily="2" charset="-122"/>
              </a:endParaRPr>
            </a:p>
          </p:txBody>
        </p:sp>
        <p:sp>
          <p:nvSpPr>
            <p:cNvPr id="34" name="等腰三角形 3"/>
            <p:cNvSpPr>
              <a:spLocks noChangeArrowheads="1"/>
            </p:cNvSpPr>
            <p:nvPr/>
          </p:nvSpPr>
          <p:spPr bwMode="auto">
            <a:xfrm rot="-5400000">
              <a:off x="3153983" y="1656182"/>
              <a:ext cx="720080" cy="403303"/>
            </a:xfrm>
            <a:prstGeom prst="triangle">
              <a:avLst>
                <a:gd name="adj" fmla="val 50000"/>
              </a:avLst>
            </a:prstGeom>
            <a:solidFill>
              <a:srgbClr val="FBCE45"/>
            </a:solidFill>
            <a:ln w="25400">
              <a:no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solidFill>
                  <a:srgbClr val="FFFFFF"/>
                </a:solidFill>
                <a:latin typeface="宋体" panose="02010600030101010101" pitchFamily="2" charset="-122"/>
                <a:sym typeface="宋体" panose="02010600030101010101" pitchFamily="2" charset="-122"/>
              </a:endParaRPr>
            </a:p>
          </p:txBody>
        </p:sp>
        <p:sp>
          <p:nvSpPr>
            <p:cNvPr id="35" name="等腰三角形 4"/>
            <p:cNvSpPr>
              <a:spLocks noChangeArrowheads="1"/>
            </p:cNvSpPr>
            <p:nvPr/>
          </p:nvSpPr>
          <p:spPr bwMode="auto">
            <a:xfrm rot="5400000">
              <a:off x="-158388" y="1656183"/>
              <a:ext cx="720080" cy="403303"/>
            </a:xfrm>
            <a:prstGeom prst="triangle">
              <a:avLst>
                <a:gd name="adj" fmla="val 50000"/>
              </a:avLst>
            </a:prstGeom>
            <a:solidFill>
              <a:srgbClr val="FBCE45"/>
            </a:solidFill>
            <a:ln w="25400">
              <a:no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solidFill>
                  <a:srgbClr val="FFFFFF"/>
                </a:solidFill>
                <a:latin typeface="宋体" panose="02010600030101010101" pitchFamily="2" charset="-122"/>
                <a:sym typeface="宋体" panose="02010600030101010101" pitchFamily="2" charset="-122"/>
              </a:endParaRPr>
            </a:p>
          </p:txBody>
        </p:sp>
        <p:sp>
          <p:nvSpPr>
            <p:cNvPr id="36" name="等腰三角形 5"/>
            <p:cNvSpPr>
              <a:spLocks noChangeArrowheads="1"/>
            </p:cNvSpPr>
            <p:nvPr/>
          </p:nvSpPr>
          <p:spPr bwMode="auto">
            <a:xfrm>
              <a:off x="1497798" y="3312368"/>
              <a:ext cx="720080" cy="403303"/>
            </a:xfrm>
            <a:prstGeom prst="triangle">
              <a:avLst>
                <a:gd name="adj" fmla="val 50000"/>
              </a:avLst>
            </a:prstGeom>
            <a:solidFill>
              <a:srgbClr val="FBCE45"/>
            </a:solidFill>
            <a:ln w="25400">
              <a:no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solidFill>
                  <a:srgbClr val="FFFFFF"/>
                </a:solidFill>
                <a:latin typeface="宋体" panose="02010600030101010101" pitchFamily="2" charset="-122"/>
                <a:sym typeface="宋体" panose="02010600030101010101" pitchFamily="2" charset="-122"/>
              </a:endParaRPr>
            </a:p>
          </p:txBody>
        </p:sp>
      </p:grpSp>
      <p:sp>
        <p:nvSpPr>
          <p:cNvPr id="37" name="TextBox 7"/>
          <p:cNvSpPr>
            <a:spLocks noChangeArrowheads="1"/>
          </p:cNvSpPr>
          <p:nvPr/>
        </p:nvSpPr>
        <p:spPr bwMode="auto">
          <a:xfrm>
            <a:off x="5100638" y="4331018"/>
            <a:ext cx="12366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sz="2800">
                <a:solidFill>
                  <a:srgbClr val="FFCC99"/>
                </a:solidFill>
                <a:latin typeface="微软雅黑" panose="020B0503020204020204" charset="-122"/>
                <a:ea typeface="微软雅黑" panose="020B0503020204020204" charset="-122"/>
                <a:sym typeface="微软雅黑" panose="020B0503020204020204" charset="-122"/>
              </a:rPr>
              <a:t>财务活动</a:t>
            </a:r>
            <a:endParaRPr lang="en-US" altLang="zh-CN" sz="2800">
              <a:solidFill>
                <a:srgbClr val="FFCC99"/>
              </a:solidFill>
              <a:latin typeface="微软雅黑" panose="020B0503020204020204" charset="-122"/>
              <a:ea typeface="微软雅黑" panose="020B0503020204020204" charset="-122"/>
              <a:sym typeface="微软雅黑" panose="020B0503020204020204" charset="-122"/>
            </a:endParaRPr>
          </a:p>
        </p:txBody>
      </p:sp>
      <p:sp>
        <p:nvSpPr>
          <p:cNvPr id="38" name="TextBox 9"/>
          <p:cNvSpPr>
            <a:spLocks noChangeArrowheads="1"/>
          </p:cNvSpPr>
          <p:nvPr/>
        </p:nvSpPr>
        <p:spPr bwMode="auto">
          <a:xfrm>
            <a:off x="3292475" y="4577080"/>
            <a:ext cx="1214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a:solidFill>
                  <a:srgbClr val="FFCC99"/>
                </a:solidFill>
                <a:latin typeface="微软雅黑" panose="020B0503020204020204" charset="-122"/>
                <a:ea typeface="微软雅黑" panose="020B0503020204020204" charset="-122"/>
                <a:sym typeface="微软雅黑" panose="020B0503020204020204" charset="-122"/>
              </a:rPr>
              <a:t>分配活动</a:t>
            </a:r>
          </a:p>
        </p:txBody>
      </p:sp>
      <p:sp>
        <p:nvSpPr>
          <p:cNvPr id="39" name="TextBox 10"/>
          <p:cNvSpPr>
            <a:spLocks noChangeArrowheads="1"/>
          </p:cNvSpPr>
          <p:nvPr/>
        </p:nvSpPr>
        <p:spPr bwMode="auto">
          <a:xfrm>
            <a:off x="7031038" y="4577080"/>
            <a:ext cx="1117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a:solidFill>
                  <a:srgbClr val="FFCC99"/>
                </a:solidFill>
                <a:latin typeface="微软雅黑" panose="020B0503020204020204" charset="-122"/>
                <a:ea typeface="微软雅黑" panose="020B0503020204020204" charset="-122"/>
                <a:sym typeface="微软雅黑" panose="020B0503020204020204" charset="-122"/>
              </a:rPr>
              <a:t>投资活动</a:t>
            </a:r>
          </a:p>
        </p:txBody>
      </p:sp>
      <p:sp>
        <p:nvSpPr>
          <p:cNvPr id="40" name="TextBox 11"/>
          <p:cNvSpPr>
            <a:spLocks noChangeArrowheads="1"/>
          </p:cNvSpPr>
          <p:nvPr/>
        </p:nvSpPr>
        <p:spPr bwMode="auto">
          <a:xfrm>
            <a:off x="5195888" y="6110605"/>
            <a:ext cx="12382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dirty="0">
                <a:solidFill>
                  <a:srgbClr val="FFCC99"/>
                </a:solidFill>
                <a:latin typeface="微软雅黑" panose="020B0503020204020204" charset="-122"/>
                <a:ea typeface="微软雅黑" panose="020B0503020204020204" charset="-122"/>
                <a:sym typeface="微软雅黑" panose="020B0503020204020204" charset="-122"/>
              </a:rPr>
              <a:t>经营活动</a:t>
            </a:r>
          </a:p>
        </p:txBody>
      </p:sp>
      <p:sp>
        <p:nvSpPr>
          <p:cNvPr id="41" name="TextBox 12"/>
          <p:cNvSpPr>
            <a:spLocks noChangeArrowheads="1"/>
          </p:cNvSpPr>
          <p:nvPr/>
        </p:nvSpPr>
        <p:spPr bwMode="auto">
          <a:xfrm>
            <a:off x="5133975" y="3086418"/>
            <a:ext cx="12033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dirty="0">
                <a:solidFill>
                  <a:srgbClr val="FFCC99"/>
                </a:solidFill>
                <a:latin typeface="微软雅黑" panose="020B0503020204020204" charset="-122"/>
                <a:ea typeface="微软雅黑" panose="020B0503020204020204" charset="-122"/>
                <a:sym typeface="微软雅黑" panose="020B0503020204020204" charset="-122"/>
              </a:rPr>
              <a:t>筹资活动</a:t>
            </a:r>
          </a:p>
        </p:txBody>
      </p:sp>
      <p:grpSp>
        <p:nvGrpSpPr>
          <p:cNvPr id="42" name="Group 3"/>
          <p:cNvGrpSpPr/>
          <p:nvPr/>
        </p:nvGrpSpPr>
        <p:grpSpPr bwMode="auto">
          <a:xfrm>
            <a:off x="3681413" y="4213543"/>
            <a:ext cx="5535612" cy="919162"/>
            <a:chOff x="884" y="1842"/>
            <a:chExt cx="4582" cy="771"/>
          </a:xfrm>
        </p:grpSpPr>
        <p:sp>
          <p:nvSpPr>
            <p:cNvPr id="43" name="AutoShape 4"/>
            <p:cNvSpPr>
              <a:spLocks noChangeArrowheads="1"/>
            </p:cNvSpPr>
            <p:nvPr/>
          </p:nvSpPr>
          <p:spPr bwMode="auto">
            <a:xfrm>
              <a:off x="884" y="1842"/>
              <a:ext cx="1045" cy="771"/>
            </a:xfrm>
            <a:prstGeom prst="rightArrowCallout">
              <a:avLst>
                <a:gd name="adj1" fmla="val 25000"/>
                <a:gd name="adj2" fmla="val 25000"/>
                <a:gd name="adj3" fmla="val 22568"/>
                <a:gd name="adj4" fmla="val 66667"/>
              </a:avLst>
            </a:prstGeom>
            <a:solidFill>
              <a:srgbClr val="FFFF99"/>
            </a:solidFill>
            <a:ln w="9525" algn="ctr">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r>
                <a:rPr lang="zh-CN" altLang="en-US" sz="1350"/>
                <a:t>筹　资</a:t>
              </a:r>
            </a:p>
          </p:txBody>
        </p:sp>
        <p:sp>
          <p:nvSpPr>
            <p:cNvPr id="44" name="AutoShape 5"/>
            <p:cNvSpPr>
              <a:spLocks noChangeArrowheads="1"/>
            </p:cNvSpPr>
            <p:nvPr/>
          </p:nvSpPr>
          <p:spPr bwMode="auto">
            <a:xfrm>
              <a:off x="2063" y="1842"/>
              <a:ext cx="1046" cy="771"/>
            </a:xfrm>
            <a:prstGeom prst="rightArrowCallout">
              <a:avLst>
                <a:gd name="adj1" fmla="val 25000"/>
                <a:gd name="adj2" fmla="val 25000"/>
                <a:gd name="adj3" fmla="val 22568"/>
                <a:gd name="adj4" fmla="val 66667"/>
              </a:avLst>
            </a:prstGeom>
            <a:solidFill>
              <a:srgbClr val="FFFF99"/>
            </a:solidFill>
            <a:ln w="9525" algn="ctr">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r>
                <a:rPr lang="zh-CN" altLang="en-US" sz="1350"/>
                <a:t>投　资</a:t>
              </a:r>
            </a:p>
          </p:txBody>
        </p:sp>
        <p:sp>
          <p:nvSpPr>
            <p:cNvPr id="45" name="AutoShape 6"/>
            <p:cNvSpPr>
              <a:spLocks noChangeArrowheads="1"/>
            </p:cNvSpPr>
            <p:nvPr/>
          </p:nvSpPr>
          <p:spPr bwMode="auto">
            <a:xfrm>
              <a:off x="3243" y="1842"/>
              <a:ext cx="1046" cy="771"/>
            </a:xfrm>
            <a:prstGeom prst="rightArrowCallout">
              <a:avLst>
                <a:gd name="adj1" fmla="val 25000"/>
                <a:gd name="adj2" fmla="val 25000"/>
                <a:gd name="adj3" fmla="val 22568"/>
                <a:gd name="adj4" fmla="val 66667"/>
              </a:avLst>
            </a:prstGeom>
            <a:solidFill>
              <a:srgbClr val="FFFF99"/>
            </a:solidFill>
            <a:ln w="9525" algn="ctr">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r>
                <a:rPr lang="zh-CN" altLang="en-US" sz="1350"/>
                <a:t>经　营</a:t>
              </a:r>
            </a:p>
          </p:txBody>
        </p:sp>
        <p:sp>
          <p:nvSpPr>
            <p:cNvPr id="46" name="AutoShape 7"/>
            <p:cNvSpPr>
              <a:spLocks noChangeArrowheads="1"/>
            </p:cNvSpPr>
            <p:nvPr/>
          </p:nvSpPr>
          <p:spPr bwMode="auto">
            <a:xfrm>
              <a:off x="4421" y="1842"/>
              <a:ext cx="1045" cy="771"/>
            </a:xfrm>
            <a:prstGeom prst="rightArrowCallout">
              <a:avLst>
                <a:gd name="adj1" fmla="val 25000"/>
                <a:gd name="adj2" fmla="val 25000"/>
                <a:gd name="adj3" fmla="val 22568"/>
                <a:gd name="adj4" fmla="val 66667"/>
              </a:avLst>
            </a:prstGeom>
            <a:solidFill>
              <a:srgbClr val="FFFF99"/>
            </a:solidFill>
            <a:ln w="9525" algn="ctr">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r>
                <a:rPr lang="zh-CN" altLang="en-US" sz="1350"/>
                <a:t>分　配</a:t>
              </a:r>
            </a:p>
          </p:txBody>
        </p:sp>
      </p:grpSp>
      <p:grpSp>
        <p:nvGrpSpPr>
          <p:cNvPr id="47" name="Group 8"/>
          <p:cNvGrpSpPr/>
          <p:nvPr/>
        </p:nvGrpSpPr>
        <p:grpSpPr bwMode="auto">
          <a:xfrm>
            <a:off x="3640138" y="5226368"/>
            <a:ext cx="5400675" cy="815975"/>
            <a:chOff x="884" y="2971"/>
            <a:chExt cx="4536" cy="686"/>
          </a:xfrm>
        </p:grpSpPr>
        <p:pic>
          <p:nvPicPr>
            <p:cNvPr id="48" name="Picture 9" descr="金币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4" y="2971"/>
              <a:ext cx="907"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10" descr="http://www.zscf.com.cn/">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4" y="2976"/>
              <a:ext cx="907"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11" descr="http://www.broad.com/news/news_2.htm">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3" y="2976"/>
              <a:ext cx="907"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12" descr="能流出金币的水龙头">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 y="2976"/>
              <a:ext cx="998"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 name="AutoShape 13"/>
          <p:cNvSpPr>
            <a:spLocks noChangeArrowheads="1"/>
          </p:cNvSpPr>
          <p:nvPr/>
        </p:nvSpPr>
        <p:spPr bwMode="auto">
          <a:xfrm flipH="1">
            <a:off x="2660650" y="3599180"/>
            <a:ext cx="5849938" cy="558800"/>
          </a:xfrm>
          <a:prstGeom prst="curvedDownArrow">
            <a:avLst>
              <a:gd name="adj1" fmla="val 236992"/>
              <a:gd name="adj2" fmla="val 511692"/>
              <a:gd name="adj3" fmla="val 33333"/>
            </a:avLst>
          </a:prstGeom>
          <a:solidFill>
            <a:schemeClr val="accent1"/>
          </a:solidFill>
          <a:ln w="9525">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endParaRPr lang="zh-CN" altLang="en-US" sz="1350"/>
          </a:p>
        </p:txBody>
      </p:sp>
      <p:sp>
        <p:nvSpPr>
          <p:cNvPr id="53" name="Rectangle 14"/>
          <p:cNvSpPr>
            <a:spLocks noChangeArrowheads="1"/>
          </p:cNvSpPr>
          <p:nvPr/>
        </p:nvSpPr>
        <p:spPr bwMode="auto">
          <a:xfrm>
            <a:off x="3644900" y="3827780"/>
            <a:ext cx="12430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dirty="0">
                <a:solidFill>
                  <a:schemeClr val="bg1">
                    <a:lumMod val="95000"/>
                  </a:schemeClr>
                </a:solidFill>
                <a:latin typeface="微软雅黑" panose="020B0503020204020204" charset="-122"/>
                <a:ea typeface="微软雅黑" panose="020B0503020204020204" charset="-122"/>
              </a:rPr>
              <a:t>内部筹资</a:t>
            </a:r>
          </a:p>
        </p:txBody>
      </p:sp>
      <p:sp>
        <p:nvSpPr>
          <p:cNvPr id="54" name="AutoShape 15"/>
          <p:cNvSpPr>
            <a:spLocks noChangeArrowheads="1"/>
          </p:cNvSpPr>
          <p:nvPr/>
        </p:nvSpPr>
        <p:spPr bwMode="auto">
          <a:xfrm>
            <a:off x="7993063" y="3119755"/>
            <a:ext cx="755650" cy="1019175"/>
          </a:xfrm>
          <a:prstGeom prst="upArrow">
            <a:avLst>
              <a:gd name="adj1" fmla="val 50000"/>
              <a:gd name="adj2" fmla="val 39291"/>
            </a:avLst>
          </a:prstGeom>
          <a:solidFill>
            <a:srgbClr val="FF3300"/>
          </a:solidFill>
          <a:ln w="9525" algn="ctr">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endParaRPr lang="zh-CN" altLang="en-US" sz="1350" dirty="0"/>
          </a:p>
        </p:txBody>
      </p:sp>
      <p:sp>
        <p:nvSpPr>
          <p:cNvPr id="55" name="AutoShape 16"/>
          <p:cNvSpPr>
            <a:spLocks noChangeArrowheads="1"/>
          </p:cNvSpPr>
          <p:nvPr/>
        </p:nvSpPr>
        <p:spPr bwMode="auto">
          <a:xfrm>
            <a:off x="2038350" y="4054793"/>
            <a:ext cx="809625" cy="2052637"/>
          </a:xfrm>
          <a:custGeom>
            <a:avLst/>
            <a:gdLst>
              <a:gd name="T0" fmla="*/ 1537531822 w 21600"/>
              <a:gd name="T1" fmla="*/ 0 h 21600"/>
              <a:gd name="T2" fmla="*/ 1537531822 w 21600"/>
              <a:gd name="T3" fmla="*/ 2147483647 h 21600"/>
              <a:gd name="T4" fmla="*/ 329035145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3300"/>
          </a:solidFill>
          <a:ln w="9525" algn="ctr">
            <a:solidFill>
              <a:schemeClr val="tx1"/>
            </a:solidFill>
            <a:miter lim="800000"/>
          </a:ln>
        </p:spPr>
        <p:txBody>
          <a:bodyPr wrap="none" anchor="ctr"/>
          <a:lstStyle>
            <a:lvl1pPr eaLnBrk="0" hangingPunct="0">
              <a:defRPr sz="1600" b="1">
                <a:solidFill>
                  <a:schemeClr val="tx1"/>
                </a:solidFill>
                <a:latin typeface="Arial" panose="020B0604020202020204" pitchFamily="34" charset="0"/>
                <a:ea typeface="楷体_GB2312" pitchFamily="49" charset="-122"/>
              </a:defRPr>
            </a:lvl1pPr>
            <a:lvl2pPr marL="742950" indent="-285750" eaLnBrk="0" hangingPunct="0">
              <a:defRPr sz="1600" b="1">
                <a:solidFill>
                  <a:schemeClr val="tx1"/>
                </a:solidFill>
                <a:latin typeface="Arial" panose="020B0604020202020204" pitchFamily="34" charset="0"/>
                <a:ea typeface="楷体_GB2312" pitchFamily="49" charset="-122"/>
              </a:defRPr>
            </a:lvl2pPr>
            <a:lvl3pPr marL="1143000" indent="-228600" eaLnBrk="0" hangingPunct="0">
              <a:defRPr sz="1600" b="1">
                <a:solidFill>
                  <a:schemeClr val="tx1"/>
                </a:solidFill>
                <a:latin typeface="Arial" panose="020B0604020202020204" pitchFamily="34" charset="0"/>
                <a:ea typeface="楷体_GB2312" pitchFamily="49" charset="-122"/>
              </a:defRPr>
            </a:lvl3pPr>
            <a:lvl4pPr marL="1600200" indent="-228600" eaLnBrk="0" hangingPunct="0">
              <a:defRPr sz="1600" b="1">
                <a:solidFill>
                  <a:schemeClr val="tx1"/>
                </a:solidFill>
                <a:latin typeface="Arial" panose="020B0604020202020204" pitchFamily="34" charset="0"/>
                <a:ea typeface="楷体_GB2312" pitchFamily="49" charset="-122"/>
              </a:defRPr>
            </a:lvl4pPr>
            <a:lvl5pPr marL="2057400" indent="-228600" eaLnBrk="0" hangingPunct="0">
              <a:defRPr sz="1600" b="1">
                <a:solidFill>
                  <a:schemeClr val="tx1"/>
                </a:solidFill>
                <a:latin typeface="Arial" panose="020B0604020202020204" pitchFamily="34" charset="0"/>
                <a:ea typeface="楷体_GB2312" pitchFamily="49" charset="-122"/>
              </a:defRPr>
            </a:lvl5pPr>
            <a:lvl6pPr marL="25146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algn="ctr"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defRPr/>
            </a:pPr>
            <a:r>
              <a:rPr lang="zh-CN" altLang="en-US" sz="1350" dirty="0">
                <a:solidFill>
                  <a:schemeClr val="bg1">
                    <a:lumMod val="95000"/>
                  </a:schemeClr>
                </a:solidFill>
              </a:rPr>
              <a:t>     </a:t>
            </a:r>
            <a:r>
              <a:rPr lang="zh-CN" altLang="en-US" dirty="0">
                <a:solidFill>
                  <a:schemeClr val="bg1">
                    <a:lumMod val="95000"/>
                  </a:schemeClr>
                </a:solidFill>
                <a:latin typeface="微软雅黑" panose="020B0503020204020204" charset="-122"/>
                <a:ea typeface="微软雅黑" panose="020B0503020204020204" charset="-122"/>
              </a:rPr>
              <a:t>外部筹资</a:t>
            </a:r>
          </a:p>
        </p:txBody>
      </p:sp>
      <p:sp>
        <p:nvSpPr>
          <p:cNvPr id="56" name="矩形 1"/>
          <p:cNvSpPr>
            <a:spLocks noChangeArrowheads="1"/>
          </p:cNvSpPr>
          <p:nvPr/>
        </p:nvSpPr>
        <p:spPr bwMode="auto">
          <a:xfrm>
            <a:off x="7853363" y="2754630"/>
            <a:ext cx="10048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chemeClr val="tx1"/>
                </a:solidFill>
                <a:latin typeface="Arial" panose="020B0604020202020204" pitchFamily="34" charset="0"/>
                <a:ea typeface="楷体_GB2312" pitchFamily="49" charset="-122"/>
              </a:defRPr>
            </a:lvl1pPr>
            <a:lvl2pPr marL="742950" indent="-285750">
              <a:defRPr sz="1600" b="1">
                <a:solidFill>
                  <a:schemeClr val="tx1"/>
                </a:solidFill>
                <a:latin typeface="Arial" panose="020B0604020202020204" pitchFamily="34" charset="0"/>
                <a:ea typeface="楷体_GB2312" pitchFamily="49" charset="-122"/>
              </a:defRPr>
            </a:lvl2pPr>
            <a:lvl3pPr marL="1143000" indent="-228600">
              <a:defRPr sz="1600" b="1">
                <a:solidFill>
                  <a:schemeClr val="tx1"/>
                </a:solidFill>
                <a:latin typeface="Arial" panose="020B0604020202020204" pitchFamily="34" charset="0"/>
                <a:ea typeface="楷体_GB2312" pitchFamily="49" charset="-122"/>
              </a:defRPr>
            </a:lvl3pPr>
            <a:lvl4pPr marL="1600200" indent="-228600">
              <a:defRPr sz="1600" b="1">
                <a:solidFill>
                  <a:schemeClr val="tx1"/>
                </a:solidFill>
                <a:latin typeface="Arial" panose="020B0604020202020204" pitchFamily="34" charset="0"/>
                <a:ea typeface="楷体_GB2312" pitchFamily="49" charset="-122"/>
              </a:defRPr>
            </a:lvl4pPr>
            <a:lvl5pPr marL="2057400" indent="-228600">
              <a:defRPr sz="16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1600" b="1">
                <a:solidFill>
                  <a:schemeClr val="tx1"/>
                </a:solidFill>
                <a:latin typeface="Arial" panose="020B0604020202020204" pitchFamily="34" charset="0"/>
                <a:ea typeface="楷体_GB2312" pitchFamily="49" charset="-122"/>
              </a:defRPr>
            </a:lvl9pPr>
          </a:lstStyle>
          <a:p>
            <a:pPr algn="ctr" eaLnBrk="1" hangingPunct="1"/>
            <a:r>
              <a:rPr lang="zh-CN" altLang="en-US">
                <a:solidFill>
                  <a:schemeClr val="bg1"/>
                </a:solidFill>
                <a:latin typeface="微软雅黑" panose="020B0503020204020204" charset="-122"/>
                <a:ea typeface="微软雅黑" panose="020B0503020204020204" charset="-122"/>
              </a:rPr>
              <a:t>退出企业</a:t>
            </a:r>
          </a:p>
        </p:txBody>
      </p:sp>
      <p:sp>
        <p:nvSpPr>
          <p:cNvPr id="7" name="平行四边形 6"/>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8" name="矩形 7"/>
          <p:cNvSpPr/>
          <p:nvPr/>
        </p:nvSpPr>
        <p:spPr>
          <a:xfrm>
            <a:off x="679368" y="991032"/>
            <a:ext cx="2246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企业财务活动</a:t>
            </a:r>
          </a:p>
        </p:txBody>
      </p:sp>
      <p:cxnSp>
        <p:nvCxnSpPr>
          <p:cNvPr id="9" name="直接连接符 8"/>
          <p:cNvCxnSpPr/>
          <p:nvPr/>
        </p:nvCxnSpPr>
        <p:spPr>
          <a:xfrm>
            <a:off x="47625" y="1547495"/>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p:cTn id="22" dur="500" fill="hold"/>
                                        <p:tgtEl>
                                          <p:spTgt spid="37"/>
                                        </p:tgtEl>
                                        <p:attrNameLst>
                                          <p:attrName>ppt_w</p:attrName>
                                        </p:attrNameLst>
                                      </p:cBhvr>
                                      <p:tavLst>
                                        <p:tav tm="0">
                                          <p:val>
                                            <p:fltVal val="0"/>
                                          </p:val>
                                        </p:tav>
                                        <p:tav tm="100000">
                                          <p:val>
                                            <p:strVal val="#ppt_w"/>
                                          </p:val>
                                        </p:tav>
                                      </p:tavLst>
                                    </p:anim>
                                    <p:anim calcmode="lin" valueType="num">
                                      <p:cBhvr>
                                        <p:cTn id="23" dur="500" fill="hold"/>
                                        <p:tgtEl>
                                          <p:spTgt spid="37"/>
                                        </p:tgtEl>
                                        <p:attrNameLst>
                                          <p:attrName>ppt_h</p:attrName>
                                        </p:attrNameLst>
                                      </p:cBhvr>
                                      <p:tavLst>
                                        <p:tav tm="0">
                                          <p:val>
                                            <p:fltVal val="0"/>
                                          </p:val>
                                        </p:tav>
                                        <p:tav tm="100000">
                                          <p:val>
                                            <p:strVal val="#ppt_h"/>
                                          </p:val>
                                        </p:tav>
                                      </p:tavLst>
                                    </p:anim>
                                    <p:animEffect transition="in" filter="fade">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25"/>
                                        </p:tgtEl>
                                      </p:cBhvr>
                                    </p:animEffect>
                                    <p:set>
                                      <p:cBhvr>
                                        <p:cTn id="45" dur="1" fill="hold">
                                          <p:stCondLst>
                                            <p:cond delay="499"/>
                                          </p:stCondLst>
                                        </p:cTn>
                                        <p:tgtEl>
                                          <p:spTgt spid="25"/>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37"/>
                                        </p:tgtEl>
                                      </p:cBhvr>
                                    </p:animEffect>
                                    <p:set>
                                      <p:cBhvr>
                                        <p:cTn id="48" dur="1" fill="hold">
                                          <p:stCondLst>
                                            <p:cond delay="499"/>
                                          </p:stCondLst>
                                        </p:cTn>
                                        <p:tgtEl>
                                          <p:spTgt spid="37"/>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41"/>
                                        </p:tgtEl>
                                      </p:cBhvr>
                                    </p:animEffect>
                                    <p:set>
                                      <p:cBhvr>
                                        <p:cTn id="51" dur="1" fill="hold">
                                          <p:stCondLst>
                                            <p:cond delay="499"/>
                                          </p:stCondLst>
                                        </p:cTn>
                                        <p:tgtEl>
                                          <p:spTgt spid="41"/>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39"/>
                                        </p:tgtEl>
                                      </p:cBhvr>
                                    </p:animEffect>
                                    <p:set>
                                      <p:cBhvr>
                                        <p:cTn id="54" dur="1" fill="hold">
                                          <p:stCondLst>
                                            <p:cond delay="499"/>
                                          </p:stCondLst>
                                        </p:cTn>
                                        <p:tgtEl>
                                          <p:spTgt spid="39"/>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40"/>
                                        </p:tgtEl>
                                      </p:cBhvr>
                                    </p:animEffect>
                                    <p:set>
                                      <p:cBhvr>
                                        <p:cTn id="57" dur="1" fill="hold">
                                          <p:stCondLst>
                                            <p:cond delay="499"/>
                                          </p:stCondLst>
                                        </p:cTn>
                                        <p:tgtEl>
                                          <p:spTgt spid="40"/>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38"/>
                                        </p:tgtEl>
                                      </p:cBhvr>
                                    </p:animEffect>
                                    <p:set>
                                      <p:cBhvr>
                                        <p:cTn id="60" dur="1" fill="hold">
                                          <p:stCondLst>
                                            <p:cond delay="499"/>
                                          </p:stCondLst>
                                        </p:cTn>
                                        <p:tgtEl>
                                          <p:spTgt spid="3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wipe(down)">
                                      <p:cBhvr>
                                        <p:cTn id="65" dur="500"/>
                                        <p:tgtEl>
                                          <p:spTgt spid="42"/>
                                        </p:tgtEl>
                                      </p:cBhvr>
                                    </p:animEffect>
                                  </p:childTnLst>
                                </p:cTn>
                              </p:par>
                              <p:par>
                                <p:cTn id="66" presetID="22" presetClass="entr" presetSubtype="4" fill="hold"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down)">
                                      <p:cBhvr>
                                        <p:cTn id="68" dur="500"/>
                                        <p:tgtEl>
                                          <p:spTgt spid="47"/>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wipe(down)">
                                      <p:cBhvr>
                                        <p:cTn id="71" dur="500"/>
                                        <p:tgtEl>
                                          <p:spTgt spid="52"/>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wipe(down)">
                                      <p:cBhvr>
                                        <p:cTn id="74" dur="500"/>
                                        <p:tgtEl>
                                          <p:spTgt spid="53"/>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54"/>
                                        </p:tgtEl>
                                        <p:attrNameLst>
                                          <p:attrName>style.visibility</p:attrName>
                                        </p:attrNameLst>
                                      </p:cBhvr>
                                      <p:to>
                                        <p:strVal val="visible"/>
                                      </p:to>
                                    </p:set>
                                    <p:animEffect transition="in" filter="wipe(down)">
                                      <p:cBhvr>
                                        <p:cTn id="77" dur="500"/>
                                        <p:tgtEl>
                                          <p:spTgt spid="54"/>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55"/>
                                        </p:tgtEl>
                                        <p:attrNameLst>
                                          <p:attrName>style.visibility</p:attrName>
                                        </p:attrNameLst>
                                      </p:cBhvr>
                                      <p:to>
                                        <p:strVal val="visible"/>
                                      </p:to>
                                    </p:set>
                                    <p:animEffect transition="in" filter="wipe(down)">
                                      <p:cBhvr>
                                        <p:cTn id="80" dur="500"/>
                                        <p:tgtEl>
                                          <p:spTgt spid="55"/>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56"/>
                                        </p:tgtEl>
                                        <p:attrNameLst>
                                          <p:attrName>style.visibility</p:attrName>
                                        </p:attrNameLst>
                                      </p:cBhvr>
                                      <p:to>
                                        <p:strVal val="visible"/>
                                      </p:to>
                                    </p:set>
                                    <p:animEffect transition="in" filter="wipe(down)">
                                      <p:cBhvr>
                                        <p:cTn id="8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bldLvl="0" animBg="1"/>
      <p:bldP spid="37" grpId="0"/>
      <p:bldP spid="37" grpId="1"/>
      <p:bldP spid="38" grpId="0"/>
      <p:bldP spid="38" grpId="1"/>
      <p:bldP spid="39" grpId="0"/>
      <p:bldP spid="39" grpId="1"/>
      <p:bldP spid="40" grpId="0"/>
      <p:bldP spid="40" grpId="1"/>
      <p:bldP spid="41" grpId="0"/>
      <p:bldP spid="41" grpId="1"/>
      <p:bldP spid="52" grpId="0" bldLvl="0" animBg="1"/>
      <p:bldP spid="53" grpId="0"/>
      <p:bldP spid="54" grpId="0" bldLvl="0" animBg="1"/>
      <p:bldP spid="55" grpId="0" bldLvl="0" animBg="1"/>
      <p:bldP spid="5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图片 2"/>
          <p:cNvPicPr>
            <a:picLocks noChangeAspect="1"/>
          </p:cNvPicPr>
          <p:nvPr/>
        </p:nvPicPr>
        <p:blipFill>
          <a:blip r:embed="rId2"/>
          <a:stretch>
            <a:fillRect/>
          </a:stretch>
        </p:blipFill>
        <p:spPr>
          <a:xfrm>
            <a:off x="753745" y="2003425"/>
            <a:ext cx="10684510" cy="3575050"/>
          </a:xfrm>
          <a:prstGeom prst="rect">
            <a:avLst/>
          </a:prstGeom>
          <a:noFill/>
          <a:ln w="9525">
            <a:noFill/>
          </a:ln>
        </p:spPr>
      </p:pic>
      <p:sp>
        <p:nvSpPr>
          <p:cNvPr id="7" name="平行四边形 6"/>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8" name="矩形 7"/>
          <p:cNvSpPr/>
          <p:nvPr/>
        </p:nvSpPr>
        <p:spPr>
          <a:xfrm>
            <a:off x="679368" y="991032"/>
            <a:ext cx="2246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企业财务关系</a:t>
            </a:r>
          </a:p>
        </p:txBody>
      </p:sp>
      <p:cxnSp>
        <p:nvCxnSpPr>
          <p:cNvPr id="9" name="直接连接符 8"/>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7"/>
          <p:cNvGrpSpPr/>
          <p:nvPr>
            <p:custDataLst>
              <p:tags r:id="rId1"/>
            </p:custDataLst>
          </p:nvPr>
        </p:nvGrpSpPr>
        <p:grpSpPr>
          <a:xfrm>
            <a:off x="1314450" y="1819911"/>
            <a:ext cx="1947545" cy="1019810"/>
            <a:chOff x="0" y="75573"/>
            <a:chExt cx="1711221" cy="825642"/>
          </a:xfrm>
        </p:grpSpPr>
        <p:grpSp>
          <p:nvGrpSpPr>
            <p:cNvPr id="4" name="组合 8"/>
            <p:cNvGrpSpPr/>
            <p:nvPr/>
          </p:nvGrpSpPr>
          <p:grpSpPr>
            <a:xfrm>
              <a:off x="748003" y="75573"/>
              <a:ext cx="963218" cy="825642"/>
              <a:chOff x="0" y="75573"/>
              <a:chExt cx="963218" cy="825642"/>
            </a:xfrm>
          </p:grpSpPr>
          <p:sp>
            <p:nvSpPr>
              <p:cNvPr id="5" name="椭圆形标注 11">
                <a:hlinkClick r:id="rId17"/>
              </p:cNvPr>
              <p:cNvSpPr/>
              <p:nvPr>
                <p:custDataLst>
                  <p:tags r:id="rId14"/>
                </p:custDataLst>
              </p:nvPr>
            </p:nvSpPr>
            <p:spPr>
              <a:xfrm>
                <a:off x="0" y="75573"/>
                <a:ext cx="899967" cy="825642"/>
              </a:xfrm>
              <a:prstGeom prst="wedgeEllipseCallout">
                <a:avLst>
                  <a:gd name="adj1" fmla="val -71926"/>
                  <a:gd name="adj2" fmla="val -1347"/>
                </a:avLst>
              </a:prstGeom>
              <a:solidFill>
                <a:srgbClr val="3C8C93"/>
              </a:solidFill>
              <a:ln w="12700" cap="flat" cmpd="sng">
                <a:solidFill>
                  <a:schemeClr val="bg1"/>
                </a:solidFill>
                <a:prstDash val="solid"/>
                <a:bevel/>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zh-CN" sz="3600" b="1" dirty="0">
                  <a:solidFill>
                    <a:schemeClr val="bg1"/>
                  </a:solidFill>
                  <a:latin typeface="宋体" panose="02010600030101010101" pitchFamily="2" charset="-122"/>
                  <a:sym typeface="宋体" panose="02010600030101010101" pitchFamily="2" charset="-122"/>
                </a:endParaRPr>
              </a:p>
            </p:txBody>
          </p:sp>
          <p:sp>
            <p:nvSpPr>
              <p:cNvPr id="6" name="矩形 12"/>
              <p:cNvSpPr/>
              <p:nvPr>
                <p:custDataLst>
                  <p:tags r:id="rId15"/>
                </p:custDataLst>
              </p:nvPr>
            </p:nvSpPr>
            <p:spPr>
              <a:xfrm>
                <a:off x="144445" y="75573"/>
                <a:ext cx="818773" cy="74647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50000"/>
                  </a:lnSpc>
                  <a:spcBef>
                    <a:spcPct val="0"/>
                  </a:spcBef>
                  <a:buClr>
                    <a:srgbClr val="0070C0"/>
                  </a:buClr>
                  <a:buSzTx/>
                  <a:buFontTx/>
                  <a:buNone/>
                </a:pPr>
                <a:r>
                  <a:rPr lang="en-US" altLang="zh-CN" sz="3600" b="1" dirty="0">
                    <a:solidFill>
                      <a:srgbClr val="FDE9D9"/>
                    </a:solidFill>
                    <a:latin typeface="微软雅黑" panose="020B0503020204020204" charset="-122"/>
                    <a:ea typeface="微软雅黑" panose="020B0503020204020204" charset="-122"/>
                    <a:sym typeface="微软雅黑" panose="020B0503020204020204" charset="-122"/>
                  </a:rPr>
                  <a:t>01</a:t>
                </a:r>
              </a:p>
            </p:txBody>
          </p:sp>
        </p:grpSp>
        <p:sp>
          <p:nvSpPr>
            <p:cNvPr id="8" name="Freeform 38">
              <a:hlinkClick r:id="rId17"/>
            </p:cNvPr>
            <p:cNvSpPr>
              <a:spLocks noEditPoints="1"/>
            </p:cNvSpPr>
            <p:nvPr>
              <p:custDataLst>
                <p:tags r:id="rId13"/>
              </p:custDataLst>
            </p:nvPr>
          </p:nvSpPr>
          <p:spPr>
            <a:xfrm>
              <a:off x="0" y="282298"/>
              <a:ext cx="416698" cy="416698"/>
            </a:xfrm>
            <a:custGeom>
              <a:avLst/>
              <a:gdLst>
                <a:gd name="txL" fmla="*/ 0 w 144"/>
                <a:gd name="txT" fmla="*/ 0 h 144"/>
                <a:gd name="txR" fmla="*/ 144 w 144"/>
                <a:gd name="txB" fmla="*/ 144 h 144"/>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44" h="144">
                  <a:moveTo>
                    <a:pt x="138" y="61"/>
                  </a:moveTo>
                  <a:cubicBezTo>
                    <a:pt x="132" y="61"/>
                    <a:pt x="132" y="61"/>
                    <a:pt x="132" y="61"/>
                  </a:cubicBezTo>
                  <a:cubicBezTo>
                    <a:pt x="129" y="61"/>
                    <a:pt x="126" y="59"/>
                    <a:pt x="125" y="56"/>
                  </a:cubicBezTo>
                  <a:cubicBezTo>
                    <a:pt x="121" y="46"/>
                    <a:pt x="121" y="46"/>
                    <a:pt x="121" y="46"/>
                  </a:cubicBezTo>
                  <a:cubicBezTo>
                    <a:pt x="119" y="44"/>
                    <a:pt x="120" y="40"/>
                    <a:pt x="122" y="38"/>
                  </a:cubicBezTo>
                  <a:cubicBezTo>
                    <a:pt x="127" y="33"/>
                    <a:pt x="127" y="33"/>
                    <a:pt x="127" y="33"/>
                  </a:cubicBezTo>
                  <a:cubicBezTo>
                    <a:pt x="129" y="31"/>
                    <a:pt x="129" y="27"/>
                    <a:pt x="127" y="25"/>
                  </a:cubicBezTo>
                  <a:cubicBezTo>
                    <a:pt x="119" y="17"/>
                    <a:pt x="119" y="17"/>
                    <a:pt x="119" y="17"/>
                  </a:cubicBezTo>
                  <a:cubicBezTo>
                    <a:pt x="117" y="15"/>
                    <a:pt x="113" y="15"/>
                    <a:pt x="111" y="17"/>
                  </a:cubicBezTo>
                  <a:cubicBezTo>
                    <a:pt x="106" y="22"/>
                    <a:pt x="106" y="22"/>
                    <a:pt x="106" y="22"/>
                  </a:cubicBezTo>
                  <a:cubicBezTo>
                    <a:pt x="104" y="24"/>
                    <a:pt x="100" y="25"/>
                    <a:pt x="98" y="23"/>
                  </a:cubicBezTo>
                  <a:cubicBezTo>
                    <a:pt x="88" y="19"/>
                    <a:pt x="88" y="19"/>
                    <a:pt x="88" y="19"/>
                  </a:cubicBezTo>
                  <a:cubicBezTo>
                    <a:pt x="85" y="18"/>
                    <a:pt x="83" y="15"/>
                    <a:pt x="83" y="12"/>
                  </a:cubicBezTo>
                  <a:cubicBezTo>
                    <a:pt x="83" y="6"/>
                    <a:pt x="83" y="6"/>
                    <a:pt x="83" y="6"/>
                  </a:cubicBezTo>
                  <a:cubicBezTo>
                    <a:pt x="83" y="2"/>
                    <a:pt x="81" y="0"/>
                    <a:pt x="78" y="0"/>
                  </a:cubicBezTo>
                  <a:cubicBezTo>
                    <a:pt x="66" y="0"/>
                    <a:pt x="66" y="0"/>
                    <a:pt x="66" y="0"/>
                  </a:cubicBezTo>
                  <a:cubicBezTo>
                    <a:pt x="63" y="0"/>
                    <a:pt x="61" y="2"/>
                    <a:pt x="61" y="6"/>
                  </a:cubicBezTo>
                  <a:cubicBezTo>
                    <a:pt x="61" y="12"/>
                    <a:pt x="61" y="12"/>
                    <a:pt x="61" y="12"/>
                  </a:cubicBezTo>
                  <a:cubicBezTo>
                    <a:pt x="61" y="15"/>
                    <a:pt x="59" y="18"/>
                    <a:pt x="56" y="19"/>
                  </a:cubicBezTo>
                  <a:cubicBezTo>
                    <a:pt x="46" y="23"/>
                    <a:pt x="46" y="23"/>
                    <a:pt x="46" y="23"/>
                  </a:cubicBezTo>
                  <a:cubicBezTo>
                    <a:pt x="44" y="25"/>
                    <a:pt x="40" y="24"/>
                    <a:pt x="38" y="22"/>
                  </a:cubicBezTo>
                  <a:cubicBezTo>
                    <a:pt x="33" y="17"/>
                    <a:pt x="33" y="17"/>
                    <a:pt x="33" y="17"/>
                  </a:cubicBezTo>
                  <a:cubicBezTo>
                    <a:pt x="31" y="15"/>
                    <a:pt x="27" y="15"/>
                    <a:pt x="25" y="17"/>
                  </a:cubicBezTo>
                  <a:cubicBezTo>
                    <a:pt x="17" y="25"/>
                    <a:pt x="17" y="25"/>
                    <a:pt x="17" y="25"/>
                  </a:cubicBezTo>
                  <a:cubicBezTo>
                    <a:pt x="15" y="27"/>
                    <a:pt x="15" y="31"/>
                    <a:pt x="17" y="33"/>
                  </a:cubicBezTo>
                  <a:cubicBezTo>
                    <a:pt x="22" y="38"/>
                    <a:pt x="22" y="38"/>
                    <a:pt x="22" y="38"/>
                  </a:cubicBezTo>
                  <a:cubicBezTo>
                    <a:pt x="24" y="40"/>
                    <a:pt x="25" y="44"/>
                    <a:pt x="23" y="46"/>
                  </a:cubicBezTo>
                  <a:cubicBezTo>
                    <a:pt x="19" y="56"/>
                    <a:pt x="19" y="56"/>
                    <a:pt x="19" y="56"/>
                  </a:cubicBezTo>
                  <a:cubicBezTo>
                    <a:pt x="18" y="59"/>
                    <a:pt x="15" y="61"/>
                    <a:pt x="12" y="61"/>
                  </a:cubicBezTo>
                  <a:cubicBezTo>
                    <a:pt x="6" y="61"/>
                    <a:pt x="6" y="61"/>
                    <a:pt x="6" y="61"/>
                  </a:cubicBezTo>
                  <a:cubicBezTo>
                    <a:pt x="2" y="61"/>
                    <a:pt x="0" y="63"/>
                    <a:pt x="0" y="66"/>
                  </a:cubicBezTo>
                  <a:cubicBezTo>
                    <a:pt x="0" y="78"/>
                    <a:pt x="0" y="78"/>
                    <a:pt x="0" y="78"/>
                  </a:cubicBezTo>
                  <a:cubicBezTo>
                    <a:pt x="0" y="81"/>
                    <a:pt x="2" y="83"/>
                    <a:pt x="6" y="83"/>
                  </a:cubicBezTo>
                  <a:cubicBezTo>
                    <a:pt x="12" y="83"/>
                    <a:pt x="12" y="83"/>
                    <a:pt x="12" y="83"/>
                  </a:cubicBezTo>
                  <a:cubicBezTo>
                    <a:pt x="15" y="83"/>
                    <a:pt x="18" y="85"/>
                    <a:pt x="19" y="88"/>
                  </a:cubicBezTo>
                  <a:cubicBezTo>
                    <a:pt x="23" y="98"/>
                    <a:pt x="23" y="98"/>
                    <a:pt x="23" y="98"/>
                  </a:cubicBezTo>
                  <a:cubicBezTo>
                    <a:pt x="25" y="100"/>
                    <a:pt x="24" y="104"/>
                    <a:pt x="22" y="106"/>
                  </a:cubicBezTo>
                  <a:cubicBezTo>
                    <a:pt x="17" y="111"/>
                    <a:pt x="17" y="111"/>
                    <a:pt x="17" y="111"/>
                  </a:cubicBezTo>
                  <a:cubicBezTo>
                    <a:pt x="15" y="113"/>
                    <a:pt x="15" y="117"/>
                    <a:pt x="17" y="119"/>
                  </a:cubicBezTo>
                  <a:cubicBezTo>
                    <a:pt x="25" y="127"/>
                    <a:pt x="25" y="127"/>
                    <a:pt x="25" y="127"/>
                  </a:cubicBezTo>
                  <a:cubicBezTo>
                    <a:pt x="27" y="129"/>
                    <a:pt x="31" y="129"/>
                    <a:pt x="33" y="127"/>
                  </a:cubicBezTo>
                  <a:cubicBezTo>
                    <a:pt x="38" y="122"/>
                    <a:pt x="38" y="122"/>
                    <a:pt x="38" y="122"/>
                  </a:cubicBezTo>
                  <a:cubicBezTo>
                    <a:pt x="40" y="120"/>
                    <a:pt x="44" y="119"/>
                    <a:pt x="46" y="121"/>
                  </a:cubicBezTo>
                  <a:cubicBezTo>
                    <a:pt x="56" y="125"/>
                    <a:pt x="56" y="125"/>
                    <a:pt x="56" y="125"/>
                  </a:cubicBezTo>
                  <a:cubicBezTo>
                    <a:pt x="59" y="126"/>
                    <a:pt x="61" y="129"/>
                    <a:pt x="61" y="132"/>
                  </a:cubicBezTo>
                  <a:cubicBezTo>
                    <a:pt x="61" y="138"/>
                    <a:pt x="61" y="138"/>
                    <a:pt x="61" y="138"/>
                  </a:cubicBezTo>
                  <a:cubicBezTo>
                    <a:pt x="61" y="142"/>
                    <a:pt x="63" y="144"/>
                    <a:pt x="66" y="144"/>
                  </a:cubicBezTo>
                  <a:cubicBezTo>
                    <a:pt x="78" y="144"/>
                    <a:pt x="78" y="144"/>
                    <a:pt x="78" y="144"/>
                  </a:cubicBezTo>
                  <a:cubicBezTo>
                    <a:pt x="81" y="144"/>
                    <a:pt x="83" y="142"/>
                    <a:pt x="83" y="138"/>
                  </a:cubicBezTo>
                  <a:cubicBezTo>
                    <a:pt x="83" y="132"/>
                    <a:pt x="83" y="132"/>
                    <a:pt x="83" y="132"/>
                  </a:cubicBezTo>
                  <a:cubicBezTo>
                    <a:pt x="83" y="129"/>
                    <a:pt x="85" y="126"/>
                    <a:pt x="88" y="125"/>
                  </a:cubicBezTo>
                  <a:cubicBezTo>
                    <a:pt x="98" y="121"/>
                    <a:pt x="98" y="121"/>
                    <a:pt x="98" y="121"/>
                  </a:cubicBezTo>
                  <a:cubicBezTo>
                    <a:pt x="100" y="119"/>
                    <a:pt x="104" y="120"/>
                    <a:pt x="106" y="122"/>
                  </a:cubicBezTo>
                  <a:cubicBezTo>
                    <a:pt x="111" y="127"/>
                    <a:pt x="111" y="127"/>
                    <a:pt x="111" y="127"/>
                  </a:cubicBezTo>
                  <a:cubicBezTo>
                    <a:pt x="113" y="129"/>
                    <a:pt x="117" y="129"/>
                    <a:pt x="119" y="127"/>
                  </a:cubicBezTo>
                  <a:cubicBezTo>
                    <a:pt x="127" y="119"/>
                    <a:pt x="127" y="119"/>
                    <a:pt x="127" y="119"/>
                  </a:cubicBezTo>
                  <a:cubicBezTo>
                    <a:pt x="129" y="117"/>
                    <a:pt x="129" y="113"/>
                    <a:pt x="127" y="111"/>
                  </a:cubicBezTo>
                  <a:cubicBezTo>
                    <a:pt x="122" y="106"/>
                    <a:pt x="122" y="106"/>
                    <a:pt x="122" y="106"/>
                  </a:cubicBezTo>
                  <a:cubicBezTo>
                    <a:pt x="120" y="104"/>
                    <a:pt x="119" y="100"/>
                    <a:pt x="121" y="98"/>
                  </a:cubicBezTo>
                  <a:cubicBezTo>
                    <a:pt x="125" y="88"/>
                    <a:pt x="125" y="88"/>
                    <a:pt x="125" y="88"/>
                  </a:cubicBezTo>
                  <a:cubicBezTo>
                    <a:pt x="126" y="85"/>
                    <a:pt x="129" y="83"/>
                    <a:pt x="132" y="83"/>
                  </a:cubicBezTo>
                  <a:cubicBezTo>
                    <a:pt x="138" y="83"/>
                    <a:pt x="138" y="83"/>
                    <a:pt x="138" y="83"/>
                  </a:cubicBezTo>
                  <a:cubicBezTo>
                    <a:pt x="142" y="83"/>
                    <a:pt x="144" y="81"/>
                    <a:pt x="144" y="78"/>
                  </a:cubicBezTo>
                  <a:cubicBezTo>
                    <a:pt x="144" y="66"/>
                    <a:pt x="144" y="66"/>
                    <a:pt x="144" y="66"/>
                  </a:cubicBezTo>
                  <a:cubicBezTo>
                    <a:pt x="144" y="63"/>
                    <a:pt x="142" y="61"/>
                    <a:pt x="138" y="61"/>
                  </a:cubicBezTo>
                  <a:moveTo>
                    <a:pt x="100" y="72"/>
                  </a:moveTo>
                  <a:cubicBezTo>
                    <a:pt x="100" y="87"/>
                    <a:pt x="87" y="100"/>
                    <a:pt x="72" y="100"/>
                  </a:cubicBezTo>
                  <a:cubicBezTo>
                    <a:pt x="57" y="100"/>
                    <a:pt x="44" y="87"/>
                    <a:pt x="44" y="72"/>
                  </a:cubicBezTo>
                  <a:cubicBezTo>
                    <a:pt x="44" y="57"/>
                    <a:pt x="57" y="44"/>
                    <a:pt x="72" y="44"/>
                  </a:cubicBezTo>
                  <a:cubicBezTo>
                    <a:pt x="87" y="44"/>
                    <a:pt x="100" y="57"/>
                    <a:pt x="100" y="72"/>
                  </a:cubicBezTo>
                </a:path>
              </a:pathLst>
            </a:custGeom>
            <a:solidFill>
              <a:srgbClr val="3C8C93">
                <a:alpha val="100000"/>
              </a:srgbClr>
            </a:solidFill>
            <a:ln w="12700" cap="flat" cmpd="sng">
              <a:solidFill>
                <a:schemeClr val="bg1">
                  <a:alpha val="100000"/>
                </a:schemeClr>
              </a:solidFill>
              <a:prstDash val="solid"/>
              <a:bevel/>
              <a:headEnd type="none" w="med" len="med"/>
              <a:tailEnd type="none" w="med" len="med"/>
            </a:ln>
          </p:spPr>
          <p:txBody>
            <a:bodyPr/>
            <a:lstStyle/>
            <a:p>
              <a:endParaRPr lang="zh-CN" altLang="en-US" sz="2000"/>
            </a:p>
          </p:txBody>
        </p:sp>
      </p:grpSp>
      <p:grpSp>
        <p:nvGrpSpPr>
          <p:cNvPr id="9" name="组合 13"/>
          <p:cNvGrpSpPr/>
          <p:nvPr>
            <p:custDataLst>
              <p:tags r:id="rId2"/>
            </p:custDataLst>
          </p:nvPr>
        </p:nvGrpSpPr>
        <p:grpSpPr>
          <a:xfrm>
            <a:off x="8545830" y="3211195"/>
            <a:ext cx="1741805" cy="1039495"/>
            <a:chOff x="4596980" y="78723"/>
            <a:chExt cx="1476863" cy="861392"/>
          </a:xfrm>
        </p:grpSpPr>
        <p:grpSp>
          <p:nvGrpSpPr>
            <p:cNvPr id="10" name="组合 14"/>
            <p:cNvGrpSpPr/>
            <p:nvPr/>
          </p:nvGrpSpPr>
          <p:grpSpPr>
            <a:xfrm>
              <a:off x="4596980" y="78723"/>
              <a:ext cx="908124" cy="861392"/>
              <a:chOff x="0" y="78723"/>
              <a:chExt cx="908124" cy="861392"/>
            </a:xfrm>
          </p:grpSpPr>
          <p:sp>
            <p:nvSpPr>
              <p:cNvPr id="11" name="椭圆形标注 17">
                <a:hlinkClick r:id="rId17"/>
              </p:cNvPr>
              <p:cNvSpPr/>
              <p:nvPr>
                <p:custDataLst>
                  <p:tags r:id="rId11"/>
                </p:custDataLst>
              </p:nvPr>
            </p:nvSpPr>
            <p:spPr>
              <a:xfrm>
                <a:off x="0" y="78723"/>
                <a:ext cx="907774" cy="861392"/>
              </a:xfrm>
              <a:prstGeom prst="wedgeEllipseCallout">
                <a:avLst>
                  <a:gd name="adj1" fmla="val 68944"/>
                  <a:gd name="adj2" fmla="val -579"/>
                </a:avLst>
              </a:prstGeom>
              <a:solidFill>
                <a:srgbClr val="3C8C93"/>
              </a:solidFill>
              <a:ln w="12700" cap="flat" cmpd="sng">
                <a:solidFill>
                  <a:schemeClr val="bg1"/>
                </a:solidFill>
                <a:prstDash val="solid"/>
                <a:bevel/>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zh-CN" sz="3200" b="1" dirty="0">
                  <a:solidFill>
                    <a:schemeClr val="bg1"/>
                  </a:solidFill>
                  <a:latin typeface="宋体" panose="02010600030101010101" pitchFamily="2" charset="-122"/>
                  <a:sym typeface="宋体" panose="02010600030101010101" pitchFamily="2" charset="-122"/>
                </a:endParaRPr>
              </a:p>
            </p:txBody>
          </p:sp>
          <p:sp>
            <p:nvSpPr>
              <p:cNvPr id="13" name="矩形 18">
                <a:hlinkClick r:id="rId17"/>
              </p:cNvPr>
              <p:cNvSpPr/>
              <p:nvPr>
                <p:custDataLst>
                  <p:tags r:id="rId12"/>
                </p:custDataLst>
              </p:nvPr>
            </p:nvSpPr>
            <p:spPr>
              <a:xfrm>
                <a:off x="178352" y="100044"/>
                <a:ext cx="729772" cy="6877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50000"/>
                  </a:lnSpc>
                  <a:spcBef>
                    <a:spcPct val="0"/>
                  </a:spcBef>
                  <a:buClr>
                    <a:srgbClr val="0070C0"/>
                  </a:buClr>
                  <a:buSzTx/>
                  <a:buFontTx/>
                  <a:buNone/>
                </a:pPr>
                <a:r>
                  <a:rPr lang="en-US" altLang="zh-CN" sz="3200" b="1" dirty="0">
                    <a:solidFill>
                      <a:srgbClr val="FDE9D9"/>
                    </a:solidFill>
                    <a:latin typeface="微软雅黑" panose="020B0503020204020204" charset="-122"/>
                    <a:ea typeface="微软雅黑" panose="020B0503020204020204" charset="-122"/>
                    <a:sym typeface="微软雅黑" panose="020B0503020204020204" charset="-122"/>
                  </a:rPr>
                  <a:t>02</a:t>
                </a:r>
                <a:endParaRPr lang="zh-CN" altLang="en-US" sz="3200" b="1" dirty="0">
                  <a:solidFill>
                    <a:srgbClr val="FDE9D9"/>
                  </a:solidFill>
                  <a:latin typeface="微软雅黑" panose="020B0503020204020204" charset="-122"/>
                  <a:ea typeface="微软雅黑" panose="020B0503020204020204" charset="-122"/>
                  <a:sym typeface="微软雅黑" panose="020B0503020204020204" charset="-122"/>
                </a:endParaRPr>
              </a:p>
            </p:txBody>
          </p:sp>
        </p:grpSp>
        <p:sp>
          <p:nvSpPr>
            <p:cNvPr id="14" name="Freeform 30">
              <a:hlinkClick r:id="rId17"/>
            </p:cNvPr>
            <p:cNvSpPr>
              <a:spLocks noEditPoints="1"/>
            </p:cNvSpPr>
            <p:nvPr>
              <p:custDataLst>
                <p:tags r:id="rId10"/>
              </p:custDataLst>
            </p:nvPr>
          </p:nvSpPr>
          <p:spPr>
            <a:xfrm>
              <a:off x="5784879" y="276641"/>
              <a:ext cx="288964" cy="464319"/>
            </a:xfrm>
            <a:custGeom>
              <a:avLst/>
              <a:gdLst>
                <a:gd name="txL" fmla="*/ 0 w 96"/>
                <a:gd name="txT" fmla="*/ 0 h 156"/>
                <a:gd name="txR" fmla="*/ 96 w 96"/>
                <a:gd name="txB" fmla="*/ 156 h 156"/>
              </a:gdLst>
              <a:ahLst/>
              <a:cxnLst>
                <a:cxn ang="0">
                  <a:pos x="2147483646" y="2147483646"/>
                </a:cxn>
                <a:cxn ang="0">
                  <a:pos x="2147483646"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96" h="156">
                  <a:moveTo>
                    <a:pt x="96" y="48"/>
                  </a:moveTo>
                  <a:cubicBezTo>
                    <a:pt x="96" y="21"/>
                    <a:pt x="75" y="0"/>
                    <a:pt x="48" y="0"/>
                  </a:cubicBezTo>
                  <a:cubicBezTo>
                    <a:pt x="21" y="0"/>
                    <a:pt x="0" y="21"/>
                    <a:pt x="0" y="48"/>
                  </a:cubicBezTo>
                  <a:cubicBezTo>
                    <a:pt x="0" y="57"/>
                    <a:pt x="2" y="65"/>
                    <a:pt x="6" y="72"/>
                  </a:cubicBezTo>
                  <a:cubicBezTo>
                    <a:pt x="6" y="72"/>
                    <a:pt x="6" y="72"/>
                    <a:pt x="6" y="72"/>
                  </a:cubicBezTo>
                  <a:cubicBezTo>
                    <a:pt x="48" y="156"/>
                    <a:pt x="48" y="156"/>
                    <a:pt x="48" y="156"/>
                  </a:cubicBezTo>
                  <a:cubicBezTo>
                    <a:pt x="90" y="72"/>
                    <a:pt x="90" y="72"/>
                    <a:pt x="90" y="72"/>
                  </a:cubicBezTo>
                  <a:cubicBezTo>
                    <a:pt x="90" y="72"/>
                    <a:pt x="90" y="72"/>
                    <a:pt x="90" y="72"/>
                  </a:cubicBezTo>
                  <a:cubicBezTo>
                    <a:pt x="94" y="65"/>
                    <a:pt x="96" y="57"/>
                    <a:pt x="96" y="48"/>
                  </a:cubicBezTo>
                  <a:moveTo>
                    <a:pt x="48" y="72"/>
                  </a:moveTo>
                  <a:cubicBezTo>
                    <a:pt x="35" y="72"/>
                    <a:pt x="24" y="61"/>
                    <a:pt x="24" y="48"/>
                  </a:cubicBezTo>
                  <a:cubicBezTo>
                    <a:pt x="24" y="35"/>
                    <a:pt x="35" y="24"/>
                    <a:pt x="48" y="24"/>
                  </a:cubicBezTo>
                  <a:cubicBezTo>
                    <a:pt x="61" y="24"/>
                    <a:pt x="72" y="35"/>
                    <a:pt x="72" y="48"/>
                  </a:cubicBezTo>
                  <a:cubicBezTo>
                    <a:pt x="72" y="61"/>
                    <a:pt x="61" y="72"/>
                    <a:pt x="48" y="72"/>
                  </a:cubicBezTo>
                </a:path>
              </a:pathLst>
            </a:custGeom>
            <a:solidFill>
              <a:srgbClr val="3C8C93">
                <a:alpha val="100000"/>
              </a:srgbClr>
            </a:solidFill>
            <a:ln w="12700" cap="flat" cmpd="sng">
              <a:solidFill>
                <a:schemeClr val="bg1">
                  <a:alpha val="100000"/>
                </a:schemeClr>
              </a:solidFill>
              <a:prstDash val="solid"/>
              <a:bevel/>
              <a:headEnd type="none" w="med" len="med"/>
              <a:tailEnd type="none" w="med" len="med"/>
            </a:ln>
          </p:spPr>
          <p:txBody>
            <a:bodyPr/>
            <a:lstStyle/>
            <a:p>
              <a:endParaRPr lang="zh-CN" altLang="en-US"/>
            </a:p>
          </p:txBody>
        </p:sp>
      </p:grpSp>
      <p:grpSp>
        <p:nvGrpSpPr>
          <p:cNvPr id="15" name="组合 19"/>
          <p:cNvGrpSpPr/>
          <p:nvPr>
            <p:custDataLst>
              <p:tags r:id="rId3"/>
            </p:custDataLst>
          </p:nvPr>
        </p:nvGrpSpPr>
        <p:grpSpPr>
          <a:xfrm>
            <a:off x="1314450" y="4817011"/>
            <a:ext cx="1972310" cy="1009114"/>
            <a:chOff x="0" y="83932"/>
            <a:chExt cx="1699546" cy="861392"/>
          </a:xfrm>
        </p:grpSpPr>
        <p:grpSp>
          <p:nvGrpSpPr>
            <p:cNvPr id="16" name="组合 20"/>
            <p:cNvGrpSpPr/>
            <p:nvPr/>
          </p:nvGrpSpPr>
          <p:grpSpPr>
            <a:xfrm>
              <a:off x="791772" y="83932"/>
              <a:ext cx="907774" cy="861392"/>
              <a:chOff x="0" y="83932"/>
              <a:chExt cx="907774" cy="861392"/>
            </a:xfrm>
          </p:grpSpPr>
          <p:sp>
            <p:nvSpPr>
              <p:cNvPr id="21" name="椭圆形标注 23">
                <a:hlinkClick r:id="rId17"/>
              </p:cNvPr>
              <p:cNvSpPr/>
              <p:nvPr>
                <p:custDataLst>
                  <p:tags r:id="rId8"/>
                </p:custDataLst>
              </p:nvPr>
            </p:nvSpPr>
            <p:spPr>
              <a:xfrm>
                <a:off x="0" y="83932"/>
                <a:ext cx="907774" cy="861392"/>
              </a:xfrm>
              <a:prstGeom prst="wedgeEllipseCallout">
                <a:avLst>
                  <a:gd name="adj1" fmla="val -71926"/>
                  <a:gd name="adj2" fmla="val -1347"/>
                </a:avLst>
              </a:prstGeom>
              <a:solidFill>
                <a:srgbClr val="3C8C93"/>
              </a:solidFill>
              <a:ln w="12700" cap="flat" cmpd="sng">
                <a:solidFill>
                  <a:schemeClr val="bg1"/>
                </a:solidFill>
                <a:prstDash val="solid"/>
                <a:bevel/>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zh-CN" sz="3200" b="1" dirty="0">
                  <a:solidFill>
                    <a:schemeClr val="bg1"/>
                  </a:solidFill>
                  <a:latin typeface="宋体" panose="02010600030101010101" pitchFamily="2" charset="-122"/>
                  <a:sym typeface="宋体" panose="02010600030101010101" pitchFamily="2" charset="-122"/>
                </a:endParaRPr>
              </a:p>
            </p:txBody>
          </p:sp>
          <p:sp>
            <p:nvSpPr>
              <p:cNvPr id="22" name="矩形 24">
                <a:hlinkClick r:id="rId17"/>
              </p:cNvPr>
              <p:cNvSpPr/>
              <p:nvPr>
                <p:custDataLst>
                  <p:tags r:id="rId9"/>
                </p:custDataLst>
              </p:nvPr>
            </p:nvSpPr>
            <p:spPr>
              <a:xfrm>
                <a:off x="156304" y="84017"/>
                <a:ext cx="729772" cy="70845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just" eaLnBrk="1" hangingPunct="1">
                  <a:lnSpc>
                    <a:spcPct val="150000"/>
                  </a:lnSpc>
                  <a:spcBef>
                    <a:spcPct val="0"/>
                  </a:spcBef>
                  <a:buClr>
                    <a:srgbClr val="0070C0"/>
                  </a:buClr>
                  <a:buSzTx/>
                  <a:buFontTx/>
                  <a:buNone/>
                </a:pPr>
                <a:r>
                  <a:rPr lang="en-US" altLang="zh-CN" sz="3200" b="1" dirty="0">
                    <a:solidFill>
                      <a:srgbClr val="FDE9D9"/>
                    </a:solidFill>
                    <a:latin typeface="微软雅黑" panose="020B0503020204020204" charset="-122"/>
                    <a:ea typeface="微软雅黑" panose="020B0503020204020204" charset="-122"/>
                    <a:sym typeface="微软雅黑" panose="020B0503020204020204" charset="-122"/>
                  </a:rPr>
                  <a:t>03</a:t>
                </a:r>
                <a:endParaRPr lang="zh-CN" altLang="en-US" sz="3200" b="1" dirty="0">
                  <a:solidFill>
                    <a:srgbClr val="FDE9D9"/>
                  </a:solidFill>
                  <a:latin typeface="微软雅黑" panose="020B0503020204020204" charset="-122"/>
                  <a:ea typeface="微软雅黑" panose="020B0503020204020204" charset="-122"/>
                  <a:sym typeface="微软雅黑" panose="020B0503020204020204" charset="-122"/>
                </a:endParaRPr>
              </a:p>
            </p:txBody>
          </p:sp>
        </p:grpSp>
        <p:sp>
          <p:nvSpPr>
            <p:cNvPr id="23" name="Freeform 5">
              <a:hlinkClick r:id="rId17"/>
            </p:cNvPr>
            <p:cNvSpPr/>
            <p:nvPr>
              <p:custDataLst>
                <p:tags r:id="rId7"/>
              </p:custDataLst>
            </p:nvPr>
          </p:nvSpPr>
          <p:spPr>
            <a:xfrm rot="-870355">
              <a:off x="0" y="293318"/>
              <a:ext cx="504236" cy="423324"/>
            </a:xfrm>
            <a:custGeom>
              <a:avLst/>
              <a:gdLst>
                <a:gd name="txL" fmla="*/ 0 w 179"/>
                <a:gd name="txT" fmla="*/ 0 h 150"/>
                <a:gd name="txR" fmla="*/ 179 w 179"/>
                <a:gd name="txB" fmla="*/ 150 h 15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179" h="150">
                  <a:moveTo>
                    <a:pt x="108" y="0"/>
                  </a:moveTo>
                  <a:cubicBezTo>
                    <a:pt x="114" y="11"/>
                    <a:pt x="124" y="33"/>
                    <a:pt x="132" y="36"/>
                  </a:cubicBezTo>
                  <a:cubicBezTo>
                    <a:pt x="133" y="36"/>
                    <a:pt x="134" y="35"/>
                    <a:pt x="135" y="34"/>
                  </a:cubicBezTo>
                  <a:cubicBezTo>
                    <a:pt x="137" y="14"/>
                    <a:pt x="168" y="6"/>
                    <a:pt x="173" y="33"/>
                  </a:cubicBezTo>
                  <a:cubicBezTo>
                    <a:pt x="179" y="61"/>
                    <a:pt x="154" y="50"/>
                    <a:pt x="142" y="58"/>
                  </a:cubicBezTo>
                  <a:cubicBezTo>
                    <a:pt x="148" y="71"/>
                    <a:pt x="155" y="84"/>
                    <a:pt x="161" y="97"/>
                  </a:cubicBezTo>
                  <a:cubicBezTo>
                    <a:pt x="152" y="102"/>
                    <a:pt x="137" y="114"/>
                    <a:pt x="127" y="116"/>
                  </a:cubicBezTo>
                  <a:cubicBezTo>
                    <a:pt x="125" y="116"/>
                    <a:pt x="125" y="114"/>
                    <a:pt x="124" y="113"/>
                  </a:cubicBezTo>
                  <a:cubicBezTo>
                    <a:pt x="128" y="90"/>
                    <a:pt x="112" y="72"/>
                    <a:pt x="90" y="96"/>
                  </a:cubicBezTo>
                  <a:cubicBezTo>
                    <a:pt x="72" y="115"/>
                    <a:pt x="109" y="125"/>
                    <a:pt x="107" y="130"/>
                  </a:cubicBezTo>
                  <a:cubicBezTo>
                    <a:pt x="96" y="137"/>
                    <a:pt x="85" y="143"/>
                    <a:pt x="74" y="150"/>
                  </a:cubicBezTo>
                  <a:cubicBezTo>
                    <a:pt x="66" y="138"/>
                    <a:pt x="59" y="125"/>
                    <a:pt x="51" y="113"/>
                  </a:cubicBezTo>
                  <a:cubicBezTo>
                    <a:pt x="50" y="114"/>
                    <a:pt x="48" y="115"/>
                    <a:pt x="47" y="115"/>
                  </a:cubicBezTo>
                  <a:cubicBezTo>
                    <a:pt x="42" y="132"/>
                    <a:pt x="18" y="149"/>
                    <a:pt x="8" y="119"/>
                  </a:cubicBezTo>
                  <a:cubicBezTo>
                    <a:pt x="0" y="94"/>
                    <a:pt x="22" y="96"/>
                    <a:pt x="36" y="94"/>
                  </a:cubicBezTo>
                  <a:cubicBezTo>
                    <a:pt x="37" y="93"/>
                    <a:pt x="38" y="93"/>
                    <a:pt x="38" y="92"/>
                  </a:cubicBezTo>
                  <a:cubicBezTo>
                    <a:pt x="32" y="79"/>
                    <a:pt x="24" y="66"/>
                    <a:pt x="18" y="53"/>
                  </a:cubicBezTo>
                  <a:cubicBezTo>
                    <a:pt x="29" y="47"/>
                    <a:pt x="41" y="40"/>
                    <a:pt x="53" y="33"/>
                  </a:cubicBezTo>
                  <a:cubicBezTo>
                    <a:pt x="62" y="42"/>
                    <a:pt x="48" y="65"/>
                    <a:pt x="72" y="65"/>
                  </a:cubicBezTo>
                  <a:cubicBezTo>
                    <a:pt x="87" y="64"/>
                    <a:pt x="100" y="45"/>
                    <a:pt x="90" y="31"/>
                  </a:cubicBezTo>
                  <a:cubicBezTo>
                    <a:pt x="84" y="28"/>
                    <a:pt x="76" y="28"/>
                    <a:pt x="74" y="24"/>
                  </a:cubicBezTo>
                  <a:cubicBezTo>
                    <a:pt x="72" y="19"/>
                    <a:pt x="74" y="21"/>
                    <a:pt x="75" y="19"/>
                  </a:cubicBezTo>
                  <a:cubicBezTo>
                    <a:pt x="86" y="13"/>
                    <a:pt x="97" y="6"/>
                    <a:pt x="108" y="0"/>
                  </a:cubicBezTo>
                </a:path>
              </a:pathLst>
            </a:custGeom>
            <a:solidFill>
              <a:srgbClr val="3C8C93">
                <a:alpha val="100000"/>
              </a:srgbClr>
            </a:solidFill>
            <a:ln w="12700" cap="flat" cmpd="sng">
              <a:solidFill>
                <a:schemeClr val="bg1">
                  <a:alpha val="100000"/>
                </a:schemeClr>
              </a:solidFill>
              <a:prstDash val="solid"/>
              <a:bevel/>
              <a:headEnd type="none" w="med" len="med"/>
              <a:tailEnd type="none" w="med" len="med"/>
            </a:ln>
          </p:spPr>
          <p:txBody>
            <a:bodyPr/>
            <a:lstStyle/>
            <a:p>
              <a:endParaRPr lang="zh-CN" altLang="en-US"/>
            </a:p>
          </p:txBody>
        </p:sp>
      </p:grpSp>
      <p:sp>
        <p:nvSpPr>
          <p:cNvPr id="24" name="文本占位符 1"/>
          <p:cNvSpPr txBox="1"/>
          <p:nvPr>
            <p:custDataLst>
              <p:tags r:id="rId4"/>
            </p:custDataLst>
          </p:nvPr>
        </p:nvSpPr>
        <p:spPr>
          <a:xfrm>
            <a:off x="3567430" y="4949190"/>
            <a:ext cx="7167880" cy="789305"/>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150000"/>
              </a:lnSpc>
              <a:spcBef>
                <a:spcPct val="0"/>
              </a:spcBef>
              <a:buClr>
                <a:srgbClr val="0070C0"/>
              </a:buClr>
              <a:buSzTx/>
              <a:buFontTx/>
              <a:buNone/>
            </a:pPr>
            <a:r>
              <a:rPr lang="zh-CN" altLang="en-US" sz="3200" b="1" dirty="0">
                <a:solidFill>
                  <a:srgbClr val="FFCC99"/>
                </a:solidFill>
                <a:latin typeface="微软雅黑" panose="020B0503020204020204" charset="-122"/>
                <a:ea typeface="微软雅黑" panose="020B0503020204020204" charset="-122"/>
              </a:rPr>
              <a:t>财务管理能迅速反映企业生产经营状况</a:t>
            </a:r>
          </a:p>
        </p:txBody>
      </p:sp>
      <p:sp>
        <p:nvSpPr>
          <p:cNvPr id="25" name="文本占位符 1"/>
          <p:cNvSpPr txBox="1"/>
          <p:nvPr>
            <p:custDataLst>
              <p:tags r:id="rId5"/>
            </p:custDataLst>
          </p:nvPr>
        </p:nvSpPr>
        <p:spPr>
          <a:xfrm>
            <a:off x="1314450" y="3336290"/>
            <a:ext cx="6854825" cy="914400"/>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r" eaLnBrk="1" hangingPunct="1">
              <a:lnSpc>
                <a:spcPct val="150000"/>
              </a:lnSpc>
              <a:spcBef>
                <a:spcPct val="0"/>
              </a:spcBef>
              <a:buClr>
                <a:srgbClr val="0070C0"/>
              </a:buClr>
              <a:buSzTx/>
              <a:buFontTx/>
              <a:buNone/>
            </a:pPr>
            <a:r>
              <a:rPr lang="zh-CN" altLang="en-US" sz="3200" b="1" dirty="0">
                <a:solidFill>
                  <a:srgbClr val="FFCC99"/>
                </a:solidFill>
                <a:latin typeface="微软雅黑" panose="020B0503020204020204" charset="-122"/>
                <a:ea typeface="微软雅黑" panose="020B0503020204020204" charset="-122"/>
              </a:rPr>
              <a:t>财务管理与企业各方面有着广泛联系</a:t>
            </a:r>
          </a:p>
        </p:txBody>
      </p:sp>
      <p:sp>
        <p:nvSpPr>
          <p:cNvPr id="26" name="文本占位符 1"/>
          <p:cNvSpPr txBox="1"/>
          <p:nvPr>
            <p:custDataLst>
              <p:tags r:id="rId6"/>
            </p:custDataLst>
          </p:nvPr>
        </p:nvSpPr>
        <p:spPr>
          <a:xfrm>
            <a:off x="3576320" y="1954530"/>
            <a:ext cx="6152515" cy="800735"/>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150000"/>
              </a:lnSpc>
              <a:spcBef>
                <a:spcPct val="0"/>
              </a:spcBef>
              <a:buClr>
                <a:srgbClr val="0070C0"/>
              </a:buClr>
              <a:buSzTx/>
              <a:buFontTx/>
              <a:buNone/>
            </a:pPr>
            <a:r>
              <a:rPr lang="zh-CN" altLang="en-US" sz="3200" b="1" dirty="0">
                <a:solidFill>
                  <a:srgbClr val="FFCC99"/>
                </a:solidFill>
                <a:latin typeface="微软雅黑" panose="020B0503020204020204" charset="-122"/>
                <a:ea typeface="微软雅黑" panose="020B0503020204020204" charset="-122"/>
              </a:rPr>
              <a:t>财务管理是一项综合性管理工作</a:t>
            </a:r>
          </a:p>
        </p:txBody>
      </p:sp>
      <p:sp>
        <p:nvSpPr>
          <p:cNvPr id="18" name="平行四边形 17"/>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9" name="矩形 18"/>
          <p:cNvSpPr/>
          <p:nvPr/>
        </p:nvSpPr>
        <p:spPr>
          <a:xfrm>
            <a:off x="679368" y="991032"/>
            <a:ext cx="29070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企业财务管理特点</a:t>
            </a:r>
          </a:p>
        </p:txBody>
      </p:sp>
      <p:cxnSp>
        <p:nvCxnSpPr>
          <p:cNvPr id="20" name="直接连接符 19"/>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2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ppt_x</p:attrName>
                                        </p:attrNameLst>
                                      </p:cBhvr>
                                      <p:tavLst>
                                        <p:tav tm="0">
                                          <p:val>
                                            <p:strVal val="#ppt_x-.2"/>
                                          </p:val>
                                        </p:tav>
                                        <p:tav tm="100000">
                                          <p:val>
                                            <p:strVal val="#ppt_x"/>
                                          </p:val>
                                        </p:tav>
                                      </p:tavLst>
                                    </p:anim>
                                    <p:anim calcmode="lin" valueType="num">
                                      <p:cBhvr>
                                        <p:cTn id="8"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1000" fill="hold"/>
                                        <p:tgtEl>
                                          <p:spTgt spid="26"/>
                                        </p:tgtEl>
                                        <p:attrNameLst>
                                          <p:attrName>ppt_x</p:attrName>
                                        </p:attrNameLst>
                                      </p:cBhvr>
                                      <p:tavLst>
                                        <p:tav tm="0">
                                          <p:val>
                                            <p:strVal val="#ppt_x-.2"/>
                                          </p:val>
                                        </p:tav>
                                        <p:tav tm="100000">
                                          <p:val>
                                            <p:strVal val="#ppt_x"/>
                                          </p:val>
                                        </p:tav>
                                      </p:tavLst>
                                    </p:anim>
                                    <p:anim calcmode="lin" valueType="num">
                                      <p:cBhvr>
                                        <p:cTn id="15" dur="1000" fill="hold"/>
                                        <p:tgtEl>
                                          <p:spTgt spid="26"/>
                                        </p:tgtEl>
                                        <p:attrNameLst>
                                          <p:attrName>ppt_y</p:attrName>
                                        </p:attrNameLst>
                                      </p:cBhvr>
                                      <p:tavLst>
                                        <p:tav tm="0">
                                          <p:val>
                                            <p:strVal val="#ppt_y"/>
                                          </p:val>
                                        </p:tav>
                                        <p:tav tm="100000">
                                          <p:val>
                                            <p:strVal val="#ppt_y"/>
                                          </p:val>
                                        </p:tav>
                                      </p:tavLst>
                                    </p:anim>
                                    <p:animEffect transition="in" filter="wipe(right)" prLst="gradientSize: 0.1">
                                      <p:cBhvr>
                                        <p:cTn id="16" dur="10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ppt_x</p:attrName>
                                        </p:attrNameLst>
                                      </p:cBhvr>
                                      <p:tavLst>
                                        <p:tav tm="0">
                                          <p:val>
                                            <p:strVal val="#ppt_x-.2"/>
                                          </p:val>
                                        </p:tav>
                                        <p:tav tm="100000">
                                          <p:val>
                                            <p:strVal val="#ppt_x"/>
                                          </p:val>
                                        </p:tav>
                                      </p:tavLst>
                                    </p:anim>
                                    <p:anim calcmode="lin" valueType="num">
                                      <p:cBhvr>
                                        <p:cTn id="22"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23" dur="10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1000" fill="hold"/>
                                        <p:tgtEl>
                                          <p:spTgt spid="25"/>
                                        </p:tgtEl>
                                        <p:attrNameLst>
                                          <p:attrName>ppt_x</p:attrName>
                                        </p:attrNameLst>
                                      </p:cBhvr>
                                      <p:tavLst>
                                        <p:tav tm="0">
                                          <p:val>
                                            <p:strVal val="#ppt_x-.2"/>
                                          </p:val>
                                        </p:tav>
                                        <p:tav tm="100000">
                                          <p:val>
                                            <p:strVal val="#ppt_x"/>
                                          </p:val>
                                        </p:tav>
                                      </p:tavLst>
                                    </p:anim>
                                    <p:anim calcmode="lin" valueType="num">
                                      <p:cBhvr>
                                        <p:cTn id="29" dur="1000" fill="hold"/>
                                        <p:tgtEl>
                                          <p:spTgt spid="25"/>
                                        </p:tgtEl>
                                        <p:attrNameLst>
                                          <p:attrName>ppt_y</p:attrName>
                                        </p:attrNameLst>
                                      </p:cBhvr>
                                      <p:tavLst>
                                        <p:tav tm="0">
                                          <p:val>
                                            <p:strVal val="#ppt_y"/>
                                          </p:val>
                                        </p:tav>
                                        <p:tav tm="100000">
                                          <p:val>
                                            <p:strVal val="#ppt_y"/>
                                          </p:val>
                                        </p:tav>
                                      </p:tavLst>
                                    </p:anim>
                                    <p:animEffect transition="in" filter="wipe(right)" prLst="gradientSize: 0.1">
                                      <p:cBhvr>
                                        <p:cTn id="30" dur="10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p:cTn id="35" dur="1000" fill="hold"/>
                                        <p:tgtEl>
                                          <p:spTgt spid="15"/>
                                        </p:tgtEl>
                                        <p:attrNameLst>
                                          <p:attrName>ppt_x</p:attrName>
                                        </p:attrNameLst>
                                      </p:cBhvr>
                                      <p:tavLst>
                                        <p:tav tm="0">
                                          <p:val>
                                            <p:strVal val="#ppt_x-.2"/>
                                          </p:val>
                                        </p:tav>
                                        <p:tav tm="100000">
                                          <p:val>
                                            <p:strVal val="#ppt_x"/>
                                          </p:val>
                                        </p:tav>
                                      </p:tavLst>
                                    </p:anim>
                                    <p:anim calcmode="lin" valueType="num">
                                      <p:cBhvr>
                                        <p:cTn id="36" dur="10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37" dur="10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p:cTn id="42" dur="1000" fill="hold"/>
                                        <p:tgtEl>
                                          <p:spTgt spid="24"/>
                                        </p:tgtEl>
                                        <p:attrNameLst>
                                          <p:attrName>ppt_x</p:attrName>
                                        </p:attrNameLst>
                                      </p:cBhvr>
                                      <p:tavLst>
                                        <p:tav tm="0">
                                          <p:val>
                                            <p:strVal val="#ppt_x-.2"/>
                                          </p:val>
                                        </p:tav>
                                        <p:tav tm="100000">
                                          <p:val>
                                            <p:strVal val="#ppt_x"/>
                                          </p:val>
                                        </p:tav>
                                      </p:tavLst>
                                    </p:anim>
                                    <p:anim calcmode="lin" valueType="num">
                                      <p:cBhvr>
                                        <p:cTn id="43" dur="1000" fill="hold"/>
                                        <p:tgtEl>
                                          <p:spTgt spid="24"/>
                                        </p:tgtEl>
                                        <p:attrNameLst>
                                          <p:attrName>ppt_y</p:attrName>
                                        </p:attrNameLst>
                                      </p:cBhvr>
                                      <p:tavLst>
                                        <p:tav tm="0">
                                          <p:val>
                                            <p:strVal val="#ppt_y"/>
                                          </p:val>
                                        </p:tav>
                                        <p:tav tm="100000">
                                          <p:val>
                                            <p:strVal val="#ppt_y"/>
                                          </p:val>
                                        </p:tav>
                                      </p:tavLst>
                                    </p:anim>
                                    <p:animEffect transition="in" filter="wipe(right)" prLst="gradientSize: 0.1">
                                      <p:cBhvr>
                                        <p:cTn id="4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12"/>
          <p:cNvSpPr/>
          <p:nvPr/>
        </p:nvSpPr>
        <p:spPr>
          <a:xfrm>
            <a:off x="1955800" y="2076450"/>
            <a:ext cx="7386955" cy="1175385"/>
          </a:xfrm>
          <a:prstGeom prst="rect">
            <a:avLst/>
          </a:prstGeom>
          <a:noFill/>
          <a:ln w="9525">
            <a:noFill/>
          </a:ln>
        </p:spPr>
        <p:txBody>
          <a:bodyPr>
            <a:noAutofit/>
          </a:bodyPr>
          <a:lstStyle/>
          <a:p>
            <a:pPr algn="ctr" eaLnBrk="1" hangingPunct="1"/>
            <a:r>
              <a:rPr lang="zh-CN" altLang="en-US" sz="2400" b="1" dirty="0">
                <a:solidFill>
                  <a:schemeClr val="bg1"/>
                </a:solidFill>
                <a:latin typeface="微软雅黑" panose="020B0503020204020204" charset="-122"/>
                <a:ea typeface="微软雅黑" panose="020B0503020204020204" charset="-122"/>
              </a:rPr>
              <a:t>财务管理的目标是企业理财活动希望实现的结果，是评价企业理财活动是否合理的基本标准。</a:t>
            </a:r>
            <a:endParaRPr lang="en-US" altLang="zh-CN" sz="2400" b="1" dirty="0">
              <a:solidFill>
                <a:schemeClr val="bg1"/>
              </a:solidFill>
              <a:latin typeface="微软雅黑" panose="020B0503020204020204" charset="-122"/>
              <a:ea typeface="微软雅黑" panose="020B0503020204020204" charset="-122"/>
            </a:endParaRPr>
          </a:p>
          <a:p>
            <a:pPr algn="ctr" eaLnBrk="1" hangingPunct="1"/>
            <a:endParaRPr lang="en-US" altLang="zh-CN" sz="2400" b="1" dirty="0">
              <a:solidFill>
                <a:schemeClr val="bg1"/>
              </a:solidFill>
              <a:latin typeface="微软雅黑" panose="020B0503020204020204" charset="-122"/>
              <a:ea typeface="微软雅黑" panose="020B0503020204020204" charset="-122"/>
            </a:endParaRPr>
          </a:p>
        </p:txBody>
      </p:sp>
      <p:sp>
        <p:nvSpPr>
          <p:cNvPr id="2" name="矩形 1"/>
          <p:cNvSpPr/>
          <p:nvPr/>
        </p:nvSpPr>
        <p:spPr>
          <a:xfrm>
            <a:off x="4683760" y="4178300"/>
            <a:ext cx="5630545" cy="654050"/>
          </a:xfrm>
          <a:prstGeom prst="rect">
            <a:avLst/>
          </a:prstGeom>
          <a:noFill/>
          <a:ln w="9525">
            <a:noFill/>
          </a:ln>
        </p:spPr>
        <p:txBody>
          <a:bodyPr>
            <a:noAutofit/>
          </a:bodyPr>
          <a:lstStyle/>
          <a:p>
            <a:pPr algn="ctr" eaLnBrk="1" hangingPunct="1"/>
            <a:r>
              <a:rPr lang="zh-CN" altLang="en-US" dirty="0">
                <a:solidFill>
                  <a:srgbClr val="FFCC99"/>
                </a:solidFill>
                <a:latin typeface="微软雅黑" panose="020B0503020204020204" charset="-122"/>
                <a:ea typeface="微软雅黑" panose="020B0503020204020204" charset="-122"/>
              </a:rPr>
              <a:t>财务管理内外部环境不同</a:t>
            </a:r>
          </a:p>
        </p:txBody>
      </p:sp>
      <p:sp>
        <p:nvSpPr>
          <p:cNvPr id="3" name="矩形 2"/>
          <p:cNvSpPr/>
          <p:nvPr/>
        </p:nvSpPr>
        <p:spPr>
          <a:xfrm>
            <a:off x="1236980" y="3311525"/>
            <a:ext cx="1350645" cy="748030"/>
          </a:xfrm>
          <a:prstGeom prst="rect">
            <a:avLst/>
          </a:prstGeom>
          <a:noFill/>
          <a:ln w="9525">
            <a:noFill/>
          </a:ln>
        </p:spPr>
        <p:txBody>
          <a:bodyPr wrap="none">
            <a:noAutofit/>
          </a:bodyPr>
          <a:lstStyle/>
          <a:p>
            <a:pPr algn="ctr" eaLnBrk="1" hangingPunct="1"/>
            <a:r>
              <a:rPr lang="zh-CN" altLang="en-US" sz="2000" dirty="0">
                <a:solidFill>
                  <a:srgbClr val="FFCC99"/>
                </a:solidFill>
                <a:latin typeface="微软雅黑" panose="020B0503020204020204" charset="-122"/>
                <a:ea typeface="微软雅黑" panose="020B0503020204020204" charset="-122"/>
              </a:rPr>
              <a:t>根本目标</a:t>
            </a:r>
          </a:p>
        </p:txBody>
      </p:sp>
      <p:sp>
        <p:nvSpPr>
          <p:cNvPr id="4" name="矩形 3"/>
          <p:cNvSpPr/>
          <p:nvPr/>
        </p:nvSpPr>
        <p:spPr>
          <a:xfrm>
            <a:off x="3101340" y="3310890"/>
            <a:ext cx="7023735" cy="748030"/>
          </a:xfrm>
          <a:prstGeom prst="rect">
            <a:avLst/>
          </a:prstGeom>
          <a:noFill/>
          <a:ln w="9525">
            <a:noFill/>
          </a:ln>
        </p:spPr>
        <p:txBody>
          <a:bodyPr>
            <a:noAutofit/>
          </a:bodyPr>
          <a:lstStyle/>
          <a:p>
            <a:pPr algn="ctr" eaLnBrk="1" hangingPunct="1"/>
            <a:r>
              <a:rPr lang="zh-CN" altLang="en-US" sz="2000" dirty="0">
                <a:solidFill>
                  <a:srgbClr val="FFCC99"/>
                </a:solidFill>
                <a:latin typeface="微软雅黑" panose="020B0503020204020204" charset="-122"/>
                <a:ea typeface="微软雅黑" panose="020B0503020204020204" charset="-122"/>
              </a:rPr>
              <a:t>通过生产经营活动创造更多的财富，不断增加企业价值</a:t>
            </a:r>
          </a:p>
        </p:txBody>
      </p:sp>
      <p:sp>
        <p:nvSpPr>
          <p:cNvPr id="5" name="箭头: 右 4"/>
          <p:cNvSpPr/>
          <p:nvPr/>
        </p:nvSpPr>
        <p:spPr>
          <a:xfrm>
            <a:off x="2861945" y="3256915"/>
            <a:ext cx="446405" cy="51562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b="1" i="0" u="none" strike="noStrike" kern="1200" cap="none" spc="0" normalizeH="0" baseline="0" noProof="0">
              <a:ln>
                <a:noFill/>
              </a:ln>
              <a:solidFill>
                <a:schemeClr val="lt1"/>
              </a:solidFill>
              <a:effectLst/>
              <a:uLnTx/>
              <a:uFillTx/>
              <a:latin typeface="+mn-lt"/>
              <a:ea typeface="+mn-ea"/>
              <a:cs typeface="+mn-cs"/>
            </a:endParaRPr>
          </a:p>
        </p:txBody>
      </p:sp>
      <p:sp>
        <p:nvSpPr>
          <p:cNvPr id="25" name="箭头: 右 24"/>
          <p:cNvSpPr/>
          <p:nvPr/>
        </p:nvSpPr>
        <p:spPr>
          <a:xfrm rot="5400000">
            <a:off x="4480560" y="4155440"/>
            <a:ext cx="386715" cy="50800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b="1" i="0" u="none" strike="noStrike" kern="1200" cap="none" spc="0" normalizeH="0" baseline="0" noProof="0">
              <a:ln>
                <a:noFill/>
              </a:ln>
              <a:solidFill>
                <a:schemeClr val="lt1"/>
              </a:solidFill>
              <a:effectLst/>
              <a:uLnTx/>
              <a:uFillTx/>
              <a:latin typeface="+mn-lt"/>
              <a:ea typeface="+mn-ea"/>
              <a:cs typeface="+mn-cs"/>
            </a:endParaRPr>
          </a:p>
        </p:txBody>
      </p:sp>
      <p:sp>
        <p:nvSpPr>
          <p:cNvPr id="26" name="矩形 25"/>
          <p:cNvSpPr/>
          <p:nvPr/>
        </p:nvSpPr>
        <p:spPr>
          <a:xfrm>
            <a:off x="2291080" y="5167630"/>
            <a:ext cx="2128520" cy="748030"/>
          </a:xfrm>
          <a:prstGeom prst="rect">
            <a:avLst/>
          </a:prstGeom>
          <a:noFill/>
          <a:ln w="9525">
            <a:noFill/>
          </a:ln>
        </p:spPr>
        <p:txBody>
          <a:bodyPr>
            <a:noAutofit/>
          </a:bodyPr>
          <a:lstStyle/>
          <a:p>
            <a:pPr algn="ctr" eaLnBrk="1" hangingPunct="1"/>
            <a:r>
              <a:rPr lang="zh-CN" altLang="en-US" sz="2000" dirty="0">
                <a:solidFill>
                  <a:srgbClr val="FFCC99"/>
                </a:solidFill>
                <a:latin typeface="微软雅黑" panose="020B0503020204020204" charset="-122"/>
                <a:ea typeface="微软雅黑" panose="020B0503020204020204" charset="-122"/>
              </a:rPr>
              <a:t>利润最大化</a:t>
            </a:r>
          </a:p>
        </p:txBody>
      </p:sp>
      <p:sp>
        <p:nvSpPr>
          <p:cNvPr id="27" name="矩形 26"/>
          <p:cNvSpPr/>
          <p:nvPr/>
        </p:nvSpPr>
        <p:spPr>
          <a:xfrm>
            <a:off x="5128260" y="5167630"/>
            <a:ext cx="2748915" cy="748030"/>
          </a:xfrm>
          <a:prstGeom prst="rect">
            <a:avLst/>
          </a:prstGeom>
          <a:noFill/>
          <a:ln w="9525">
            <a:noFill/>
          </a:ln>
        </p:spPr>
        <p:txBody>
          <a:bodyPr>
            <a:noAutofit/>
          </a:bodyPr>
          <a:lstStyle/>
          <a:p>
            <a:pPr algn="ctr" eaLnBrk="1" hangingPunct="1"/>
            <a:r>
              <a:rPr lang="zh-CN" altLang="en-US" sz="2000" dirty="0">
                <a:solidFill>
                  <a:srgbClr val="FFCC99"/>
                </a:solidFill>
                <a:latin typeface="微软雅黑" panose="020B0503020204020204" charset="-122"/>
                <a:ea typeface="微软雅黑" panose="020B0503020204020204" charset="-122"/>
              </a:rPr>
              <a:t>股东财富最大化</a:t>
            </a:r>
          </a:p>
        </p:txBody>
      </p:sp>
      <p:sp>
        <p:nvSpPr>
          <p:cNvPr id="6" name="右大括号 5"/>
          <p:cNvSpPr/>
          <p:nvPr/>
        </p:nvSpPr>
        <p:spPr>
          <a:xfrm rot="16200000">
            <a:off x="4505960" y="3836035"/>
            <a:ext cx="335280" cy="2327910"/>
          </a:xfrm>
          <a:prstGeom prst="rightBrace">
            <a:avLst>
              <a:gd name="adj1" fmla="val 0"/>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b="1" i="0" u="none" strike="noStrike" kern="1200" cap="none" spc="0" normalizeH="0" baseline="0" noProof="0">
              <a:ln>
                <a:noFill/>
              </a:ln>
              <a:solidFill>
                <a:schemeClr val="tx1"/>
              </a:solidFill>
              <a:effectLst/>
              <a:uLnTx/>
              <a:uFillTx/>
              <a:latin typeface="+mn-lt"/>
              <a:ea typeface="+mn-ea"/>
              <a:cs typeface="+mn-cs"/>
            </a:endParaRPr>
          </a:p>
        </p:txBody>
      </p:sp>
      <p:sp>
        <p:nvSpPr>
          <p:cNvPr id="7" name="平行四边形 6"/>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8" name="矩形 7"/>
          <p:cNvSpPr/>
          <p:nvPr/>
        </p:nvSpPr>
        <p:spPr>
          <a:xfrm>
            <a:off x="679368" y="991032"/>
            <a:ext cx="32372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财务管理的目标概述</a:t>
            </a:r>
          </a:p>
        </p:txBody>
      </p:sp>
      <p:cxnSp>
        <p:nvCxnSpPr>
          <p:cNvPr id="9" name="直接连接符 8"/>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fill="hold"/>
                                        <p:tgtEl>
                                          <p:spTgt spid="25"/>
                                        </p:tgtEl>
                                        <p:attrNameLst>
                                          <p:attrName>ppt_x</p:attrName>
                                        </p:attrNameLst>
                                      </p:cBhvr>
                                      <p:tavLst>
                                        <p:tav tm="0">
                                          <p:val>
                                            <p:strVal val="#ppt_x"/>
                                          </p:val>
                                        </p:tav>
                                        <p:tav tm="100000">
                                          <p:val>
                                            <p:strVal val="#ppt_x"/>
                                          </p:val>
                                        </p:tav>
                                      </p:tavLst>
                                    </p:anim>
                                    <p:anim calcmode="lin" valueType="num">
                                      <p:cBhvr additive="base">
                                        <p:cTn id="24" dur="500" fill="hold"/>
                                        <p:tgtEl>
                                          <p:spTgt spid="25"/>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2" presetClass="entr" presetSubtype="1"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1"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fill="hold"/>
                                        <p:tgtEl>
                                          <p:spTgt spid="6"/>
                                        </p:tgtEl>
                                        <p:attrNameLst>
                                          <p:attrName>ppt_x</p:attrName>
                                        </p:attrNameLst>
                                      </p:cBhvr>
                                      <p:tavLst>
                                        <p:tav tm="0">
                                          <p:val>
                                            <p:strVal val="#ppt_x"/>
                                          </p:val>
                                        </p:tav>
                                        <p:tav tm="100000">
                                          <p:val>
                                            <p:strVal val="#ppt_x"/>
                                          </p:val>
                                        </p:tav>
                                      </p:tavLst>
                                    </p:anim>
                                    <p:anim calcmode="lin" valueType="num">
                                      <p:cBhvr additive="base">
                                        <p:cTn id="35"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barn(inVertical)">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barn(inVertical)">
                                      <p:cBhvr>
                                        <p:cTn id="4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bldLvl="0" animBg="1"/>
      <p:bldP spid="25" grpId="0" bldLvl="0" animBg="1"/>
      <p:bldP spid="26" grpId="0"/>
      <p:bldP spid="27" grpId="0"/>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11.jpg" descr="id:2147518907;FounderCES"/>
          <p:cNvPicPr>
            <a:picLocks noChangeAspect="1"/>
          </p:cNvPicPr>
          <p:nvPr/>
        </p:nvPicPr>
        <p:blipFill>
          <a:blip r:embed="rId2"/>
          <a:stretch>
            <a:fillRect/>
          </a:stretch>
        </p:blipFill>
        <p:spPr>
          <a:xfrm>
            <a:off x="2210435" y="2977515"/>
            <a:ext cx="7029450" cy="3032125"/>
          </a:xfrm>
          <a:prstGeom prst="rect">
            <a:avLst/>
          </a:prstGeom>
          <a:noFill/>
          <a:ln w="9525">
            <a:noFill/>
          </a:ln>
        </p:spPr>
      </p:pic>
      <p:sp>
        <p:nvSpPr>
          <p:cNvPr id="15364" name="矩形 3"/>
          <p:cNvSpPr/>
          <p:nvPr/>
        </p:nvSpPr>
        <p:spPr>
          <a:xfrm>
            <a:off x="1529976" y="1876425"/>
            <a:ext cx="8451589" cy="1101090"/>
          </a:xfrm>
          <a:prstGeom prst="rect">
            <a:avLst/>
          </a:prstGeom>
          <a:noFill/>
          <a:ln w="9525">
            <a:noFill/>
          </a:ln>
        </p:spPr>
        <p:txBody>
          <a:bodyPr>
            <a:noAutofit/>
          </a:bodyPr>
          <a:lstStyle/>
          <a:p>
            <a:pPr algn="just" eaLnBrk="1" hangingPunct="1">
              <a:lnSpc>
                <a:spcPct val="150000"/>
              </a:lnSpc>
            </a:pPr>
            <a:r>
              <a:rPr lang="zh-CN" altLang="en-US" b="1" dirty="0">
                <a:solidFill>
                  <a:schemeClr val="bg1"/>
                </a:solidFill>
                <a:latin typeface="微软雅黑" panose="020B0503020204020204" charset="-122"/>
                <a:ea typeface="微软雅黑" panose="020B0503020204020204" charset="-122"/>
              </a:rPr>
              <a:t>利润最大化的观点认为，企业财务管理的目标是利润最大化，这是因为利润代表了企业新创造的财富，利润越多则企业的财富增加得越多，越接近企业的目标。</a:t>
            </a:r>
          </a:p>
        </p:txBody>
      </p:sp>
      <p:sp>
        <p:nvSpPr>
          <p:cNvPr id="23" name="椭圆 22"/>
          <p:cNvSpPr/>
          <p:nvPr/>
        </p:nvSpPr>
        <p:spPr>
          <a:xfrm>
            <a:off x="6994525" y="1876425"/>
            <a:ext cx="769620" cy="4133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a:off x="7082790" y="3622040"/>
            <a:ext cx="769620" cy="41338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lt1"/>
              </a:solidFill>
              <a:effectLst/>
              <a:uLnTx/>
              <a:uFillTx/>
              <a:latin typeface="+mn-lt"/>
              <a:ea typeface="+mn-ea"/>
              <a:cs typeface="+mn-cs"/>
            </a:endParaRPr>
          </a:p>
        </p:txBody>
      </p:sp>
      <p:sp>
        <p:nvSpPr>
          <p:cNvPr id="4" name="文本框 3"/>
          <p:cNvSpPr txBox="1"/>
          <p:nvPr/>
        </p:nvSpPr>
        <p:spPr>
          <a:xfrm>
            <a:off x="4098925" y="6236970"/>
            <a:ext cx="3665855" cy="368300"/>
          </a:xfrm>
          <a:prstGeom prst="rect">
            <a:avLst/>
          </a:prstGeom>
        </p:spPr>
        <p:txBody>
          <a:bodyPr wrap="square">
            <a:spAutoFit/>
          </a:bodyPr>
          <a:lstStyle/>
          <a:p>
            <a:r>
              <a:rPr lang="zh-CN" altLang="en-US">
                <a:solidFill>
                  <a:srgbClr val="ED028C"/>
                </a:solidFill>
                <a:latin typeface="FZHTK-GBK1-02000067f-Identity-H"/>
                <a:ea typeface="FZHTK-GBK1-02000067f-Identity-H"/>
              </a:rPr>
              <a:t>图</a:t>
            </a:r>
            <a:r>
              <a:rPr lang="zh-CN" altLang="en-US">
                <a:solidFill>
                  <a:srgbClr val="ED028C"/>
                </a:solidFill>
                <a:latin typeface="E-F29-PK7485a2-Identity-H"/>
                <a:ea typeface="E-F29-PK7485a2-Identity-H"/>
              </a:rPr>
              <a:t>１</a:t>
            </a:r>
            <a:r>
              <a:rPr lang="en-US" altLang="zh-CN">
                <a:solidFill>
                  <a:srgbClr val="ED028C"/>
                </a:solidFill>
                <a:latin typeface="宋体" panose="02010600030101010101" pitchFamily="2" charset="-122"/>
                <a:ea typeface="宋体" panose="02010600030101010101" pitchFamily="2" charset="-122"/>
              </a:rPr>
              <a:t>-</a:t>
            </a:r>
            <a:r>
              <a:rPr lang="zh-CN" altLang="en-US">
                <a:solidFill>
                  <a:srgbClr val="ED028C"/>
                </a:solidFill>
                <a:latin typeface="E-F29-PK7485a2-Identity-H"/>
                <a:ea typeface="E-F29-PK7485a2-Identity-H"/>
              </a:rPr>
              <a:t>１ </a:t>
            </a:r>
            <a:r>
              <a:rPr lang="zh-CN" altLang="en-US">
                <a:solidFill>
                  <a:srgbClr val="ED028C"/>
                </a:solidFill>
                <a:latin typeface="FZHTK-GBK1-02000067f-Identity-H"/>
                <a:ea typeface="FZHTK-GBK1-02000067f-Identity-H"/>
              </a:rPr>
              <a:t>财务报表之间的勾稽关系</a:t>
            </a:r>
          </a:p>
        </p:txBody>
      </p:sp>
      <p:sp>
        <p:nvSpPr>
          <p:cNvPr id="2" name="平行四边形 1"/>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8" name="矩形 7"/>
          <p:cNvSpPr/>
          <p:nvPr/>
        </p:nvSpPr>
        <p:spPr>
          <a:xfrm>
            <a:off x="679368" y="991032"/>
            <a:ext cx="32372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以利润最大化为目标</a:t>
            </a:r>
          </a:p>
        </p:txBody>
      </p:sp>
      <p:cxnSp>
        <p:nvCxnSpPr>
          <p:cNvPr id="9" name="直接连接符 8"/>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heel(1)">
                                      <p:cBhvr>
                                        <p:cTn id="7" dur="2000"/>
                                        <p:tgtEl>
                                          <p:spTgt spid="23"/>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heel(1)">
                                      <p:cBhvr>
                                        <p:cTn id="10"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51405" y="4881245"/>
            <a:ext cx="3505835" cy="755015"/>
          </a:xfrm>
          <a:prstGeom prst="rect">
            <a:avLst/>
          </a:prstGeom>
          <a:noFill/>
          <a:ln w="9525">
            <a:noFill/>
          </a:ln>
        </p:spPr>
        <p:txBody>
          <a:bodyPr>
            <a:noAutofit/>
          </a:bodyPr>
          <a:lstStyle/>
          <a:p>
            <a:pPr algn="just" eaLnBrk="1" hangingPunct="1">
              <a:lnSpc>
                <a:spcPct val="150000"/>
              </a:lnSpc>
            </a:pPr>
            <a:r>
              <a:rPr lang="en-US" altLang="zh-CN" sz="2000" b="1" dirty="0">
                <a:solidFill>
                  <a:schemeClr val="bg1"/>
                </a:solidFill>
                <a:latin typeface="微软雅黑" panose="020B0503020204020204" charset="-122"/>
                <a:ea typeface="微软雅黑" panose="020B0503020204020204" charset="-122"/>
              </a:rPr>
              <a:t>      企业增资扩股</a:t>
            </a:r>
            <a:endParaRPr lang="zh-CN" altLang="en-US" sz="2000" b="1" dirty="0">
              <a:solidFill>
                <a:schemeClr val="bg1"/>
              </a:solidFill>
              <a:latin typeface="微软雅黑" panose="020B0503020204020204" charset="-122"/>
              <a:ea typeface="微软雅黑" panose="020B0503020204020204" charset="-122"/>
            </a:endParaRPr>
          </a:p>
          <a:p>
            <a:pPr algn="just" eaLnBrk="1" hangingPunct="1">
              <a:lnSpc>
                <a:spcPct val="150000"/>
              </a:lnSpc>
            </a:pPr>
            <a:r>
              <a:rPr lang="zh-CN" altLang="en-US" sz="2000" b="1" dirty="0">
                <a:solidFill>
                  <a:schemeClr val="bg1"/>
                </a:solidFill>
                <a:latin typeface="微软雅黑" panose="020B0503020204020204" charset="-122"/>
                <a:ea typeface="微软雅黑" panose="020B0503020204020204" charset="-122"/>
              </a:rPr>
              <a:t>考察近三年的盈利情况</a:t>
            </a:r>
          </a:p>
          <a:p>
            <a:pPr algn="just" eaLnBrk="1" hangingPunct="1"/>
            <a:endParaRPr lang="zh-CN" altLang="en-US" sz="2000" b="1" dirty="0">
              <a:solidFill>
                <a:schemeClr val="bg1"/>
              </a:solidFill>
              <a:latin typeface="微软雅黑" panose="020B0503020204020204" charset="-122"/>
              <a:ea typeface="微软雅黑" panose="020B0503020204020204" charset="-122"/>
            </a:endParaRPr>
          </a:p>
        </p:txBody>
      </p:sp>
      <p:sp>
        <p:nvSpPr>
          <p:cNvPr id="14" name="文本框 13"/>
          <p:cNvSpPr txBox="1"/>
          <p:nvPr/>
        </p:nvSpPr>
        <p:spPr>
          <a:xfrm>
            <a:off x="2823210" y="3347424"/>
            <a:ext cx="6167755" cy="398780"/>
          </a:xfrm>
          <a:prstGeom prst="rect">
            <a:avLst/>
          </a:prstGeom>
          <a:noFill/>
        </p:spPr>
        <p:txBody>
          <a:bodyPr wrap="square" rtlCol="0" anchor="t">
            <a:spAutoFit/>
          </a:bodyPr>
          <a:lstStyle/>
          <a:p>
            <a:r>
              <a:rPr lang="zh-CN" altLang="en-US" sz="2000" b="1" dirty="0">
                <a:solidFill>
                  <a:schemeClr val="bg1"/>
                </a:solidFill>
                <a:latin typeface="微软雅黑" panose="020B0503020204020204" charset="-122"/>
                <a:ea typeface="微软雅黑" panose="020B0503020204020204" charset="-122"/>
                <a:sym typeface="+mn-ea"/>
              </a:rPr>
              <a:t>目前我国企业的业绩评价很多情况仍以利润为基础</a:t>
            </a:r>
          </a:p>
        </p:txBody>
      </p:sp>
      <p:sp>
        <p:nvSpPr>
          <p:cNvPr id="15" name="椭圆 14"/>
          <p:cNvSpPr/>
          <p:nvPr/>
        </p:nvSpPr>
        <p:spPr>
          <a:xfrm>
            <a:off x="5030470" y="1687195"/>
            <a:ext cx="1518920" cy="1482725"/>
          </a:xfrm>
          <a:prstGeom prst="ellipse">
            <a:avLst/>
          </a:prstGeom>
          <a:solidFill>
            <a:srgbClr val="B8DF34"/>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b="1"/>
          </a:p>
        </p:txBody>
      </p:sp>
      <p:sp>
        <p:nvSpPr>
          <p:cNvPr id="16" name="文本框 15"/>
          <p:cNvSpPr txBox="1"/>
          <p:nvPr/>
        </p:nvSpPr>
        <p:spPr>
          <a:xfrm>
            <a:off x="5154295" y="2167890"/>
            <a:ext cx="1271270" cy="521970"/>
          </a:xfrm>
          <a:prstGeom prst="rect">
            <a:avLst/>
          </a:prstGeom>
          <a:noFill/>
        </p:spPr>
        <p:txBody>
          <a:bodyPr wrap="square" rtlCol="0">
            <a:spAutoFit/>
          </a:bodyPr>
          <a:lstStyle/>
          <a:p>
            <a:r>
              <a:rPr lang="zh-CN" altLang="en-US" sz="2800" b="1">
                <a:solidFill>
                  <a:schemeClr val="bg1"/>
                </a:solidFill>
              </a:rPr>
              <a:t>合理性</a:t>
            </a:r>
          </a:p>
        </p:txBody>
      </p:sp>
      <p:sp>
        <p:nvSpPr>
          <p:cNvPr id="20" name="左箭头 19"/>
          <p:cNvSpPr/>
          <p:nvPr/>
        </p:nvSpPr>
        <p:spPr>
          <a:xfrm rot="19080000">
            <a:off x="4363085" y="4093845"/>
            <a:ext cx="1329690" cy="448310"/>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左箭头 20"/>
          <p:cNvSpPr/>
          <p:nvPr/>
        </p:nvSpPr>
        <p:spPr>
          <a:xfrm rot="2520000" flipH="1">
            <a:off x="5843270" y="4076065"/>
            <a:ext cx="1276985" cy="448310"/>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2" name="文本框 21"/>
          <p:cNvSpPr txBox="1"/>
          <p:nvPr/>
        </p:nvSpPr>
        <p:spPr>
          <a:xfrm>
            <a:off x="6409690" y="4881245"/>
            <a:ext cx="3117215" cy="961289"/>
          </a:xfrm>
          <a:prstGeom prst="rect">
            <a:avLst/>
          </a:prstGeom>
          <a:noFill/>
        </p:spPr>
        <p:txBody>
          <a:bodyPr wrap="square" rtlCol="0" anchor="t">
            <a:spAutoFit/>
          </a:bodyPr>
          <a:lstStyle/>
          <a:p>
            <a:pPr algn="just" eaLnBrk="1" hangingPunct="1">
              <a:lnSpc>
                <a:spcPct val="150000"/>
              </a:lnSpc>
            </a:pPr>
            <a:r>
              <a:rPr lang="en-US" altLang="zh-CN" sz="2000" b="1" dirty="0">
                <a:solidFill>
                  <a:schemeClr val="bg1"/>
                </a:solidFill>
                <a:latin typeface="微软雅黑" panose="020B0503020204020204" charset="-122"/>
                <a:ea typeface="微软雅黑" panose="020B0503020204020204" charset="-122"/>
                <a:sym typeface="+mn-ea"/>
              </a:rPr>
              <a:t>      </a:t>
            </a:r>
            <a:r>
              <a:rPr lang="zh-CN" altLang="en-US" sz="2000" b="1" dirty="0">
                <a:solidFill>
                  <a:schemeClr val="bg1"/>
                </a:solidFill>
                <a:latin typeface="微软雅黑" panose="020B0503020204020204" charset="-122"/>
                <a:ea typeface="微软雅黑" panose="020B0503020204020204" charset="-122"/>
                <a:sym typeface="+mn-ea"/>
              </a:rPr>
              <a:t>通常以利润为主</a:t>
            </a:r>
          </a:p>
          <a:p>
            <a:pPr algn="just" eaLnBrk="1" hangingPunct="1">
              <a:lnSpc>
                <a:spcPct val="150000"/>
              </a:lnSpc>
            </a:pPr>
            <a:r>
              <a:rPr lang="zh-CN" altLang="en-US" sz="2000" b="1" dirty="0">
                <a:solidFill>
                  <a:schemeClr val="bg1"/>
                </a:solidFill>
                <a:latin typeface="微软雅黑" panose="020B0503020204020204" charset="-122"/>
                <a:ea typeface="微软雅黑" panose="020B0503020204020204" charset="-122"/>
                <a:sym typeface="+mn-ea"/>
              </a:rPr>
              <a:t>评价企业经理人员的业绩</a:t>
            </a:r>
          </a:p>
        </p:txBody>
      </p:sp>
      <p:sp>
        <p:nvSpPr>
          <p:cNvPr id="9" name="平行四边形 8">
            <a:extLst>
              <a:ext uri="{FF2B5EF4-FFF2-40B4-BE49-F238E27FC236}">
                <a16:creationId xmlns:a16="http://schemas.microsoft.com/office/drawing/2014/main" id="{2E8FB6AF-B44C-482C-B5B9-EFC765B88447}"/>
              </a:ext>
            </a:extLst>
          </p:cNvPr>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0" name="矩形 9">
            <a:extLst>
              <a:ext uri="{FF2B5EF4-FFF2-40B4-BE49-F238E27FC236}">
                <a16:creationId xmlns:a16="http://schemas.microsoft.com/office/drawing/2014/main" id="{0F5D074D-3501-4855-9776-0B218A6C8AC5}"/>
              </a:ext>
            </a:extLst>
          </p:cNvPr>
          <p:cNvSpPr/>
          <p:nvPr/>
        </p:nvSpPr>
        <p:spPr>
          <a:xfrm>
            <a:off x="679368" y="991032"/>
            <a:ext cx="32372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以利润最大化为目标</a:t>
            </a:r>
          </a:p>
        </p:txBody>
      </p:sp>
      <p:sp>
        <p:nvSpPr>
          <p:cNvPr id="11" name="图形 38">
            <a:extLst>
              <a:ext uri="{FF2B5EF4-FFF2-40B4-BE49-F238E27FC236}">
                <a16:creationId xmlns:a16="http://schemas.microsoft.com/office/drawing/2014/main" id="{2B24AF94-80E5-4406-8992-6C7198FE86E5}"/>
              </a:ext>
            </a:extLst>
          </p:cNvPr>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6"/>
          <p:cNvSpPr/>
          <p:nvPr/>
        </p:nvSpPr>
        <p:spPr>
          <a:xfrm>
            <a:off x="2184400" y="1985645"/>
            <a:ext cx="3249930" cy="84455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90000"/>
              </a:lnSpc>
              <a:spcBef>
                <a:spcPts val="1000"/>
              </a:spcBef>
              <a:buClr>
                <a:srgbClr val="0070C0"/>
              </a:buClr>
              <a:buSzTx/>
              <a:buFontTx/>
              <a:buChar char="•"/>
            </a:pPr>
            <a:r>
              <a:rPr lang="zh-CN" altLang="zh-CN" sz="1800" b="1" dirty="0">
                <a:solidFill>
                  <a:schemeClr val="bg1"/>
                </a:solidFill>
                <a:latin typeface="Calibri" panose="020F0502020204030204" charset="0"/>
                <a:sym typeface="Calibri" panose="020F0502020204030204" charset="0"/>
              </a:rPr>
              <a:t>没有考虑利润实现的时间</a:t>
            </a:r>
            <a:r>
              <a:rPr lang="zh-CN" altLang="en-US" sz="1800" b="1" dirty="0">
                <a:solidFill>
                  <a:schemeClr val="bg1"/>
                </a:solidFill>
                <a:latin typeface="Calibri" panose="020F0502020204030204" charset="0"/>
                <a:sym typeface="Calibri" panose="020F0502020204030204" charset="0"/>
              </a:rPr>
              <a:t>，</a:t>
            </a:r>
            <a:r>
              <a:rPr lang="zh-CN" altLang="zh-CN" sz="1800" b="1" dirty="0">
                <a:solidFill>
                  <a:schemeClr val="bg1"/>
                </a:solidFill>
                <a:latin typeface="Calibri" panose="020F0502020204030204" charset="0"/>
                <a:sym typeface="Calibri" panose="020F0502020204030204" charset="0"/>
              </a:rPr>
              <a:t>没有考虑项目报酬的时间价值</a:t>
            </a:r>
            <a:endParaRPr lang="zh-CN" altLang="zh-CN" sz="1800" b="1" dirty="0">
              <a:solidFill>
                <a:schemeClr val="bg1"/>
              </a:solidFill>
              <a:latin typeface="Calibri" panose="020F0502020204030204" charset="0"/>
              <a:ea typeface="微软雅黑" panose="020B0503020204020204" charset="-122"/>
              <a:sym typeface="Calibri" panose="020F0502020204030204" charset="0"/>
            </a:endParaRPr>
          </a:p>
        </p:txBody>
      </p:sp>
      <p:sp>
        <p:nvSpPr>
          <p:cNvPr id="29" name="TextBox 6"/>
          <p:cNvSpPr/>
          <p:nvPr/>
        </p:nvSpPr>
        <p:spPr>
          <a:xfrm>
            <a:off x="7458710" y="4120515"/>
            <a:ext cx="3757295" cy="59690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90000"/>
              </a:lnSpc>
              <a:spcBef>
                <a:spcPts val="1000"/>
              </a:spcBef>
              <a:buClr>
                <a:srgbClr val="0070C0"/>
              </a:buClr>
              <a:buSzTx/>
              <a:buFontTx/>
              <a:buChar char="•"/>
            </a:pPr>
            <a:r>
              <a:rPr lang="zh-CN" altLang="zh-CN" sz="1800" b="1" dirty="0">
                <a:solidFill>
                  <a:schemeClr val="bg1"/>
                </a:solidFill>
                <a:latin typeface="Calibri" panose="020F0502020204030204" charset="0"/>
                <a:sym typeface="Calibri" panose="020F0502020204030204" charset="0"/>
              </a:rPr>
              <a:t>没有考虑利润和投入资本的关系</a:t>
            </a:r>
            <a:endParaRPr lang="zh-CN" altLang="zh-CN" sz="1800" b="1" dirty="0">
              <a:solidFill>
                <a:schemeClr val="bg1"/>
              </a:solidFill>
              <a:latin typeface="Calibri" panose="020F0502020204030204" charset="0"/>
              <a:ea typeface="微软雅黑" panose="020B0503020204020204" charset="-122"/>
              <a:sym typeface="Calibri" panose="020F0502020204030204" charset="0"/>
            </a:endParaRPr>
          </a:p>
        </p:txBody>
      </p:sp>
      <p:sp>
        <p:nvSpPr>
          <p:cNvPr id="30" name="TextBox 6"/>
          <p:cNvSpPr/>
          <p:nvPr/>
        </p:nvSpPr>
        <p:spPr>
          <a:xfrm>
            <a:off x="7367270" y="2830195"/>
            <a:ext cx="2887345" cy="59690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90000"/>
              </a:lnSpc>
              <a:spcBef>
                <a:spcPts val="1000"/>
              </a:spcBef>
              <a:buClr>
                <a:srgbClr val="0070C0"/>
              </a:buClr>
              <a:buSzTx/>
              <a:buFontTx/>
              <a:buChar char="•"/>
            </a:pPr>
            <a:r>
              <a:rPr lang="zh-CN" altLang="zh-CN" sz="1800" b="1" dirty="0">
                <a:solidFill>
                  <a:schemeClr val="bg1"/>
                </a:solidFill>
                <a:latin typeface="Calibri" panose="020F0502020204030204" charset="0"/>
                <a:sym typeface="Calibri" panose="020F0502020204030204" charset="0"/>
              </a:rPr>
              <a:t>没能有效地考虑风险问题</a:t>
            </a:r>
            <a:endParaRPr lang="zh-CN" altLang="zh-CN" sz="1800" b="1" dirty="0">
              <a:solidFill>
                <a:schemeClr val="bg1"/>
              </a:solidFill>
              <a:latin typeface="Calibri" panose="020F0502020204030204" charset="0"/>
              <a:ea typeface="微软雅黑" panose="020B0503020204020204" charset="-122"/>
              <a:sym typeface="Calibri" panose="020F0502020204030204" charset="0"/>
            </a:endParaRPr>
          </a:p>
        </p:txBody>
      </p:sp>
      <p:sp>
        <p:nvSpPr>
          <p:cNvPr id="31" name="TextBox 6"/>
          <p:cNvSpPr/>
          <p:nvPr/>
        </p:nvSpPr>
        <p:spPr>
          <a:xfrm>
            <a:off x="6609080" y="5527040"/>
            <a:ext cx="3398520" cy="59690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90000"/>
              </a:lnSpc>
              <a:spcBef>
                <a:spcPts val="1000"/>
              </a:spcBef>
              <a:buClr>
                <a:srgbClr val="0070C0"/>
              </a:buClr>
              <a:buSzTx/>
              <a:buFontTx/>
              <a:buChar char="•"/>
            </a:pPr>
            <a:r>
              <a:rPr lang="zh-CN" altLang="zh-CN" sz="1800" b="1" dirty="0">
                <a:solidFill>
                  <a:schemeClr val="bg1"/>
                </a:solidFill>
                <a:latin typeface="Calibri" panose="020F0502020204030204" charset="0"/>
                <a:sym typeface="Calibri" panose="020F0502020204030204" charset="0"/>
              </a:rPr>
              <a:t>不能反映企业未来的盈利能力</a:t>
            </a:r>
            <a:endParaRPr lang="zh-CN" altLang="zh-CN" sz="1800" b="1" dirty="0">
              <a:solidFill>
                <a:schemeClr val="bg1"/>
              </a:solidFill>
              <a:latin typeface="Calibri" panose="020F0502020204030204" charset="0"/>
              <a:ea typeface="微软雅黑" panose="020B0503020204020204" charset="-122"/>
              <a:sym typeface="Calibri" panose="020F0502020204030204" charset="0"/>
            </a:endParaRPr>
          </a:p>
        </p:txBody>
      </p:sp>
      <p:sp>
        <p:nvSpPr>
          <p:cNvPr id="32" name="TextBox 6"/>
          <p:cNvSpPr/>
          <p:nvPr/>
        </p:nvSpPr>
        <p:spPr>
          <a:xfrm>
            <a:off x="2184400" y="4215765"/>
            <a:ext cx="2433955" cy="59690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90000"/>
              </a:lnSpc>
              <a:spcBef>
                <a:spcPts val="1000"/>
              </a:spcBef>
              <a:buClr>
                <a:srgbClr val="0070C0"/>
              </a:buClr>
              <a:buSzTx/>
              <a:buFontTx/>
              <a:buChar char="•"/>
            </a:pPr>
            <a:r>
              <a:rPr lang="zh-CN" altLang="zh-CN" sz="1800" b="1" dirty="0">
                <a:solidFill>
                  <a:schemeClr val="bg1"/>
                </a:solidFill>
                <a:latin typeface="Calibri" panose="020F0502020204030204" charset="0"/>
                <a:sym typeface="Calibri" panose="020F0502020204030204" charset="0"/>
              </a:rPr>
              <a:t>会使企业财务决策带有短期行为的倾向</a:t>
            </a:r>
            <a:endParaRPr lang="zh-CN" altLang="zh-CN" sz="1800" b="1" dirty="0">
              <a:solidFill>
                <a:schemeClr val="bg1"/>
              </a:solidFill>
              <a:latin typeface="Calibri" panose="020F0502020204030204" charset="0"/>
              <a:ea typeface="微软雅黑" panose="020B0503020204020204" charset="-122"/>
              <a:sym typeface="Calibri" panose="020F0502020204030204" charset="0"/>
            </a:endParaRPr>
          </a:p>
        </p:txBody>
      </p:sp>
      <p:sp>
        <p:nvSpPr>
          <p:cNvPr id="33" name="Line 30"/>
          <p:cNvSpPr/>
          <p:nvPr/>
        </p:nvSpPr>
        <p:spPr>
          <a:xfrm flipH="1" flipV="1">
            <a:off x="2352040" y="2555240"/>
            <a:ext cx="2823845" cy="4445"/>
          </a:xfrm>
          <a:prstGeom prst="line">
            <a:avLst/>
          </a:prstGeom>
          <a:ln w="9525" cap="flat" cmpd="sng">
            <a:solidFill>
              <a:srgbClr val="3C8C93"/>
            </a:solidFill>
            <a:prstDash val="sysDot"/>
            <a:headEnd type="none" w="med" len="med"/>
            <a:tailEnd type="none" w="med" len="med"/>
          </a:ln>
        </p:spPr>
      </p:sp>
      <p:sp>
        <p:nvSpPr>
          <p:cNvPr id="34" name="Line 31"/>
          <p:cNvSpPr/>
          <p:nvPr/>
        </p:nvSpPr>
        <p:spPr>
          <a:xfrm flipH="1" flipV="1">
            <a:off x="7606665" y="3175000"/>
            <a:ext cx="2400935" cy="41275"/>
          </a:xfrm>
          <a:prstGeom prst="line">
            <a:avLst/>
          </a:prstGeom>
          <a:ln w="9525" cap="flat" cmpd="sng">
            <a:solidFill>
              <a:srgbClr val="3C8C93"/>
            </a:solidFill>
            <a:prstDash val="sysDot"/>
            <a:headEnd type="none" w="med" len="med"/>
            <a:tailEnd type="none" w="med" len="med"/>
          </a:ln>
        </p:spPr>
      </p:sp>
      <p:sp>
        <p:nvSpPr>
          <p:cNvPr id="35" name="Line 32"/>
          <p:cNvSpPr/>
          <p:nvPr/>
        </p:nvSpPr>
        <p:spPr>
          <a:xfrm flipH="1">
            <a:off x="1376045" y="3771265"/>
            <a:ext cx="2753995" cy="10160"/>
          </a:xfrm>
          <a:prstGeom prst="line">
            <a:avLst/>
          </a:prstGeom>
          <a:ln w="9525" cap="flat" cmpd="sng">
            <a:solidFill>
              <a:srgbClr val="3C8C93"/>
            </a:solidFill>
            <a:prstDash val="sysDot"/>
            <a:headEnd type="none" w="med" len="med"/>
            <a:tailEnd type="none" w="med" len="med"/>
          </a:ln>
        </p:spPr>
      </p:sp>
      <p:sp>
        <p:nvSpPr>
          <p:cNvPr id="36" name="Line 33"/>
          <p:cNvSpPr/>
          <p:nvPr/>
        </p:nvSpPr>
        <p:spPr>
          <a:xfrm flipH="1">
            <a:off x="2352040" y="4802505"/>
            <a:ext cx="1990090" cy="10160"/>
          </a:xfrm>
          <a:prstGeom prst="line">
            <a:avLst/>
          </a:prstGeom>
          <a:ln w="9525" cap="flat" cmpd="sng">
            <a:solidFill>
              <a:srgbClr val="3C8C93"/>
            </a:solidFill>
            <a:prstDash val="sysDot"/>
            <a:headEnd type="none" w="med" len="med"/>
            <a:tailEnd type="none" w="med" len="med"/>
          </a:ln>
        </p:spPr>
      </p:sp>
      <p:sp>
        <p:nvSpPr>
          <p:cNvPr id="37" name="Line 34"/>
          <p:cNvSpPr/>
          <p:nvPr/>
        </p:nvSpPr>
        <p:spPr>
          <a:xfrm flipH="1">
            <a:off x="7686040" y="4476750"/>
            <a:ext cx="3032760" cy="5080"/>
          </a:xfrm>
          <a:prstGeom prst="line">
            <a:avLst/>
          </a:prstGeom>
          <a:ln w="9525" cap="flat" cmpd="sng">
            <a:solidFill>
              <a:srgbClr val="3C8C93"/>
            </a:solidFill>
            <a:prstDash val="sysDot"/>
            <a:headEnd type="none" w="med" len="med"/>
            <a:tailEnd type="none" w="med" len="med"/>
          </a:ln>
        </p:spPr>
      </p:sp>
      <p:sp>
        <p:nvSpPr>
          <p:cNvPr id="38" name="Line 35"/>
          <p:cNvSpPr/>
          <p:nvPr/>
        </p:nvSpPr>
        <p:spPr>
          <a:xfrm flipH="1" flipV="1">
            <a:off x="6901815" y="5863590"/>
            <a:ext cx="2698750" cy="6985"/>
          </a:xfrm>
          <a:prstGeom prst="line">
            <a:avLst/>
          </a:prstGeom>
          <a:ln w="9525" cap="flat" cmpd="sng">
            <a:solidFill>
              <a:srgbClr val="3C8C93"/>
            </a:solidFill>
            <a:prstDash val="sysDot"/>
            <a:headEnd type="none" w="med" len="med"/>
            <a:tailEnd type="none" w="med" len="med"/>
          </a:ln>
        </p:spPr>
      </p:sp>
      <p:sp>
        <p:nvSpPr>
          <p:cNvPr id="39" name="Freeform 5"/>
          <p:cNvSpPr>
            <a:spLocks noEditPoints="1"/>
          </p:cNvSpPr>
          <p:nvPr/>
        </p:nvSpPr>
        <p:spPr>
          <a:xfrm>
            <a:off x="5364480" y="2313940"/>
            <a:ext cx="1113790" cy="1719580"/>
          </a:xfrm>
          <a:custGeom>
            <a:avLst/>
            <a:gdLst>
              <a:gd name="txL" fmla="*/ 0 w 34"/>
              <a:gd name="txT" fmla="*/ 0 h 52"/>
              <a:gd name="txR" fmla="*/ 34 w 34"/>
              <a:gd name="txB" fmla="*/ 52 h 52"/>
            </a:gdLst>
            <a:ahLst/>
            <a:cxnLst>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 h="52">
                <a:moveTo>
                  <a:pt x="34" y="18"/>
                </a:moveTo>
                <a:cubicBezTo>
                  <a:pt x="34" y="8"/>
                  <a:pt x="27" y="1"/>
                  <a:pt x="17" y="1"/>
                </a:cubicBezTo>
                <a:cubicBezTo>
                  <a:pt x="8" y="0"/>
                  <a:pt x="0" y="8"/>
                  <a:pt x="0" y="18"/>
                </a:cubicBezTo>
                <a:cubicBezTo>
                  <a:pt x="0" y="21"/>
                  <a:pt x="1" y="24"/>
                  <a:pt x="2" y="26"/>
                </a:cubicBezTo>
                <a:cubicBezTo>
                  <a:pt x="2" y="26"/>
                  <a:pt x="2" y="26"/>
                  <a:pt x="2" y="26"/>
                </a:cubicBezTo>
                <a:cubicBezTo>
                  <a:pt x="17" y="52"/>
                  <a:pt x="17" y="52"/>
                  <a:pt x="17" y="52"/>
                </a:cubicBezTo>
                <a:cubicBezTo>
                  <a:pt x="32" y="26"/>
                  <a:pt x="32" y="26"/>
                  <a:pt x="32" y="26"/>
                </a:cubicBezTo>
                <a:cubicBezTo>
                  <a:pt x="32" y="26"/>
                  <a:pt x="32" y="26"/>
                  <a:pt x="32" y="26"/>
                </a:cubicBezTo>
                <a:cubicBezTo>
                  <a:pt x="33" y="24"/>
                  <a:pt x="34" y="21"/>
                  <a:pt x="34" y="18"/>
                </a:cubicBezTo>
                <a:close/>
                <a:moveTo>
                  <a:pt x="17" y="32"/>
                </a:moveTo>
                <a:cubicBezTo>
                  <a:pt x="9" y="32"/>
                  <a:pt x="3" y="26"/>
                  <a:pt x="3" y="18"/>
                </a:cubicBezTo>
                <a:cubicBezTo>
                  <a:pt x="3" y="10"/>
                  <a:pt x="9" y="3"/>
                  <a:pt x="17" y="3"/>
                </a:cubicBezTo>
                <a:cubicBezTo>
                  <a:pt x="25" y="3"/>
                  <a:pt x="31" y="10"/>
                  <a:pt x="31" y="18"/>
                </a:cubicBezTo>
                <a:cubicBezTo>
                  <a:pt x="31" y="26"/>
                  <a:pt x="25" y="32"/>
                  <a:pt x="17" y="32"/>
                </a:cubicBezTo>
                <a:close/>
              </a:path>
            </a:pathLst>
          </a:custGeom>
          <a:solidFill>
            <a:srgbClr val="3C8C93">
              <a:alpha val="100000"/>
            </a:srgbClr>
          </a:solidFill>
          <a:ln w="9525">
            <a:noFill/>
          </a:ln>
        </p:spPr>
        <p:txBody>
          <a:bodyPr/>
          <a:lstStyle/>
          <a:p>
            <a:endParaRPr lang="zh-CN" altLang="en-US">
              <a:solidFill>
                <a:schemeClr val="bg1"/>
              </a:solidFill>
            </a:endParaRPr>
          </a:p>
        </p:txBody>
      </p:sp>
      <p:sp>
        <p:nvSpPr>
          <p:cNvPr id="40" name="Freeform 6"/>
          <p:cNvSpPr>
            <a:spLocks noEditPoints="1"/>
          </p:cNvSpPr>
          <p:nvPr/>
        </p:nvSpPr>
        <p:spPr>
          <a:xfrm>
            <a:off x="5419090" y="4129405"/>
            <a:ext cx="1189990" cy="1659890"/>
          </a:xfrm>
          <a:custGeom>
            <a:avLst/>
            <a:gdLst>
              <a:gd name="txL" fmla="*/ 0 w 34"/>
              <a:gd name="txT" fmla="*/ 0 h 52"/>
              <a:gd name="txR" fmla="*/ 34 w 34"/>
              <a:gd name="txB" fmla="*/ 52 h 52"/>
            </a:gdLst>
            <a:ahLst/>
            <a:cxnLst>
              <a:cxn ang="0">
                <a:pos x="0"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4" h="52">
                <a:moveTo>
                  <a:pt x="0" y="35"/>
                </a:moveTo>
                <a:cubicBezTo>
                  <a:pt x="0" y="44"/>
                  <a:pt x="8" y="52"/>
                  <a:pt x="17" y="52"/>
                </a:cubicBezTo>
                <a:cubicBezTo>
                  <a:pt x="27" y="52"/>
                  <a:pt x="34" y="44"/>
                  <a:pt x="34" y="35"/>
                </a:cubicBezTo>
                <a:cubicBezTo>
                  <a:pt x="34" y="32"/>
                  <a:pt x="34" y="29"/>
                  <a:pt x="32" y="26"/>
                </a:cubicBezTo>
                <a:cubicBezTo>
                  <a:pt x="32" y="26"/>
                  <a:pt x="32" y="26"/>
                  <a:pt x="32" y="26"/>
                </a:cubicBezTo>
                <a:cubicBezTo>
                  <a:pt x="17" y="0"/>
                  <a:pt x="17" y="0"/>
                  <a:pt x="17" y="0"/>
                </a:cubicBezTo>
                <a:cubicBezTo>
                  <a:pt x="2" y="26"/>
                  <a:pt x="2" y="26"/>
                  <a:pt x="2" y="26"/>
                </a:cubicBezTo>
                <a:cubicBezTo>
                  <a:pt x="2" y="26"/>
                  <a:pt x="2" y="26"/>
                  <a:pt x="2" y="26"/>
                </a:cubicBezTo>
                <a:cubicBezTo>
                  <a:pt x="1" y="29"/>
                  <a:pt x="0" y="32"/>
                  <a:pt x="0" y="35"/>
                </a:cubicBezTo>
                <a:close/>
                <a:moveTo>
                  <a:pt x="17" y="21"/>
                </a:moveTo>
                <a:cubicBezTo>
                  <a:pt x="25" y="21"/>
                  <a:pt x="31" y="27"/>
                  <a:pt x="31" y="35"/>
                </a:cubicBezTo>
                <a:cubicBezTo>
                  <a:pt x="31" y="43"/>
                  <a:pt x="25" y="49"/>
                  <a:pt x="17" y="49"/>
                </a:cubicBezTo>
                <a:cubicBezTo>
                  <a:pt x="9" y="49"/>
                  <a:pt x="3" y="43"/>
                  <a:pt x="3" y="35"/>
                </a:cubicBezTo>
                <a:cubicBezTo>
                  <a:pt x="3" y="27"/>
                  <a:pt x="9" y="21"/>
                  <a:pt x="17" y="21"/>
                </a:cubicBezTo>
                <a:close/>
              </a:path>
            </a:pathLst>
          </a:custGeom>
          <a:solidFill>
            <a:srgbClr val="FBCE45">
              <a:alpha val="100000"/>
            </a:srgbClr>
          </a:solidFill>
          <a:ln w="9525">
            <a:noFill/>
          </a:ln>
        </p:spPr>
        <p:txBody>
          <a:bodyPr/>
          <a:lstStyle/>
          <a:p>
            <a:endParaRPr lang="zh-CN" altLang="en-US">
              <a:solidFill>
                <a:schemeClr val="bg1"/>
              </a:solidFill>
            </a:endParaRPr>
          </a:p>
        </p:txBody>
      </p:sp>
      <p:sp>
        <p:nvSpPr>
          <p:cNvPr id="41" name="Freeform 7"/>
          <p:cNvSpPr>
            <a:spLocks noEditPoints="1"/>
          </p:cNvSpPr>
          <p:nvPr/>
        </p:nvSpPr>
        <p:spPr>
          <a:xfrm>
            <a:off x="4345940" y="2910840"/>
            <a:ext cx="1635125" cy="1224280"/>
          </a:xfrm>
          <a:custGeom>
            <a:avLst/>
            <a:gdLst>
              <a:gd name="txL" fmla="*/ 0 w 50"/>
              <a:gd name="txT" fmla="*/ 0 h 37"/>
              <a:gd name="txR" fmla="*/ 50 w 50"/>
              <a:gd name="txB" fmla="*/ 37 h 3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0" h="37">
                <a:moveTo>
                  <a:pt x="29" y="4"/>
                </a:moveTo>
                <a:cubicBezTo>
                  <a:pt x="20" y="0"/>
                  <a:pt x="10" y="2"/>
                  <a:pt x="5" y="11"/>
                </a:cubicBezTo>
                <a:cubicBezTo>
                  <a:pt x="0" y="19"/>
                  <a:pt x="3" y="29"/>
                  <a:pt x="11" y="34"/>
                </a:cubicBezTo>
                <a:cubicBezTo>
                  <a:pt x="14" y="36"/>
                  <a:pt x="17" y="37"/>
                  <a:pt x="20" y="37"/>
                </a:cubicBezTo>
                <a:cubicBezTo>
                  <a:pt x="20" y="37"/>
                  <a:pt x="20" y="37"/>
                  <a:pt x="20" y="37"/>
                </a:cubicBezTo>
                <a:cubicBezTo>
                  <a:pt x="50" y="37"/>
                  <a:pt x="50" y="37"/>
                  <a:pt x="50" y="37"/>
                </a:cubicBezTo>
                <a:cubicBezTo>
                  <a:pt x="35" y="11"/>
                  <a:pt x="35" y="11"/>
                  <a:pt x="35" y="11"/>
                </a:cubicBezTo>
                <a:cubicBezTo>
                  <a:pt x="35" y="11"/>
                  <a:pt x="35" y="11"/>
                  <a:pt x="35" y="11"/>
                </a:cubicBezTo>
                <a:cubicBezTo>
                  <a:pt x="34" y="8"/>
                  <a:pt x="31" y="6"/>
                  <a:pt x="29" y="4"/>
                </a:cubicBezTo>
                <a:close/>
                <a:moveTo>
                  <a:pt x="32" y="26"/>
                </a:moveTo>
                <a:cubicBezTo>
                  <a:pt x="28" y="33"/>
                  <a:pt x="20" y="36"/>
                  <a:pt x="13" y="32"/>
                </a:cubicBezTo>
                <a:cubicBezTo>
                  <a:pt x="6" y="28"/>
                  <a:pt x="4" y="19"/>
                  <a:pt x="8" y="12"/>
                </a:cubicBezTo>
                <a:cubicBezTo>
                  <a:pt x="12" y="5"/>
                  <a:pt x="20" y="3"/>
                  <a:pt x="27" y="7"/>
                </a:cubicBezTo>
                <a:cubicBezTo>
                  <a:pt x="34" y="11"/>
                  <a:pt x="36" y="20"/>
                  <a:pt x="32" y="26"/>
                </a:cubicBezTo>
                <a:close/>
              </a:path>
            </a:pathLst>
          </a:custGeom>
          <a:solidFill>
            <a:srgbClr val="FBCE45">
              <a:alpha val="100000"/>
            </a:srgbClr>
          </a:solidFill>
          <a:ln w="9525">
            <a:noFill/>
          </a:ln>
        </p:spPr>
        <p:txBody>
          <a:bodyPr/>
          <a:lstStyle/>
          <a:p>
            <a:endParaRPr lang="zh-CN" altLang="en-US">
              <a:solidFill>
                <a:schemeClr val="bg1"/>
              </a:solidFill>
            </a:endParaRPr>
          </a:p>
        </p:txBody>
      </p:sp>
      <p:sp>
        <p:nvSpPr>
          <p:cNvPr id="42" name="Freeform 8"/>
          <p:cNvSpPr>
            <a:spLocks noEditPoints="1"/>
          </p:cNvSpPr>
          <p:nvPr/>
        </p:nvSpPr>
        <p:spPr>
          <a:xfrm>
            <a:off x="6015990" y="4120515"/>
            <a:ext cx="1635125" cy="1224280"/>
          </a:xfrm>
          <a:custGeom>
            <a:avLst/>
            <a:gdLst>
              <a:gd name="txL" fmla="*/ 0 w 50"/>
              <a:gd name="txT" fmla="*/ 0 h 37"/>
              <a:gd name="txR" fmla="*/ 50 w 50"/>
              <a:gd name="txB" fmla="*/ 37 h 37"/>
            </a:gdLst>
            <a:ahLst/>
            <a:cxnLst>
              <a:cxn ang="0">
                <a:pos x="2147483646" y="2147483646"/>
              </a:cxn>
              <a:cxn ang="0">
                <a:pos x="2147483646" y="2147483646"/>
              </a:cxn>
              <a:cxn ang="0">
                <a:pos x="2147483646" y="2147483646"/>
              </a:cxn>
              <a:cxn ang="0">
                <a:pos x="2147483646" y="0"/>
              </a:cxn>
              <a:cxn ang="0">
                <a:pos x="2147483646" y="0"/>
              </a:cxn>
              <a:cxn ang="0">
                <a:pos x="0"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0" h="37">
                <a:moveTo>
                  <a:pt x="22" y="32"/>
                </a:moveTo>
                <a:cubicBezTo>
                  <a:pt x="30" y="37"/>
                  <a:pt x="40" y="34"/>
                  <a:pt x="45" y="26"/>
                </a:cubicBezTo>
                <a:cubicBezTo>
                  <a:pt x="50" y="18"/>
                  <a:pt x="47" y="7"/>
                  <a:pt x="39" y="2"/>
                </a:cubicBezTo>
                <a:cubicBezTo>
                  <a:pt x="36" y="1"/>
                  <a:pt x="33" y="0"/>
                  <a:pt x="30" y="0"/>
                </a:cubicBezTo>
                <a:cubicBezTo>
                  <a:pt x="30" y="0"/>
                  <a:pt x="30" y="0"/>
                  <a:pt x="30" y="0"/>
                </a:cubicBezTo>
                <a:cubicBezTo>
                  <a:pt x="0" y="0"/>
                  <a:pt x="0" y="0"/>
                  <a:pt x="0" y="0"/>
                </a:cubicBezTo>
                <a:cubicBezTo>
                  <a:pt x="15" y="26"/>
                  <a:pt x="15" y="26"/>
                  <a:pt x="15" y="26"/>
                </a:cubicBezTo>
                <a:cubicBezTo>
                  <a:pt x="15" y="26"/>
                  <a:pt x="15" y="26"/>
                  <a:pt x="15" y="26"/>
                </a:cubicBezTo>
                <a:cubicBezTo>
                  <a:pt x="17" y="28"/>
                  <a:pt x="19" y="31"/>
                  <a:pt x="22" y="32"/>
                </a:cubicBezTo>
                <a:close/>
                <a:moveTo>
                  <a:pt x="18" y="10"/>
                </a:moveTo>
                <a:cubicBezTo>
                  <a:pt x="22" y="3"/>
                  <a:pt x="31" y="1"/>
                  <a:pt x="37" y="5"/>
                </a:cubicBezTo>
                <a:cubicBezTo>
                  <a:pt x="44" y="9"/>
                  <a:pt x="47" y="18"/>
                  <a:pt x="43" y="25"/>
                </a:cubicBezTo>
                <a:cubicBezTo>
                  <a:pt x="39" y="31"/>
                  <a:pt x="30" y="34"/>
                  <a:pt x="23" y="30"/>
                </a:cubicBezTo>
                <a:cubicBezTo>
                  <a:pt x="16" y="26"/>
                  <a:pt x="14" y="17"/>
                  <a:pt x="18" y="10"/>
                </a:cubicBezTo>
                <a:close/>
              </a:path>
            </a:pathLst>
          </a:custGeom>
          <a:solidFill>
            <a:srgbClr val="3C8C93">
              <a:alpha val="100000"/>
            </a:srgbClr>
          </a:solidFill>
          <a:ln w="9525">
            <a:noFill/>
          </a:ln>
        </p:spPr>
        <p:txBody>
          <a:bodyPr/>
          <a:lstStyle/>
          <a:p>
            <a:endParaRPr lang="zh-CN" altLang="en-US">
              <a:solidFill>
                <a:schemeClr val="bg1"/>
              </a:solidFill>
            </a:endParaRPr>
          </a:p>
        </p:txBody>
      </p:sp>
      <p:sp>
        <p:nvSpPr>
          <p:cNvPr id="43" name="Freeform 9"/>
          <p:cNvSpPr>
            <a:spLocks noEditPoints="1"/>
          </p:cNvSpPr>
          <p:nvPr/>
        </p:nvSpPr>
        <p:spPr>
          <a:xfrm>
            <a:off x="4345940" y="4136390"/>
            <a:ext cx="1635125" cy="1224280"/>
          </a:xfrm>
          <a:custGeom>
            <a:avLst/>
            <a:gdLst>
              <a:gd name="txL" fmla="*/ 0 w 50"/>
              <a:gd name="txT" fmla="*/ 0 h 37"/>
              <a:gd name="txR" fmla="*/ 50 w 50"/>
              <a:gd name="txB" fmla="*/ 37 h 37"/>
            </a:gdLst>
            <a:ahLst/>
            <a:cxnLst>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0" h="37">
                <a:moveTo>
                  <a:pt x="11" y="2"/>
                </a:moveTo>
                <a:cubicBezTo>
                  <a:pt x="3" y="6"/>
                  <a:pt x="0" y="17"/>
                  <a:pt x="5" y="25"/>
                </a:cubicBezTo>
                <a:cubicBezTo>
                  <a:pt x="9" y="34"/>
                  <a:pt x="20" y="37"/>
                  <a:pt x="28" y="32"/>
                </a:cubicBezTo>
                <a:cubicBezTo>
                  <a:pt x="31" y="30"/>
                  <a:pt x="33" y="28"/>
                  <a:pt x="35" y="26"/>
                </a:cubicBezTo>
                <a:cubicBezTo>
                  <a:pt x="35" y="26"/>
                  <a:pt x="35" y="26"/>
                  <a:pt x="35" y="26"/>
                </a:cubicBezTo>
                <a:cubicBezTo>
                  <a:pt x="50" y="0"/>
                  <a:pt x="50" y="0"/>
                  <a:pt x="50" y="0"/>
                </a:cubicBezTo>
                <a:cubicBezTo>
                  <a:pt x="20" y="0"/>
                  <a:pt x="20" y="0"/>
                  <a:pt x="20" y="0"/>
                </a:cubicBezTo>
                <a:cubicBezTo>
                  <a:pt x="20" y="0"/>
                  <a:pt x="20" y="0"/>
                  <a:pt x="20" y="0"/>
                </a:cubicBezTo>
                <a:cubicBezTo>
                  <a:pt x="17" y="0"/>
                  <a:pt x="14" y="0"/>
                  <a:pt x="11" y="2"/>
                </a:cubicBezTo>
                <a:close/>
                <a:moveTo>
                  <a:pt x="32" y="10"/>
                </a:moveTo>
                <a:cubicBezTo>
                  <a:pt x="36" y="17"/>
                  <a:pt x="34" y="26"/>
                  <a:pt x="27" y="29"/>
                </a:cubicBezTo>
                <a:cubicBezTo>
                  <a:pt x="20" y="33"/>
                  <a:pt x="11" y="31"/>
                  <a:pt x="7" y="24"/>
                </a:cubicBezTo>
                <a:cubicBezTo>
                  <a:pt x="3" y="17"/>
                  <a:pt x="6" y="8"/>
                  <a:pt x="13" y="4"/>
                </a:cubicBezTo>
                <a:cubicBezTo>
                  <a:pt x="20" y="0"/>
                  <a:pt x="28" y="3"/>
                  <a:pt x="32" y="10"/>
                </a:cubicBezTo>
                <a:close/>
              </a:path>
            </a:pathLst>
          </a:custGeom>
          <a:solidFill>
            <a:srgbClr val="3C8C93">
              <a:alpha val="100000"/>
            </a:srgbClr>
          </a:solidFill>
          <a:ln w="9525">
            <a:noFill/>
          </a:ln>
        </p:spPr>
        <p:txBody>
          <a:bodyPr/>
          <a:lstStyle/>
          <a:p>
            <a:endParaRPr lang="zh-CN" altLang="en-US">
              <a:solidFill>
                <a:schemeClr val="bg1"/>
              </a:solidFill>
            </a:endParaRPr>
          </a:p>
        </p:txBody>
      </p:sp>
      <p:sp>
        <p:nvSpPr>
          <p:cNvPr id="44" name="Freeform 10"/>
          <p:cNvSpPr>
            <a:spLocks noEditPoints="1"/>
          </p:cNvSpPr>
          <p:nvPr/>
        </p:nvSpPr>
        <p:spPr>
          <a:xfrm>
            <a:off x="5823585" y="2905125"/>
            <a:ext cx="1635125" cy="1224280"/>
          </a:xfrm>
          <a:custGeom>
            <a:avLst/>
            <a:gdLst>
              <a:gd name="txL" fmla="*/ 0 w 50"/>
              <a:gd name="txT" fmla="*/ 0 h 37"/>
              <a:gd name="txR" fmla="*/ 50 w 50"/>
              <a:gd name="txB" fmla="*/ 37 h 37"/>
            </a:gdLst>
            <a:ahLst/>
            <a:cxnLst>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50" h="37">
                <a:moveTo>
                  <a:pt x="39" y="35"/>
                </a:moveTo>
                <a:cubicBezTo>
                  <a:pt x="47" y="30"/>
                  <a:pt x="50" y="20"/>
                  <a:pt x="46" y="11"/>
                </a:cubicBezTo>
                <a:cubicBezTo>
                  <a:pt x="41" y="3"/>
                  <a:pt x="30" y="0"/>
                  <a:pt x="22" y="5"/>
                </a:cubicBezTo>
                <a:cubicBezTo>
                  <a:pt x="19" y="6"/>
                  <a:pt x="17" y="8"/>
                  <a:pt x="16" y="11"/>
                </a:cubicBezTo>
                <a:cubicBezTo>
                  <a:pt x="16" y="11"/>
                  <a:pt x="16" y="11"/>
                  <a:pt x="16" y="11"/>
                </a:cubicBezTo>
                <a:cubicBezTo>
                  <a:pt x="0" y="37"/>
                  <a:pt x="0" y="37"/>
                  <a:pt x="0" y="37"/>
                </a:cubicBezTo>
                <a:cubicBezTo>
                  <a:pt x="30" y="37"/>
                  <a:pt x="30" y="37"/>
                  <a:pt x="30" y="37"/>
                </a:cubicBezTo>
                <a:cubicBezTo>
                  <a:pt x="30" y="37"/>
                  <a:pt x="30" y="37"/>
                  <a:pt x="30" y="37"/>
                </a:cubicBezTo>
                <a:cubicBezTo>
                  <a:pt x="33" y="37"/>
                  <a:pt x="36" y="36"/>
                  <a:pt x="39" y="35"/>
                </a:cubicBezTo>
                <a:close/>
                <a:moveTo>
                  <a:pt x="18" y="27"/>
                </a:moveTo>
                <a:cubicBezTo>
                  <a:pt x="14" y="20"/>
                  <a:pt x="17" y="11"/>
                  <a:pt x="24" y="7"/>
                </a:cubicBezTo>
                <a:cubicBezTo>
                  <a:pt x="30" y="3"/>
                  <a:pt x="39" y="6"/>
                  <a:pt x="43" y="13"/>
                </a:cubicBezTo>
                <a:cubicBezTo>
                  <a:pt x="47" y="20"/>
                  <a:pt x="44" y="28"/>
                  <a:pt x="37" y="32"/>
                </a:cubicBezTo>
                <a:cubicBezTo>
                  <a:pt x="31" y="36"/>
                  <a:pt x="22" y="34"/>
                  <a:pt x="18" y="27"/>
                </a:cubicBezTo>
                <a:close/>
              </a:path>
            </a:pathLst>
          </a:custGeom>
          <a:solidFill>
            <a:srgbClr val="FBCE45">
              <a:alpha val="100000"/>
            </a:srgbClr>
          </a:solidFill>
          <a:ln w="9525">
            <a:noFill/>
          </a:ln>
        </p:spPr>
        <p:txBody>
          <a:bodyPr/>
          <a:lstStyle/>
          <a:p>
            <a:endParaRPr lang="zh-CN" altLang="en-US">
              <a:solidFill>
                <a:schemeClr val="bg1"/>
              </a:solidFill>
            </a:endParaRPr>
          </a:p>
        </p:txBody>
      </p:sp>
      <p:sp>
        <p:nvSpPr>
          <p:cNvPr id="17428" name="Freeform 49"/>
          <p:cNvSpPr>
            <a:spLocks noEditPoints="1"/>
          </p:cNvSpPr>
          <p:nvPr/>
        </p:nvSpPr>
        <p:spPr>
          <a:xfrm>
            <a:off x="5394960" y="3582035"/>
            <a:ext cx="91440" cy="92075"/>
          </a:xfrm>
          <a:custGeom>
            <a:avLst/>
            <a:gdLst>
              <a:gd name="txL" fmla="*/ 0 w 1"/>
              <a:gd name="txT" fmla="*/ 0 h 1"/>
              <a:gd name="txR" fmla="*/ 1 w 1"/>
              <a:gd name="txB" fmla="*/ 1 h 1"/>
            </a:gdLst>
            <a:ahLst/>
            <a:cxnLst>
              <a:cxn ang="0">
                <a:pos x="0" y="2147483646"/>
              </a:cxn>
              <a:cxn ang="0">
                <a:pos x="0"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0" y="2147483646"/>
              </a:cxn>
              <a:cxn ang="0">
                <a:pos x="0" y="2147483646"/>
              </a:cxn>
              <a:cxn ang="0">
                <a:pos x="0" y="0"/>
              </a:cxn>
              <a:cxn ang="0">
                <a:pos x="0" y="0"/>
              </a:cxn>
              <a:cxn ang="0">
                <a:pos x="2147483646" y="0"/>
              </a:cxn>
              <a:cxn ang="0">
                <a:pos x="2147483646" y="0"/>
              </a:cxn>
              <a:cxn ang="0">
                <a:pos x="2147483646" y="0"/>
              </a:cxn>
              <a:cxn ang="0">
                <a:pos x="2147483646" y="0"/>
              </a:cxn>
              <a:cxn ang="0">
                <a:pos x="2147483646" y="2147483646"/>
              </a:cxn>
              <a:cxn ang="0">
                <a:pos x="0" y="2147483646"/>
              </a:cxn>
              <a:cxn ang="0">
                <a:pos x="2147483646" y="2147483646"/>
              </a:cxn>
              <a:cxn ang="0">
                <a:pos x="2147483646" y="0"/>
              </a:cxn>
              <a:cxn ang="0">
                <a:pos x="2147483646" y="0"/>
              </a:cxn>
              <a:cxn ang="0">
                <a:pos x="0" y="0"/>
              </a:cxn>
              <a:cxn ang="0">
                <a:pos x="0" y="2147483646"/>
              </a:cxn>
              <a:cxn ang="0">
                <a:pos x="2147483646" y="2147483646"/>
              </a:cxn>
            </a:cxnLst>
            <a:rect l="txL" t="txT" r="txR" b="tx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1"/>
                  <a:pt x="1" y="1"/>
                  <a:pt x="1" y="1"/>
                </a:cubicBezTo>
                <a:lnTo>
                  <a:pt x="0" y="1"/>
                </a:lnTo>
                <a:close/>
                <a:moveTo>
                  <a:pt x="1" y="1"/>
                </a:moveTo>
                <a:cubicBezTo>
                  <a:pt x="1" y="1"/>
                  <a:pt x="1" y="0"/>
                  <a:pt x="1" y="0"/>
                </a:cubicBezTo>
                <a:cubicBezTo>
                  <a:pt x="1" y="0"/>
                  <a:pt x="1" y="0"/>
                  <a:pt x="1" y="0"/>
                </a:cubicBezTo>
                <a:cubicBezTo>
                  <a:pt x="1" y="0"/>
                  <a:pt x="0" y="0"/>
                  <a:pt x="0" y="0"/>
                </a:cubicBezTo>
                <a:cubicBezTo>
                  <a:pt x="0" y="0"/>
                  <a:pt x="0" y="1"/>
                  <a:pt x="0" y="1"/>
                </a:cubicBezTo>
                <a:lnTo>
                  <a:pt x="1" y="1"/>
                </a:lnTo>
                <a:close/>
              </a:path>
            </a:pathLst>
          </a:custGeom>
          <a:solidFill>
            <a:srgbClr val="4C4C4C">
              <a:alpha val="100000"/>
            </a:srgbClr>
          </a:solidFill>
          <a:ln w="9525">
            <a:noFill/>
          </a:ln>
        </p:spPr>
        <p:txBody>
          <a:bodyPr/>
          <a:lstStyle/>
          <a:p>
            <a:endParaRPr lang="zh-CN" altLang="en-US">
              <a:solidFill>
                <a:schemeClr val="bg1"/>
              </a:solidFill>
            </a:endParaRPr>
          </a:p>
        </p:txBody>
      </p:sp>
      <p:sp>
        <p:nvSpPr>
          <p:cNvPr id="17430" name="Freeform 51"/>
          <p:cNvSpPr>
            <a:spLocks noEditPoints="1"/>
          </p:cNvSpPr>
          <p:nvPr/>
        </p:nvSpPr>
        <p:spPr>
          <a:xfrm>
            <a:off x="5419725" y="3582035"/>
            <a:ext cx="91440" cy="92075"/>
          </a:xfrm>
          <a:custGeom>
            <a:avLst/>
            <a:gdLst>
              <a:gd name="txL" fmla="*/ 0 w 635"/>
              <a:gd name="txT" fmla="*/ 0 h 1"/>
              <a:gd name="txR" fmla="*/ 0 w 635"/>
              <a:gd name="txB" fmla="*/ 1 h 1"/>
            </a:gdLst>
            <a:ahLst/>
            <a:cxnLst>
              <a:cxn ang="0">
                <a:pos x="0" y="0"/>
              </a:cxn>
              <a:cxn ang="0">
                <a:pos x="0" y="0"/>
              </a:cxn>
              <a:cxn ang="0">
                <a:pos x="0" y="0"/>
              </a:cxn>
              <a:cxn ang="0">
                <a:pos x="0" y="0"/>
              </a:cxn>
              <a:cxn ang="0">
                <a:pos x="0" y="0"/>
              </a:cxn>
              <a:cxn ang="0">
                <a:pos x="0" y="0"/>
              </a:cxn>
              <a:cxn ang="0">
                <a:pos x="0" y="0"/>
              </a:cxn>
              <a:cxn ang="0">
                <a:pos x="0" y="0"/>
              </a:cxn>
              <a:cxn ang="0">
                <a:pos x="0" y="0"/>
              </a:cxn>
              <a:cxn ang="0">
                <a:pos x="0" y="2147483646"/>
              </a:cxn>
              <a:cxn ang="0">
                <a:pos x="0" y="0"/>
              </a:cxn>
              <a:cxn ang="0">
                <a:pos x="0" y="0"/>
              </a:cxn>
              <a:cxn ang="0">
                <a:pos x="0" y="2147483646"/>
              </a:cxn>
            </a:cxnLst>
            <a:rect l="txL" t="txT" r="txR" b="txB"/>
            <a:pathLst>
              <a:path w="635"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1"/>
                </a:moveTo>
                <a:cubicBezTo>
                  <a:pt x="0" y="0"/>
                  <a:pt x="0" y="0"/>
                  <a:pt x="0" y="0"/>
                </a:cubicBezTo>
                <a:cubicBezTo>
                  <a:pt x="0" y="0"/>
                  <a:pt x="0" y="0"/>
                  <a:pt x="0" y="0"/>
                </a:cubicBezTo>
                <a:cubicBezTo>
                  <a:pt x="0" y="1"/>
                  <a:pt x="0" y="1"/>
                  <a:pt x="0" y="1"/>
                </a:cubicBezTo>
                <a:close/>
              </a:path>
            </a:pathLst>
          </a:custGeom>
          <a:solidFill>
            <a:srgbClr val="4C4C4C">
              <a:alpha val="100000"/>
            </a:srgbClr>
          </a:solidFill>
          <a:ln w="9525">
            <a:noFill/>
          </a:ln>
        </p:spPr>
        <p:txBody>
          <a:bodyPr/>
          <a:lstStyle/>
          <a:p>
            <a:endParaRPr lang="zh-CN" altLang="en-US">
              <a:solidFill>
                <a:schemeClr val="bg1"/>
              </a:solidFill>
            </a:endParaRPr>
          </a:p>
        </p:txBody>
      </p:sp>
      <p:sp>
        <p:nvSpPr>
          <p:cNvPr id="17431" name="Freeform 52"/>
          <p:cNvSpPr/>
          <p:nvPr/>
        </p:nvSpPr>
        <p:spPr>
          <a:xfrm>
            <a:off x="5516245" y="3679190"/>
            <a:ext cx="91440" cy="92075"/>
          </a:xfrm>
          <a:custGeom>
            <a:avLst/>
            <a:gdLst>
              <a:gd name="txL" fmla="*/ 0 w 635"/>
              <a:gd name="txT" fmla="*/ 0 h 1"/>
              <a:gd name="txR" fmla="*/ 0 w 635"/>
              <a:gd name="txB" fmla="*/ 1 h 1"/>
            </a:gdLst>
            <a:ahLst/>
            <a:cxnLst>
              <a:cxn ang="0">
                <a:pos x="0" y="2147483646"/>
              </a:cxn>
              <a:cxn ang="0">
                <a:pos x="0" y="2147483646"/>
              </a:cxn>
              <a:cxn ang="0">
                <a:pos x="0" y="2147483646"/>
              </a:cxn>
              <a:cxn ang="0">
                <a:pos x="0" y="2147483646"/>
              </a:cxn>
              <a:cxn ang="0">
                <a:pos x="0" y="2147483646"/>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2147483646"/>
              </a:cxn>
              <a:cxn ang="0">
                <a:pos x="0" y="2147483646"/>
              </a:cxn>
              <a:cxn ang="0">
                <a:pos x="0" y="2147483646"/>
              </a:cxn>
              <a:cxn ang="0">
                <a:pos x="0" y="2147483646"/>
              </a:cxn>
              <a:cxn ang="0">
                <a:pos x="0" y="2147483646"/>
              </a:cxn>
              <a:cxn ang="0">
                <a:pos x="0" y="2147483646"/>
              </a:cxn>
              <a:cxn ang="0">
                <a:pos x="0" y="2147483646"/>
              </a:cxn>
              <a:cxn ang="0">
                <a:pos x="0" y="2147483646"/>
              </a:cxn>
              <a:cxn ang="0">
                <a:pos x="0" y="2147483646"/>
              </a:cxn>
            </a:cxnLst>
            <a:rect l="txL" t="txT" r="txR" b="txB"/>
            <a:pathLst>
              <a:path w="635" h="1">
                <a:moveTo>
                  <a:pt x="0" y="1"/>
                </a:moveTo>
                <a:cubicBezTo>
                  <a:pt x="0" y="1"/>
                  <a:pt x="0" y="1"/>
                  <a:pt x="0" y="1"/>
                </a:cubicBezTo>
                <a:cubicBezTo>
                  <a:pt x="0" y="1"/>
                  <a:pt x="0" y="1"/>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4C4C4C">
              <a:alpha val="100000"/>
            </a:srgbClr>
          </a:solidFill>
          <a:ln w="9525">
            <a:noFill/>
          </a:ln>
        </p:spPr>
        <p:txBody>
          <a:bodyPr/>
          <a:lstStyle/>
          <a:p>
            <a:endParaRPr lang="zh-CN" altLang="en-US">
              <a:solidFill>
                <a:schemeClr val="bg1"/>
              </a:solidFill>
            </a:endParaRPr>
          </a:p>
        </p:txBody>
      </p:sp>
      <p:sp>
        <p:nvSpPr>
          <p:cNvPr id="17435" name="Freeform 86"/>
          <p:cNvSpPr>
            <a:spLocks noEditPoints="1"/>
          </p:cNvSpPr>
          <p:nvPr/>
        </p:nvSpPr>
        <p:spPr>
          <a:xfrm>
            <a:off x="5981065" y="3216910"/>
            <a:ext cx="91440" cy="92075"/>
          </a:xfrm>
          <a:custGeom>
            <a:avLst/>
            <a:gdLst>
              <a:gd name="txL" fmla="*/ 0 w 1"/>
              <a:gd name="txT" fmla="*/ 0 h 1"/>
              <a:gd name="txR" fmla="*/ 1 w 1"/>
              <a:gd name="txB" fmla="*/ 1 h 1"/>
            </a:gdLst>
            <a:ahLst/>
            <a:cxnLst>
              <a:cxn ang="0">
                <a:pos x="2147483646" y="2147483646"/>
              </a:cxn>
              <a:cxn ang="0">
                <a:pos x="2147483646" y="0"/>
              </a:cxn>
              <a:cxn ang="0">
                <a:pos x="2147483646" y="0"/>
              </a:cxn>
              <a:cxn ang="0">
                <a:pos x="0" y="0"/>
              </a:cxn>
              <a:cxn ang="0">
                <a:pos x="0" y="0"/>
              </a:cxn>
              <a:cxn ang="0">
                <a:pos x="0" y="0"/>
              </a:cxn>
              <a:cxn ang="0">
                <a:pos x="0" y="0"/>
              </a:cxn>
              <a:cxn ang="0">
                <a:pos x="0" y="0"/>
              </a:cxn>
              <a:cxn ang="0">
                <a:pos x="0" y="0"/>
              </a:cxn>
              <a:cxn ang="0">
                <a:pos x="0" y="0"/>
              </a:cxn>
              <a:cxn ang="0">
                <a:pos x="0" y="0"/>
              </a:cxn>
              <a:cxn ang="0">
                <a:pos x="0" y="0"/>
              </a:cxn>
              <a:cxn ang="0">
                <a:pos x="2147483646" y="0"/>
              </a:cxn>
              <a:cxn ang="0">
                <a:pos x="2147483646" y="0"/>
              </a:cxn>
              <a:cxn ang="0">
                <a:pos x="2147483646" y="0"/>
              </a:cxn>
              <a:cxn ang="0">
                <a:pos x="2147483646" y="0"/>
              </a:cxn>
              <a:cxn ang="0">
                <a:pos x="2147483646" y="2147483646"/>
              </a:cxn>
              <a:cxn ang="0">
                <a:pos x="2147483646" y="0"/>
              </a:cxn>
              <a:cxn ang="0">
                <a:pos x="2147483646" y="0"/>
              </a:cxn>
              <a:cxn ang="0">
                <a:pos x="2147483646" y="0"/>
              </a:cxn>
              <a:cxn ang="0">
                <a:pos x="2147483646" y="0"/>
              </a:cxn>
              <a:cxn ang="0">
                <a:pos x="0" y="0"/>
              </a:cxn>
              <a:cxn ang="0">
                <a:pos x="0" y="0"/>
              </a:cxn>
              <a:cxn ang="0">
                <a:pos x="0" y="0"/>
              </a:cxn>
              <a:cxn ang="0">
                <a:pos x="0" y="0"/>
              </a:cxn>
              <a:cxn ang="0">
                <a:pos x="0" y="0"/>
              </a:cxn>
              <a:cxn ang="0">
                <a:pos x="0" y="0"/>
              </a:cxn>
              <a:cxn ang="0">
                <a:pos x="0" y="0"/>
              </a:cxn>
              <a:cxn ang="0">
                <a:pos x="0" y="0"/>
              </a:cxn>
              <a:cxn ang="0">
                <a:pos x="0" y="0"/>
              </a:cxn>
              <a:cxn ang="0">
                <a:pos x="2147483646" y="0"/>
              </a:cxn>
              <a:cxn ang="0">
                <a:pos x="2147483646" y="0"/>
              </a:cxn>
              <a:cxn ang="0">
                <a:pos x="2147483646" y="0"/>
              </a:cxn>
              <a:cxn ang="0">
                <a:pos x="2147483646" y="0"/>
              </a:cxn>
            </a:cxnLst>
            <a:rect l="txL" t="txT" r="txR" b="txB"/>
            <a:pathLst>
              <a:path w="1" h="1">
                <a:moveTo>
                  <a:pt x="1" y="1"/>
                </a:move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1"/>
                  <a:pt x="1" y="1"/>
                  <a:pt x="1" y="1"/>
                </a:cubicBezTo>
                <a:close/>
                <a:moveTo>
                  <a:pt x="1" y="0"/>
                </a:move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4C4C4C">
              <a:alpha val="100000"/>
            </a:srgbClr>
          </a:solidFill>
          <a:ln w="9525">
            <a:noFill/>
          </a:ln>
        </p:spPr>
        <p:txBody>
          <a:bodyPr/>
          <a:lstStyle/>
          <a:p>
            <a:endParaRPr lang="zh-CN" altLang="en-US">
              <a:solidFill>
                <a:schemeClr val="bg1"/>
              </a:solidFill>
            </a:endParaRPr>
          </a:p>
        </p:txBody>
      </p:sp>
      <p:sp>
        <p:nvSpPr>
          <p:cNvPr id="17436" name="Freeform 89"/>
          <p:cNvSpPr>
            <a:spLocks noEditPoints="1"/>
          </p:cNvSpPr>
          <p:nvPr/>
        </p:nvSpPr>
        <p:spPr>
          <a:xfrm>
            <a:off x="6054090" y="3216910"/>
            <a:ext cx="91440" cy="92075"/>
          </a:xfrm>
          <a:custGeom>
            <a:avLst/>
            <a:gdLst>
              <a:gd name="txL" fmla="*/ 0 w 635"/>
              <a:gd name="txT" fmla="*/ 0 h 1"/>
              <a:gd name="txR" fmla="*/ 635 w 635"/>
              <a:gd name="txB" fmla="*/ 1 h 1"/>
            </a:gdLst>
            <a:ahLst/>
            <a:cxnLst>
              <a:cxn ang="0">
                <a:pos x="0" y="0"/>
              </a:cxn>
              <a:cxn ang="0">
                <a:pos x="0" y="0"/>
              </a:cxn>
              <a:cxn ang="0">
                <a:pos x="0" y="0"/>
              </a:cxn>
              <a:cxn ang="0">
                <a:pos x="0" y="0"/>
              </a:cxn>
              <a:cxn ang="0">
                <a:pos x="0" y="0"/>
              </a:cxn>
              <a:cxn ang="0">
                <a:pos x="0" y="0"/>
              </a:cxn>
              <a:cxn ang="0">
                <a:pos x="0" y="0"/>
              </a:cxn>
              <a:cxn ang="0">
                <a:pos x="0" y="2147483646"/>
              </a:cxn>
              <a:cxn ang="0">
                <a:pos x="0" y="2147483646"/>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635"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4C4C4C">
              <a:alpha val="100000"/>
            </a:srgbClr>
          </a:solidFill>
          <a:ln w="9525">
            <a:noFill/>
          </a:ln>
        </p:spPr>
        <p:txBody>
          <a:bodyPr/>
          <a:lstStyle/>
          <a:p>
            <a:endParaRPr lang="zh-CN" altLang="en-US">
              <a:solidFill>
                <a:schemeClr val="bg1"/>
              </a:solidFill>
            </a:endParaRPr>
          </a:p>
        </p:txBody>
      </p:sp>
      <p:sp>
        <p:nvSpPr>
          <p:cNvPr id="17437" name="Freeform 405"/>
          <p:cNvSpPr/>
          <p:nvPr/>
        </p:nvSpPr>
        <p:spPr>
          <a:xfrm>
            <a:off x="5419090" y="4434840"/>
            <a:ext cx="91440" cy="92075"/>
          </a:xfrm>
          <a:custGeom>
            <a:avLst/>
            <a:gdLst>
              <a:gd name="txL" fmla="*/ 0 w 1"/>
              <a:gd name="txT" fmla="*/ 0 h 1"/>
              <a:gd name="txR" fmla="*/ 1 w 1"/>
              <a:gd name="txB" fmla="*/ 1 h 1"/>
            </a:gdLst>
            <a:ahLst/>
            <a:cxnLst>
              <a:cxn ang="0">
                <a:pos x="2147483646" y="2147483646"/>
              </a:cxn>
              <a:cxn ang="0">
                <a:pos x="0" y="2147483646"/>
              </a:cxn>
              <a:cxn ang="0">
                <a:pos x="0" y="2147483646"/>
              </a:cxn>
              <a:cxn ang="0">
                <a:pos x="0" y="2147483646"/>
              </a:cxn>
              <a:cxn ang="0">
                <a:pos x="0" y="2147483646"/>
              </a:cxn>
              <a:cxn ang="0">
                <a:pos x="0" y="0"/>
              </a:cxn>
              <a:cxn ang="0">
                <a:pos x="0" y="0"/>
              </a:cxn>
              <a:cxn ang="0">
                <a:pos x="0" y="0"/>
              </a:cxn>
              <a:cxn ang="0">
                <a:pos x="0" y="0"/>
              </a:cxn>
              <a:cxn ang="0">
                <a:pos x="0" y="0"/>
              </a:cxn>
              <a:cxn ang="0">
                <a:pos x="0" y="0"/>
              </a:cxn>
              <a:cxn ang="0">
                <a:pos x="0" y="0"/>
              </a:cxn>
              <a:cxn ang="0">
                <a:pos x="2147483646" y="0"/>
              </a:cxn>
              <a:cxn ang="0">
                <a:pos x="2147483646" y="0"/>
              </a:cxn>
              <a:cxn ang="0">
                <a:pos x="0" y="0"/>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 h="1">
                <a:moveTo>
                  <a:pt x="1" y="1"/>
                </a:moveTo>
                <a:cubicBezTo>
                  <a:pt x="0" y="1"/>
                  <a:pt x="0" y="1"/>
                  <a:pt x="0" y="1"/>
                </a:cubicBezTo>
                <a:cubicBezTo>
                  <a:pt x="0" y="1"/>
                  <a:pt x="0" y="1"/>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4C4C4C">
              <a:alpha val="100000"/>
            </a:srgbClr>
          </a:solidFill>
          <a:ln w="9525">
            <a:noFill/>
          </a:ln>
        </p:spPr>
        <p:txBody>
          <a:bodyPr/>
          <a:lstStyle/>
          <a:p>
            <a:endParaRPr lang="zh-CN" altLang="en-US">
              <a:solidFill>
                <a:schemeClr val="bg1"/>
              </a:solidFill>
            </a:endParaRPr>
          </a:p>
        </p:txBody>
      </p:sp>
      <p:sp>
        <p:nvSpPr>
          <p:cNvPr id="17438" name="Oval 39"/>
          <p:cNvSpPr/>
          <p:nvPr/>
        </p:nvSpPr>
        <p:spPr>
          <a:xfrm flipV="1">
            <a:off x="5480685" y="3566795"/>
            <a:ext cx="854710" cy="867410"/>
          </a:xfrm>
          <a:prstGeom prst="ellipse">
            <a:avLst/>
          </a:prstGeom>
          <a:solidFill>
            <a:srgbClr val="FF860F"/>
          </a:solidFill>
          <a:ln w="9525">
            <a:noFill/>
          </a:ln>
        </p:spPr>
        <p:txBody>
          <a:bodyPr rot="10800000"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 typeface="Arial" panose="020B0604020202020204" pitchFamily="34" charset="0"/>
              <a:buNone/>
            </a:pPr>
            <a:r>
              <a:rPr lang="zh-CN" altLang="en-US" sz="2800" b="1" dirty="0">
                <a:solidFill>
                  <a:schemeClr val="bg1"/>
                </a:solidFill>
                <a:ea typeface="微软雅黑" panose="020B0503020204020204" charset="-122"/>
                <a:sym typeface="Calibri" panose="020F0502020204030204" charset="0"/>
              </a:rPr>
              <a:t>缺点</a:t>
            </a:r>
          </a:p>
        </p:txBody>
      </p:sp>
      <p:sp>
        <p:nvSpPr>
          <p:cNvPr id="56" name="矩形 5"/>
          <p:cNvSpPr/>
          <p:nvPr/>
        </p:nvSpPr>
        <p:spPr>
          <a:xfrm>
            <a:off x="5678170" y="2592070"/>
            <a:ext cx="495935" cy="6248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200" b="1" dirty="0">
                <a:solidFill>
                  <a:schemeClr val="bg1"/>
                </a:solidFill>
                <a:latin typeface="微软雅黑" panose="020B0503020204020204" charset="-122"/>
                <a:ea typeface="微软雅黑" panose="020B0503020204020204" charset="-122"/>
                <a:sym typeface="微软雅黑" panose="020B0503020204020204" charset="-122"/>
              </a:rPr>
              <a:t>1</a:t>
            </a:r>
          </a:p>
        </p:txBody>
      </p:sp>
      <p:sp>
        <p:nvSpPr>
          <p:cNvPr id="57" name="矩形 5"/>
          <p:cNvSpPr/>
          <p:nvPr/>
        </p:nvSpPr>
        <p:spPr>
          <a:xfrm>
            <a:off x="6603365" y="3261995"/>
            <a:ext cx="495935" cy="6248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200" b="1" dirty="0">
                <a:solidFill>
                  <a:schemeClr val="bg1"/>
                </a:solidFill>
                <a:latin typeface="微软雅黑" panose="020B0503020204020204" charset="-122"/>
                <a:ea typeface="微软雅黑" panose="020B0503020204020204" charset="-122"/>
                <a:sym typeface="微软雅黑" panose="020B0503020204020204" charset="-122"/>
              </a:rPr>
              <a:t>2</a:t>
            </a:r>
          </a:p>
        </p:txBody>
      </p:sp>
      <p:sp>
        <p:nvSpPr>
          <p:cNvPr id="58" name="矩形 5"/>
          <p:cNvSpPr/>
          <p:nvPr/>
        </p:nvSpPr>
        <p:spPr>
          <a:xfrm>
            <a:off x="6731000" y="4393565"/>
            <a:ext cx="495935" cy="6248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200" b="1" dirty="0">
                <a:solidFill>
                  <a:schemeClr val="bg1"/>
                </a:solidFill>
                <a:latin typeface="微软雅黑" panose="020B0503020204020204" charset="-122"/>
                <a:ea typeface="微软雅黑" panose="020B0503020204020204" charset="-122"/>
                <a:sym typeface="微软雅黑" panose="020B0503020204020204" charset="-122"/>
              </a:rPr>
              <a:t>3</a:t>
            </a:r>
          </a:p>
        </p:txBody>
      </p:sp>
      <p:sp>
        <p:nvSpPr>
          <p:cNvPr id="59" name="矩形 5"/>
          <p:cNvSpPr/>
          <p:nvPr/>
        </p:nvSpPr>
        <p:spPr>
          <a:xfrm>
            <a:off x="5775960" y="4902200"/>
            <a:ext cx="495935" cy="6248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200" b="1" dirty="0">
                <a:solidFill>
                  <a:schemeClr val="bg1"/>
                </a:solidFill>
                <a:latin typeface="微软雅黑" panose="020B0503020204020204" charset="-122"/>
                <a:ea typeface="微软雅黑" panose="020B0503020204020204" charset="-122"/>
                <a:sym typeface="微软雅黑" panose="020B0503020204020204" charset="-122"/>
              </a:rPr>
              <a:t>4</a:t>
            </a:r>
          </a:p>
        </p:txBody>
      </p:sp>
      <p:sp>
        <p:nvSpPr>
          <p:cNvPr id="60" name="矩形 5"/>
          <p:cNvSpPr/>
          <p:nvPr/>
        </p:nvSpPr>
        <p:spPr>
          <a:xfrm>
            <a:off x="4770755" y="4410075"/>
            <a:ext cx="495935" cy="6248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200" b="1" dirty="0">
                <a:solidFill>
                  <a:schemeClr val="bg1"/>
                </a:solidFill>
                <a:latin typeface="微软雅黑" panose="020B0503020204020204" charset="-122"/>
                <a:ea typeface="微软雅黑" panose="020B0503020204020204" charset="-122"/>
                <a:sym typeface="微软雅黑" panose="020B0503020204020204" charset="-122"/>
              </a:rPr>
              <a:t>5</a:t>
            </a:r>
          </a:p>
        </p:txBody>
      </p:sp>
      <p:sp>
        <p:nvSpPr>
          <p:cNvPr id="61" name="矩形 5"/>
          <p:cNvSpPr/>
          <p:nvPr/>
        </p:nvSpPr>
        <p:spPr>
          <a:xfrm>
            <a:off x="4743450" y="3216910"/>
            <a:ext cx="495935" cy="62484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spcBef>
                <a:spcPct val="0"/>
              </a:spcBef>
              <a:buClrTx/>
              <a:buSzTx/>
              <a:buFontTx/>
              <a:buNone/>
            </a:pPr>
            <a:r>
              <a:rPr lang="en-US" altLang="zh-CN" sz="3200" b="1" dirty="0">
                <a:solidFill>
                  <a:schemeClr val="bg1"/>
                </a:solidFill>
                <a:latin typeface="微软雅黑" panose="020B0503020204020204" charset="-122"/>
                <a:ea typeface="微软雅黑" panose="020B0503020204020204" charset="-122"/>
                <a:sym typeface="微软雅黑" panose="020B0503020204020204" charset="-122"/>
              </a:rPr>
              <a:t>6</a:t>
            </a:r>
          </a:p>
        </p:txBody>
      </p:sp>
      <p:sp>
        <p:nvSpPr>
          <p:cNvPr id="62" name="TextBox 6"/>
          <p:cNvSpPr/>
          <p:nvPr/>
        </p:nvSpPr>
        <p:spPr>
          <a:xfrm>
            <a:off x="1097280" y="2962910"/>
            <a:ext cx="3260090" cy="844550"/>
          </a:xfrm>
          <a:prstGeom prst="rect">
            <a:avLst/>
          </a:prstGeom>
          <a:noFill/>
          <a:ln w="9525">
            <a:noFill/>
          </a:ln>
        </p:spPr>
        <p:txBody>
          <a:bodyPr>
            <a:no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stStyle>
          <a:p>
            <a:pPr marL="0" lvl="0" indent="0" eaLnBrk="1" hangingPunct="1">
              <a:lnSpc>
                <a:spcPct val="90000"/>
              </a:lnSpc>
              <a:spcBef>
                <a:spcPts val="1000"/>
              </a:spcBef>
              <a:buClr>
                <a:srgbClr val="0070C0"/>
              </a:buClr>
              <a:buSzTx/>
              <a:buFontTx/>
              <a:buChar char="•"/>
            </a:pPr>
            <a:r>
              <a:rPr lang="zh-CN" altLang="zh-CN" sz="1800" b="1" dirty="0">
                <a:solidFill>
                  <a:schemeClr val="bg1"/>
                </a:solidFill>
                <a:latin typeface="Calibri" panose="020F0502020204030204" charset="0"/>
                <a:sym typeface="Calibri" panose="020F0502020204030204" charset="0"/>
              </a:rPr>
              <a:t>对同一经济问题的会计处理方法的多样性和灵活性可以使利润并不反映企业的真实情况</a:t>
            </a:r>
            <a:endParaRPr lang="zh-CN" altLang="zh-CN" sz="1800" b="1" dirty="0">
              <a:solidFill>
                <a:schemeClr val="bg1"/>
              </a:solidFill>
              <a:latin typeface="Calibri" panose="020F0502020204030204" charset="0"/>
              <a:ea typeface="微软雅黑" panose="020B0503020204020204" charset="-122"/>
              <a:sym typeface="Calibri" panose="020F0502020204030204" charset="0"/>
            </a:endParaRPr>
          </a:p>
        </p:txBody>
      </p:sp>
      <p:sp>
        <p:nvSpPr>
          <p:cNvPr id="45" name="平行四边形 44">
            <a:extLst>
              <a:ext uri="{FF2B5EF4-FFF2-40B4-BE49-F238E27FC236}">
                <a16:creationId xmlns:a16="http://schemas.microsoft.com/office/drawing/2014/main" id="{D790B49A-E8A1-4DB8-857D-3D16D994A815}"/>
              </a:ext>
            </a:extLst>
          </p:cNvPr>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46" name="矩形 45">
            <a:extLst>
              <a:ext uri="{FF2B5EF4-FFF2-40B4-BE49-F238E27FC236}">
                <a16:creationId xmlns:a16="http://schemas.microsoft.com/office/drawing/2014/main" id="{DD680F66-5E94-4F57-B518-3F53B54C3131}"/>
              </a:ext>
            </a:extLst>
          </p:cNvPr>
          <p:cNvSpPr/>
          <p:nvPr/>
        </p:nvSpPr>
        <p:spPr>
          <a:xfrm>
            <a:off x="679368" y="991032"/>
            <a:ext cx="32372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以利润最大化为目标</a:t>
            </a:r>
          </a:p>
        </p:txBody>
      </p:sp>
      <p:sp>
        <p:nvSpPr>
          <p:cNvPr id="47" name="图形 38">
            <a:extLst>
              <a:ext uri="{FF2B5EF4-FFF2-40B4-BE49-F238E27FC236}">
                <a16:creationId xmlns:a16="http://schemas.microsoft.com/office/drawing/2014/main" id="{9DA3E8CB-A149-4373-8991-308A01BA3E67}"/>
              </a:ext>
            </a:extLst>
          </p:cNvPr>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56" grpId="0"/>
      <p:bldP spid="57" grpId="0"/>
      <p:bldP spid="58" grpId="0"/>
      <p:bldP spid="59" grpId="0"/>
      <p:bldP spid="60" grpId="0"/>
      <p:bldP spid="61" grpId="0"/>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占位符 1"/>
          <p:cNvSpPr txBox="1"/>
          <p:nvPr/>
        </p:nvSpPr>
        <p:spPr bwMode="auto">
          <a:xfrm>
            <a:off x="1847850" y="2133600"/>
            <a:ext cx="6624638" cy="1223963"/>
          </a:xfrm>
          <a:prstGeom prst="rect">
            <a:avLst/>
          </a:prstGeom>
          <a:noFill/>
          <a:ln>
            <a:miter lim="800000"/>
          </a:ln>
        </p:spPr>
        <p:txBody>
          <a:bodyPr/>
          <a:lstStyle>
            <a:defPPr>
              <a:defRPr lang="zh-CN"/>
            </a:defPPr>
            <a:lvl1pPr marL="0" algn="l" defTabSz="685800" rtl="0" eaLnBrk="1" latinLnBrk="0" hangingPunct="1">
              <a:defRPr sz="900" kern="1200">
                <a:solidFill>
                  <a:schemeClr val="tx1">
                    <a:tint val="75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539750" algn="l" defTabSz="6858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 股东财富最大化指的是通过财务上的合理运营，为股东创造最多的财富。</a:t>
            </a:r>
          </a:p>
        </p:txBody>
      </p:sp>
      <p:sp>
        <p:nvSpPr>
          <p:cNvPr id="5" name="椭圆 4"/>
          <p:cNvSpPr/>
          <p:nvPr/>
        </p:nvSpPr>
        <p:spPr>
          <a:xfrm>
            <a:off x="4943475" y="2852738"/>
            <a:ext cx="792163" cy="3460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2" name="矩形 1"/>
          <p:cNvSpPr/>
          <p:nvPr/>
        </p:nvSpPr>
        <p:spPr>
          <a:xfrm>
            <a:off x="6441123" y="2924175"/>
            <a:ext cx="1325880" cy="368300"/>
          </a:xfrm>
          <a:prstGeom prst="rect">
            <a:avLst/>
          </a:prstGeom>
          <a:noFill/>
          <a:ln w="9525">
            <a:noFill/>
          </a:ln>
        </p:spPr>
        <p:txBody>
          <a:bodyPr wrap="none">
            <a:spAutoFit/>
          </a:bodyPr>
          <a:lstStyle/>
          <a:p>
            <a:pPr algn="ctr" eaLnBrk="1" hangingPunct="1"/>
            <a:r>
              <a:rPr lang="zh-CN" altLang="en-US" b="1" dirty="0">
                <a:solidFill>
                  <a:schemeClr val="bg1"/>
                </a:solidFill>
                <a:latin typeface="微软雅黑" panose="020B0503020204020204" charset="-122"/>
                <a:ea typeface="微软雅黑" panose="020B0503020204020204" charset="-122"/>
              </a:rPr>
              <a:t>如何度量？</a:t>
            </a:r>
          </a:p>
        </p:txBody>
      </p:sp>
      <p:sp>
        <p:nvSpPr>
          <p:cNvPr id="4" name="箭头: 下 3"/>
          <p:cNvSpPr/>
          <p:nvPr/>
        </p:nvSpPr>
        <p:spPr>
          <a:xfrm rot="2182874">
            <a:off x="4584700" y="3281363"/>
            <a:ext cx="431800" cy="490538"/>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9" name="箭头: 下 8"/>
          <p:cNvSpPr/>
          <p:nvPr/>
        </p:nvSpPr>
        <p:spPr>
          <a:xfrm rot="19568568">
            <a:off x="5519738" y="3287713"/>
            <a:ext cx="431800" cy="490538"/>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10" name="矩形 9"/>
          <p:cNvSpPr/>
          <p:nvPr/>
        </p:nvSpPr>
        <p:spPr>
          <a:xfrm>
            <a:off x="3785236" y="3778250"/>
            <a:ext cx="1097280" cy="368300"/>
          </a:xfrm>
          <a:prstGeom prst="rect">
            <a:avLst/>
          </a:prstGeom>
          <a:noFill/>
          <a:ln w="9525">
            <a:noFill/>
          </a:ln>
        </p:spPr>
        <p:txBody>
          <a:bodyPr wrap="none">
            <a:spAutoFit/>
          </a:bodyPr>
          <a:lstStyle/>
          <a:p>
            <a:pPr algn="ctr" eaLnBrk="1" hangingPunct="1"/>
            <a:r>
              <a:rPr lang="zh-CN" altLang="en-US" b="1" dirty="0">
                <a:solidFill>
                  <a:schemeClr val="bg1"/>
                </a:solidFill>
                <a:latin typeface="微软雅黑" panose="020B0503020204020204" charset="-122"/>
                <a:ea typeface="微软雅黑" panose="020B0503020204020204" charset="-122"/>
              </a:rPr>
              <a:t>股票数量</a:t>
            </a:r>
          </a:p>
        </p:txBody>
      </p:sp>
      <p:sp>
        <p:nvSpPr>
          <p:cNvPr id="11" name="矩形 10"/>
          <p:cNvSpPr/>
          <p:nvPr/>
        </p:nvSpPr>
        <p:spPr>
          <a:xfrm>
            <a:off x="5656898" y="3778250"/>
            <a:ext cx="1097280" cy="368300"/>
          </a:xfrm>
          <a:prstGeom prst="rect">
            <a:avLst/>
          </a:prstGeom>
          <a:noFill/>
          <a:ln w="9525">
            <a:noFill/>
          </a:ln>
        </p:spPr>
        <p:txBody>
          <a:bodyPr wrap="none">
            <a:spAutoFit/>
          </a:bodyPr>
          <a:lstStyle/>
          <a:p>
            <a:pPr algn="ctr" eaLnBrk="1" hangingPunct="1"/>
            <a:r>
              <a:rPr lang="zh-CN" altLang="en-US" b="1" dirty="0">
                <a:solidFill>
                  <a:schemeClr val="bg1"/>
                </a:solidFill>
                <a:latin typeface="微软雅黑" panose="020B0503020204020204" charset="-122"/>
                <a:ea typeface="微软雅黑" panose="020B0503020204020204" charset="-122"/>
              </a:rPr>
              <a:t>股票价格</a:t>
            </a:r>
          </a:p>
        </p:txBody>
      </p:sp>
      <p:sp>
        <p:nvSpPr>
          <p:cNvPr id="12" name="矩形 11"/>
          <p:cNvSpPr/>
          <p:nvPr/>
        </p:nvSpPr>
        <p:spPr>
          <a:xfrm>
            <a:off x="5064125" y="3821113"/>
            <a:ext cx="342900" cy="368300"/>
          </a:xfrm>
          <a:prstGeom prst="rect">
            <a:avLst/>
          </a:prstGeom>
          <a:noFill/>
          <a:ln w="9525">
            <a:noFill/>
          </a:ln>
        </p:spPr>
        <p:txBody>
          <a:bodyPr wrap="none">
            <a:spAutoFit/>
          </a:bodyPr>
          <a:lstStyle/>
          <a:p>
            <a:pPr algn="ctr" eaLnBrk="1" hangingPunct="1"/>
            <a:r>
              <a:rPr lang="en-US" altLang="zh-CN" b="1" dirty="0">
                <a:solidFill>
                  <a:schemeClr val="bg1"/>
                </a:solidFill>
                <a:latin typeface="微软雅黑" panose="020B0503020204020204" charset="-122"/>
                <a:ea typeface="微软雅黑" panose="020B0503020204020204" charset="-122"/>
              </a:rPr>
              <a:t>X</a:t>
            </a:r>
          </a:p>
        </p:txBody>
      </p:sp>
      <p:sp>
        <p:nvSpPr>
          <p:cNvPr id="13" name="箭头: 下 12"/>
          <p:cNvSpPr/>
          <p:nvPr/>
        </p:nvSpPr>
        <p:spPr>
          <a:xfrm>
            <a:off x="5019675" y="4291013"/>
            <a:ext cx="431800" cy="488950"/>
          </a:xfrm>
          <a:prstGeom prst="down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dirty="0">
              <a:ln>
                <a:noFill/>
              </a:ln>
              <a:solidFill>
                <a:schemeClr val="bg1"/>
              </a:solidFill>
              <a:effectLst/>
              <a:uLnTx/>
              <a:uFillTx/>
              <a:latin typeface="+mn-lt"/>
              <a:ea typeface="+mn-ea"/>
              <a:cs typeface="+mn-cs"/>
            </a:endParaRPr>
          </a:p>
        </p:txBody>
      </p:sp>
      <p:sp>
        <p:nvSpPr>
          <p:cNvPr id="14" name="矩形 13"/>
          <p:cNvSpPr/>
          <p:nvPr/>
        </p:nvSpPr>
        <p:spPr>
          <a:xfrm>
            <a:off x="4091623" y="4830763"/>
            <a:ext cx="2468880" cy="368300"/>
          </a:xfrm>
          <a:prstGeom prst="rect">
            <a:avLst/>
          </a:prstGeom>
          <a:noFill/>
          <a:ln w="9525">
            <a:noFill/>
          </a:ln>
        </p:spPr>
        <p:txBody>
          <a:bodyPr wrap="none">
            <a:spAutoFit/>
          </a:bodyPr>
          <a:lstStyle/>
          <a:p>
            <a:pPr algn="ctr" eaLnBrk="1" hangingPunct="1"/>
            <a:r>
              <a:rPr lang="zh-CN" altLang="en-US" b="1" dirty="0">
                <a:solidFill>
                  <a:schemeClr val="bg1"/>
                </a:solidFill>
                <a:latin typeface="微软雅黑" panose="020B0503020204020204" charset="-122"/>
                <a:ea typeface="微软雅黑" panose="020B0503020204020204" charset="-122"/>
              </a:rPr>
              <a:t>转化为股票价格最大化</a:t>
            </a:r>
          </a:p>
        </p:txBody>
      </p:sp>
      <p:sp>
        <p:nvSpPr>
          <p:cNvPr id="15" name="矩形 14"/>
          <p:cNvSpPr/>
          <p:nvPr/>
        </p:nvSpPr>
        <p:spPr>
          <a:xfrm>
            <a:off x="5454492" y="4278313"/>
            <a:ext cx="1783080" cy="368300"/>
          </a:xfrm>
          <a:prstGeom prst="rect">
            <a:avLst/>
          </a:prstGeom>
          <a:noFill/>
          <a:ln w="9525">
            <a:noFill/>
          </a:ln>
        </p:spPr>
        <p:txBody>
          <a:bodyPr wrap="none">
            <a:spAutoFit/>
          </a:bodyPr>
          <a:lstStyle/>
          <a:p>
            <a:pPr algn="ctr" eaLnBrk="1" hangingPunct="1"/>
            <a:r>
              <a:rPr lang="zh-CN" altLang="en-US" b="1" dirty="0">
                <a:solidFill>
                  <a:schemeClr val="bg1"/>
                </a:solidFill>
                <a:latin typeface="微软雅黑" panose="020B0503020204020204" charset="-122"/>
                <a:ea typeface="微软雅黑" panose="020B0503020204020204" charset="-122"/>
              </a:rPr>
              <a:t>股票数量一定时</a:t>
            </a:r>
          </a:p>
        </p:txBody>
      </p:sp>
      <p:sp>
        <p:nvSpPr>
          <p:cNvPr id="16" name="平行四边形 15"/>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8" name="矩形 17"/>
          <p:cNvSpPr/>
          <p:nvPr/>
        </p:nvSpPr>
        <p:spPr>
          <a:xfrm>
            <a:off x="679368" y="991032"/>
            <a:ext cx="3897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以股东财富最大化为目标</a:t>
            </a:r>
          </a:p>
        </p:txBody>
      </p:sp>
      <p:cxnSp>
        <p:nvCxnSpPr>
          <p:cNvPr id="19" name="直接连接符 18"/>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20"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1+#ppt_w/2"/>
                                          </p:val>
                                        </p:tav>
                                        <p:tav tm="100000">
                                          <p:val>
                                            <p:strVal val="#ppt_x"/>
                                          </p:val>
                                        </p:tav>
                                      </p:tavLst>
                                    </p:anim>
                                    <p:anim calcmode="lin" valueType="num">
                                      <p:cBhvr additive="base">
                                        <p:cTn id="18" dur="500" fill="hold"/>
                                        <p:tgtEl>
                                          <p:spTgt spid="4"/>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1+#ppt_w/2"/>
                                          </p:val>
                                        </p:tav>
                                        <p:tav tm="100000">
                                          <p:val>
                                            <p:strVal val="#ppt_x"/>
                                          </p:val>
                                        </p:tav>
                                      </p:tavLst>
                                    </p:anim>
                                    <p:anim calcmode="lin" valueType="num">
                                      <p:cBhvr additive="base">
                                        <p:cTn id="2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9"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0-#ppt_h/2"/>
                                          </p:val>
                                        </p:tav>
                                        <p:tav tm="100000">
                                          <p:val>
                                            <p:strVal val="#ppt_y"/>
                                          </p:val>
                                        </p:tav>
                                      </p:tavLst>
                                    </p:anim>
                                  </p:childTnLst>
                                </p:cTn>
                              </p:par>
                              <p:par>
                                <p:cTn id="29" presetID="2" presetClass="entr" presetSubtype="9"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3"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1+#ppt_w/2"/>
                                          </p:val>
                                        </p:tav>
                                        <p:tav tm="100000">
                                          <p:val>
                                            <p:strVal val="#ppt_x"/>
                                          </p:val>
                                        </p:tav>
                                      </p:tavLst>
                                    </p:anim>
                                    <p:anim calcmode="lin" valueType="num">
                                      <p:cBhvr additive="base">
                                        <p:cTn id="3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0-#ppt_h/2"/>
                                          </p:val>
                                        </p:tav>
                                        <p:tav tm="100000">
                                          <p:val>
                                            <p:strVal val="#ppt_y"/>
                                          </p:val>
                                        </p:tav>
                                      </p:tavLst>
                                    </p:anim>
                                  </p:childTnLst>
                                </p:cTn>
                              </p:par>
                              <p:par>
                                <p:cTn id="45" presetID="2" presetClass="entr" presetSubtype="1"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9"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0-#ppt_w/2"/>
                                          </p:val>
                                        </p:tav>
                                        <p:tav tm="100000">
                                          <p:val>
                                            <p:strVal val="#ppt_x"/>
                                          </p:val>
                                        </p:tav>
                                      </p:tavLst>
                                    </p:anim>
                                    <p:anim calcmode="lin" valueType="num">
                                      <p:cBhvr additive="base">
                                        <p:cTn id="5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 grpId="0"/>
      <p:bldP spid="4" grpId="0" bldLvl="0" animBg="1"/>
      <p:bldP spid="9" grpId="0" bldLvl="0" animBg="1"/>
      <p:bldP spid="10" grpId="0"/>
      <p:bldP spid="11" grpId="0"/>
      <p:bldP spid="12" grpId="0"/>
      <p:bldP spid="13" grpId="0" bldLvl="0" animBg="1"/>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p:nvPr/>
        </p:nvSpPr>
        <p:spPr>
          <a:xfrm>
            <a:off x="2842895" y="5824855"/>
            <a:ext cx="2590800" cy="368300"/>
          </a:xfrm>
          <a:prstGeom prst="rect">
            <a:avLst/>
          </a:prstGeom>
          <a:noFill/>
          <a:ln w="9525">
            <a:noFill/>
          </a:ln>
        </p:spPr>
        <p:txBody>
          <a:bodyPr>
            <a:spAutoFit/>
          </a:bodyPr>
          <a:lstStyle/>
          <a:p>
            <a:pPr>
              <a:spcBef>
                <a:spcPct val="50000"/>
              </a:spcBef>
            </a:pPr>
            <a:r>
              <a:rPr lang="en-US" altLang="zh-CN" dirty="0">
                <a:solidFill>
                  <a:schemeClr val="bg1"/>
                </a:solidFill>
                <a:latin typeface="Arial" panose="020B0604020202020204" pitchFamily="34" charset="0"/>
                <a:ea typeface="宋体" panose="02010600030101010101" pitchFamily="2" charset="-122"/>
              </a:rPr>
              <a:t> </a:t>
            </a:r>
            <a:r>
              <a:rPr lang="zh-CN" altLang="en-US" dirty="0">
                <a:solidFill>
                  <a:schemeClr val="bg1"/>
                </a:solidFill>
                <a:latin typeface="Arial" panose="020B0604020202020204" pitchFamily="34" charset="0"/>
                <a:ea typeface="宋体" panose="02010600030101010101" pitchFamily="2" charset="-122"/>
              </a:rPr>
              <a:t>弱式有效市场</a:t>
            </a:r>
          </a:p>
        </p:txBody>
      </p:sp>
      <p:sp>
        <p:nvSpPr>
          <p:cNvPr id="19459" name="Line 4"/>
          <p:cNvSpPr/>
          <p:nvPr/>
        </p:nvSpPr>
        <p:spPr>
          <a:xfrm flipV="1">
            <a:off x="2609533" y="6315393"/>
            <a:ext cx="2087562" cy="0"/>
          </a:xfrm>
          <a:prstGeom prst="line">
            <a:avLst/>
          </a:prstGeom>
          <a:ln w="76200" cap="flat" cmpd="tri">
            <a:solidFill>
              <a:srgbClr val="A50021"/>
            </a:solidFill>
            <a:prstDash val="solid"/>
            <a:headEnd type="none" w="med" len="med"/>
            <a:tailEnd type="none" w="med" len="med"/>
          </a:ln>
        </p:spPr>
      </p:sp>
      <p:sp>
        <p:nvSpPr>
          <p:cNvPr id="19460" name="Line 5"/>
          <p:cNvSpPr/>
          <p:nvPr/>
        </p:nvSpPr>
        <p:spPr>
          <a:xfrm>
            <a:off x="4727258" y="5437505"/>
            <a:ext cx="0" cy="914400"/>
          </a:xfrm>
          <a:prstGeom prst="line">
            <a:avLst/>
          </a:prstGeom>
          <a:ln w="76200" cap="flat" cmpd="tri">
            <a:solidFill>
              <a:srgbClr val="A50021"/>
            </a:solidFill>
            <a:prstDash val="solid"/>
            <a:headEnd type="none" w="med" len="med"/>
            <a:tailEnd type="none" w="med" len="med"/>
          </a:ln>
        </p:spPr>
      </p:sp>
      <p:sp>
        <p:nvSpPr>
          <p:cNvPr id="9" name="Line 6"/>
          <p:cNvSpPr/>
          <p:nvPr/>
        </p:nvSpPr>
        <p:spPr>
          <a:xfrm>
            <a:off x="4727258" y="5437505"/>
            <a:ext cx="2133600" cy="0"/>
          </a:xfrm>
          <a:prstGeom prst="line">
            <a:avLst/>
          </a:prstGeom>
          <a:ln w="76200" cap="flat" cmpd="tri">
            <a:solidFill>
              <a:srgbClr val="A50021"/>
            </a:solidFill>
            <a:prstDash val="solid"/>
            <a:headEnd type="none" w="med" len="med"/>
            <a:tailEnd type="none" w="med" len="med"/>
          </a:ln>
        </p:spPr>
      </p:sp>
      <p:sp>
        <p:nvSpPr>
          <p:cNvPr id="10" name="Line 7"/>
          <p:cNvSpPr/>
          <p:nvPr/>
        </p:nvSpPr>
        <p:spPr>
          <a:xfrm flipV="1">
            <a:off x="6860858" y="4294505"/>
            <a:ext cx="0" cy="1143000"/>
          </a:xfrm>
          <a:prstGeom prst="line">
            <a:avLst/>
          </a:prstGeom>
          <a:ln w="76200" cap="flat" cmpd="tri">
            <a:solidFill>
              <a:srgbClr val="A50021"/>
            </a:solidFill>
            <a:prstDash val="solid"/>
            <a:headEnd type="none" w="med" len="med"/>
            <a:tailEnd type="none" w="med" len="med"/>
          </a:ln>
        </p:spPr>
      </p:sp>
      <p:sp>
        <p:nvSpPr>
          <p:cNvPr id="11" name="Line 8"/>
          <p:cNvSpPr/>
          <p:nvPr/>
        </p:nvSpPr>
        <p:spPr>
          <a:xfrm>
            <a:off x="6860858" y="4294505"/>
            <a:ext cx="2209800" cy="0"/>
          </a:xfrm>
          <a:prstGeom prst="line">
            <a:avLst/>
          </a:prstGeom>
          <a:ln w="76200" cap="flat" cmpd="tri">
            <a:solidFill>
              <a:srgbClr val="A50021"/>
            </a:solidFill>
            <a:prstDash val="solid"/>
            <a:headEnd type="none" w="med" len="med"/>
            <a:tailEnd type="none" w="med" len="med"/>
          </a:ln>
        </p:spPr>
      </p:sp>
      <p:sp>
        <p:nvSpPr>
          <p:cNvPr id="12" name="Line 9"/>
          <p:cNvSpPr/>
          <p:nvPr/>
        </p:nvSpPr>
        <p:spPr>
          <a:xfrm flipV="1">
            <a:off x="9070658" y="3303905"/>
            <a:ext cx="0" cy="990600"/>
          </a:xfrm>
          <a:prstGeom prst="line">
            <a:avLst/>
          </a:prstGeom>
          <a:ln w="76200" cap="flat" cmpd="tri">
            <a:solidFill>
              <a:srgbClr val="A50021"/>
            </a:solidFill>
            <a:prstDash val="solid"/>
            <a:headEnd type="none" w="med" len="med"/>
            <a:tailEnd type="none" w="med" len="med"/>
          </a:ln>
        </p:spPr>
      </p:sp>
      <p:sp>
        <p:nvSpPr>
          <p:cNvPr id="13" name="Text Box 10"/>
          <p:cNvSpPr txBox="1"/>
          <p:nvPr/>
        </p:nvSpPr>
        <p:spPr>
          <a:xfrm>
            <a:off x="4727258" y="4962843"/>
            <a:ext cx="2590800" cy="368300"/>
          </a:xfrm>
          <a:prstGeom prst="rect">
            <a:avLst/>
          </a:prstGeom>
          <a:noFill/>
          <a:ln w="9525">
            <a:noFill/>
          </a:ln>
        </p:spPr>
        <p:txBody>
          <a:bodyPr>
            <a:spAutoFit/>
          </a:bodyPr>
          <a:lstStyle/>
          <a:p>
            <a:pPr>
              <a:spcBef>
                <a:spcPct val="50000"/>
              </a:spcBef>
            </a:pPr>
            <a:r>
              <a:rPr lang="en-US" altLang="zh-CN" dirty="0">
                <a:solidFill>
                  <a:schemeClr val="bg1"/>
                </a:solidFill>
                <a:latin typeface="Arial" panose="020B0604020202020204" pitchFamily="34" charset="0"/>
                <a:ea typeface="宋体" panose="02010600030101010101" pitchFamily="2" charset="-122"/>
              </a:rPr>
              <a:t>   </a:t>
            </a:r>
            <a:r>
              <a:rPr lang="zh-CN" altLang="en-US" dirty="0">
                <a:solidFill>
                  <a:schemeClr val="bg1"/>
                </a:solidFill>
                <a:latin typeface="Arial" panose="020B0604020202020204" pitchFamily="34" charset="0"/>
                <a:ea typeface="宋体" panose="02010600030101010101" pitchFamily="2" charset="-122"/>
              </a:rPr>
              <a:t>半强式有效市场</a:t>
            </a:r>
          </a:p>
        </p:txBody>
      </p:sp>
      <p:sp>
        <p:nvSpPr>
          <p:cNvPr id="14" name="Text Box 11"/>
          <p:cNvSpPr txBox="1"/>
          <p:nvPr/>
        </p:nvSpPr>
        <p:spPr>
          <a:xfrm>
            <a:off x="6952933" y="3811905"/>
            <a:ext cx="2590800" cy="368300"/>
          </a:xfrm>
          <a:prstGeom prst="rect">
            <a:avLst/>
          </a:prstGeom>
          <a:noFill/>
          <a:ln w="9525">
            <a:noFill/>
          </a:ln>
        </p:spPr>
        <p:txBody>
          <a:bodyPr>
            <a:spAutoFit/>
          </a:bodyPr>
          <a:lstStyle/>
          <a:p>
            <a:pPr>
              <a:spcBef>
                <a:spcPct val="50000"/>
              </a:spcBef>
            </a:pPr>
            <a:r>
              <a:rPr lang="en-US" altLang="zh-CN" dirty="0">
                <a:solidFill>
                  <a:schemeClr val="bg1"/>
                </a:solidFill>
                <a:latin typeface="Arial" panose="020B0604020202020204" pitchFamily="34" charset="0"/>
                <a:ea typeface="宋体" panose="02010600030101010101" pitchFamily="2" charset="-122"/>
              </a:rPr>
              <a:t>      </a:t>
            </a:r>
            <a:r>
              <a:rPr lang="zh-CN" altLang="en-US" dirty="0">
                <a:solidFill>
                  <a:schemeClr val="bg1"/>
                </a:solidFill>
                <a:latin typeface="Arial" panose="020B0604020202020204" pitchFamily="34" charset="0"/>
                <a:ea typeface="宋体" panose="02010600030101010101" pitchFamily="2" charset="-122"/>
              </a:rPr>
              <a:t>强式有效市场</a:t>
            </a:r>
          </a:p>
        </p:txBody>
      </p:sp>
      <p:sp>
        <p:nvSpPr>
          <p:cNvPr id="16" name="AutoShape 13"/>
          <p:cNvSpPr>
            <a:spLocks noChangeArrowheads="1"/>
          </p:cNvSpPr>
          <p:nvPr/>
        </p:nvSpPr>
        <p:spPr bwMode="auto">
          <a:xfrm>
            <a:off x="7019608" y="2121218"/>
            <a:ext cx="1958975" cy="1316038"/>
          </a:xfrm>
          <a:prstGeom prst="wedgeRectCallout">
            <a:avLst>
              <a:gd name="adj1" fmla="val 2182"/>
              <a:gd name="adj2" fmla="val 79499"/>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chemeClr val="bg1"/>
                </a:solidFill>
                <a:effectLst/>
                <a:uLnTx/>
                <a:uFillTx/>
                <a:latin typeface="Calibri" panose="020F0502020204030204" charset="0"/>
                <a:ea typeface="黑体" panose="02010609060101010101" charset="-122"/>
                <a:cs typeface="+mn-cs"/>
              </a:rPr>
              <a:t>证券的价格反映了所有公开和未公开信息，投资人即使掌握内幕信息也无法获取超额利润</a:t>
            </a:r>
          </a:p>
        </p:txBody>
      </p:sp>
      <p:sp>
        <p:nvSpPr>
          <p:cNvPr id="17" name="AutoShape 14"/>
          <p:cNvSpPr>
            <a:spLocks noChangeArrowheads="1"/>
          </p:cNvSpPr>
          <p:nvPr/>
        </p:nvSpPr>
        <p:spPr bwMode="auto">
          <a:xfrm>
            <a:off x="4787583" y="3099118"/>
            <a:ext cx="1871663" cy="1614488"/>
          </a:xfrm>
          <a:prstGeom prst="wedgeRectCallout">
            <a:avLst>
              <a:gd name="adj1" fmla="val 10197"/>
              <a:gd name="adj2" fmla="val 67924"/>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chemeClr val="bg1"/>
                </a:solidFill>
                <a:effectLst/>
                <a:uLnTx/>
                <a:uFillTx/>
                <a:latin typeface="Calibri" panose="020F0502020204030204" charset="0"/>
                <a:ea typeface="黑体" panose="02010609060101010101" charset="-122"/>
                <a:cs typeface="+mn-cs"/>
              </a:rPr>
              <a:t>证券的价格包含了所有公开信息，投资人不能通过分析公开信息来获取超额利润</a:t>
            </a:r>
          </a:p>
        </p:txBody>
      </p:sp>
      <p:sp>
        <p:nvSpPr>
          <p:cNvPr id="18" name="对话气泡: 矩形 17"/>
          <p:cNvSpPr/>
          <p:nvPr/>
        </p:nvSpPr>
        <p:spPr>
          <a:xfrm>
            <a:off x="2698433" y="3784918"/>
            <a:ext cx="1600200" cy="1581150"/>
          </a:xfrm>
          <a:prstGeom prst="wedgeRectCallout">
            <a:avLst>
              <a:gd name="adj1" fmla="val -4963"/>
              <a:gd name="adj2" fmla="val 72690"/>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Calibri" panose="020F0502020204030204" charset="0"/>
                <a:ea typeface="黑体" panose="02010609060101010101" charset="-122"/>
                <a:cs typeface="+mn-cs"/>
              </a:rPr>
              <a:t>证券的价格包含了所有历史信息，投资人不能通过分析历史信息来获取超额利润</a:t>
            </a:r>
          </a:p>
        </p:txBody>
      </p:sp>
      <p:sp>
        <p:nvSpPr>
          <p:cNvPr id="20" name="文本框 19"/>
          <p:cNvSpPr txBox="1"/>
          <p:nvPr/>
        </p:nvSpPr>
        <p:spPr>
          <a:xfrm>
            <a:off x="735965" y="1708150"/>
            <a:ext cx="5746115" cy="1014730"/>
          </a:xfrm>
          <a:prstGeom prst="rect">
            <a:avLst/>
          </a:prstGeom>
        </p:spPr>
        <p:txBody>
          <a:bodyPr wrap="square">
            <a:spAutoFit/>
          </a:bodyPr>
          <a:lstStyle/>
          <a:p>
            <a:r>
              <a:rPr lang="zh-CN" altLang="en-US" sz="2000" noProof="0" dirty="0">
                <a:ln>
                  <a:noFill/>
                </a:ln>
                <a:solidFill>
                  <a:schemeClr val="bg1"/>
                </a:solidFill>
                <a:effectLst/>
                <a:uLnTx/>
                <a:uFillTx/>
                <a:latin typeface="Calibri" panose="020F0502020204030204" charset="0"/>
                <a:ea typeface="黑体" panose="02010609060101010101" charset="-122"/>
              </a:rPr>
              <a:t>根据历史信息、全部公开信息和内幕信息对股票价格的不同影响，将市场效率分为弱式有效市场、半强式有效市场和强式有效市场。</a:t>
            </a:r>
          </a:p>
        </p:txBody>
      </p:sp>
      <p:sp>
        <p:nvSpPr>
          <p:cNvPr id="15" name="平行四边形 14">
            <a:extLst>
              <a:ext uri="{FF2B5EF4-FFF2-40B4-BE49-F238E27FC236}">
                <a16:creationId xmlns:a16="http://schemas.microsoft.com/office/drawing/2014/main" id="{A36DE42A-9542-43E2-84A3-47AF918F4973}"/>
              </a:ext>
            </a:extLst>
          </p:cNvPr>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9" name="矩形 18">
            <a:extLst>
              <a:ext uri="{FF2B5EF4-FFF2-40B4-BE49-F238E27FC236}">
                <a16:creationId xmlns:a16="http://schemas.microsoft.com/office/drawing/2014/main" id="{EA97A61E-EB8D-45EE-8BC4-4C80ABAE7690}"/>
              </a:ext>
            </a:extLst>
          </p:cNvPr>
          <p:cNvSpPr/>
          <p:nvPr/>
        </p:nvSpPr>
        <p:spPr>
          <a:xfrm>
            <a:off x="679368" y="991032"/>
            <a:ext cx="3897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以股东财富最大化为目标</a:t>
            </a:r>
          </a:p>
        </p:txBody>
      </p:sp>
      <p:sp>
        <p:nvSpPr>
          <p:cNvPr id="21" name="图形 38">
            <a:extLst>
              <a:ext uri="{FF2B5EF4-FFF2-40B4-BE49-F238E27FC236}">
                <a16:creationId xmlns:a16="http://schemas.microsoft.com/office/drawing/2014/main" id="{789B4B99-A136-4636-A43C-1643FB46DEE0}"/>
              </a:ext>
            </a:extLst>
          </p:cNvPr>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4" grpId="0"/>
      <p:bldP spid="16" grpId="0" bldLvl="0" animBg="1"/>
      <p:bldP spid="17" grpId="0" bldLvl="0" animBg="1"/>
      <p:bldP spid="1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type="body" idx="4294967295"/>
          </p:nvPr>
        </p:nvSpPr>
        <p:spPr>
          <a:xfrm>
            <a:off x="4528185" y="3625215"/>
            <a:ext cx="7299325" cy="620395"/>
          </a:xfrm>
        </p:spPr>
        <p:txBody>
          <a:bodyPr vert="horz" wrap="square" lIns="91440" tIns="45720" rIns="91440" bIns="45720" anchor="t" anchorCtr="0">
            <a:noAutofit/>
          </a:bodyPr>
          <a:lstStyle/>
          <a:p>
            <a:pPr marL="342900" lvl="1" indent="0">
              <a:lnSpc>
                <a:spcPct val="150000"/>
              </a:lnSpc>
              <a:buNone/>
            </a:pPr>
            <a:r>
              <a:rPr lang="zh-CN" altLang="en-US" sz="2300" dirty="0">
                <a:solidFill>
                  <a:schemeClr val="bg1"/>
                </a:solidFill>
                <a:latin typeface="微软雅黑" panose="020B0503020204020204" charset="-122"/>
                <a:ea typeface="微软雅黑" panose="020B0503020204020204" charset="-122"/>
              </a:rPr>
              <a:t>在一定程度上能克服企业在追求利润方面的短期行为</a:t>
            </a:r>
          </a:p>
          <a:p>
            <a:pPr marL="342900" lvl="1" indent="0">
              <a:lnSpc>
                <a:spcPct val="150000"/>
              </a:lnSpc>
              <a:buNone/>
            </a:pPr>
            <a:endParaRPr lang="zh-CN" altLang="en-US" sz="2300" b="1" dirty="0">
              <a:solidFill>
                <a:schemeClr val="bg1"/>
              </a:solidFill>
              <a:latin typeface="微软雅黑" panose="020B0503020204020204" charset="-122"/>
              <a:ea typeface="微软雅黑" panose="020B0503020204020204" charset="-122"/>
            </a:endParaRPr>
          </a:p>
        </p:txBody>
      </p:sp>
      <p:grpSp>
        <p:nvGrpSpPr>
          <p:cNvPr id="22" name="组合 21"/>
          <p:cNvGrpSpPr/>
          <p:nvPr/>
        </p:nvGrpSpPr>
        <p:grpSpPr>
          <a:xfrm flipH="1">
            <a:off x="2512695" y="2444750"/>
            <a:ext cx="2300605" cy="3015615"/>
            <a:chOff x="7062764" y="2515026"/>
            <a:chExt cx="2417612" cy="3015514"/>
          </a:xfrm>
        </p:grpSpPr>
        <p:sp>
          <p:nvSpPr>
            <p:cNvPr id="5" name="MH_Other_1"/>
            <p:cNvSpPr/>
            <p:nvPr>
              <p:custDataLst>
                <p:tags r:id="rId1"/>
              </p:custDataLst>
            </p:nvPr>
          </p:nvSpPr>
          <p:spPr bwMode="auto">
            <a:xfrm>
              <a:off x="7062764" y="2515026"/>
              <a:ext cx="2272778" cy="1539323"/>
            </a:xfrm>
            <a:custGeom>
              <a:avLst/>
              <a:gdLst>
                <a:gd name="T0" fmla="*/ 0 w 518"/>
                <a:gd name="T1" fmla="*/ 0 h 351"/>
                <a:gd name="T2" fmla="*/ 2147483646 w 518"/>
                <a:gd name="T3" fmla="*/ 2147483646 h 351"/>
                <a:gd name="T4" fmla="*/ 0 60000 65536"/>
                <a:gd name="T5" fmla="*/ 0 60000 65536"/>
              </a:gdLst>
              <a:ahLst/>
              <a:cxnLst>
                <a:cxn ang="T4">
                  <a:pos x="T0" y="T1"/>
                </a:cxn>
                <a:cxn ang="T5">
                  <a:pos x="T2" y="T3"/>
                </a:cxn>
              </a:cxnLst>
              <a:rect l="0" t="0" r="r" b="b"/>
              <a:pathLst>
                <a:path w="518" h="351">
                  <a:moveTo>
                    <a:pt x="0" y="0"/>
                  </a:moveTo>
                  <a:cubicBezTo>
                    <a:pt x="411" y="0"/>
                    <a:pt x="260" y="351"/>
                    <a:pt x="518" y="340"/>
                  </a:cubicBezTo>
                </a:path>
              </a:pathLst>
            </a:custGeom>
            <a:noFill/>
            <a:ln w="14"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 name="MH_Other_2"/>
            <p:cNvSpPr/>
            <p:nvPr>
              <p:custDataLst>
                <p:tags r:id="rId2"/>
              </p:custDataLst>
            </p:nvPr>
          </p:nvSpPr>
          <p:spPr bwMode="auto">
            <a:xfrm>
              <a:off x="7062764" y="3216911"/>
              <a:ext cx="2272778" cy="815154"/>
            </a:xfrm>
            <a:custGeom>
              <a:avLst/>
              <a:gdLst>
                <a:gd name="T0" fmla="*/ 0 w 518"/>
                <a:gd name="T1" fmla="*/ 0 h 95"/>
                <a:gd name="T2" fmla="*/ 2147483646 w 518"/>
                <a:gd name="T3" fmla="*/ 2147483646 h 95"/>
                <a:gd name="T4" fmla="*/ 0 60000 65536"/>
                <a:gd name="T5" fmla="*/ 0 60000 65536"/>
              </a:gdLst>
              <a:ahLst/>
              <a:cxnLst>
                <a:cxn ang="T4">
                  <a:pos x="T0" y="T1"/>
                </a:cxn>
                <a:cxn ang="T5">
                  <a:pos x="T2" y="T3"/>
                </a:cxn>
              </a:cxnLst>
              <a:rect l="0" t="0" r="r" b="b"/>
              <a:pathLst>
                <a:path w="518" h="95">
                  <a:moveTo>
                    <a:pt x="0" y="0"/>
                  </a:moveTo>
                  <a:cubicBezTo>
                    <a:pt x="411" y="0"/>
                    <a:pt x="260" y="95"/>
                    <a:pt x="518" y="92"/>
                  </a:cubicBezTo>
                </a:path>
              </a:pathLst>
            </a:custGeom>
            <a:noFill/>
            <a:ln w="14"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 name="MH_Other_3"/>
            <p:cNvSpPr/>
            <p:nvPr>
              <p:custDataLst>
                <p:tags r:id="rId3"/>
              </p:custDataLst>
            </p:nvPr>
          </p:nvSpPr>
          <p:spPr bwMode="auto">
            <a:xfrm>
              <a:off x="7062764" y="4006070"/>
              <a:ext cx="2272778" cy="869003"/>
            </a:xfrm>
            <a:custGeom>
              <a:avLst/>
              <a:gdLst>
                <a:gd name="T0" fmla="*/ 0 w 518"/>
                <a:gd name="T1" fmla="*/ 2147483646 h 117"/>
                <a:gd name="T2" fmla="*/ 2147483646 w 518"/>
                <a:gd name="T3" fmla="*/ 2147483646 h 117"/>
                <a:gd name="T4" fmla="*/ 0 60000 65536"/>
                <a:gd name="T5" fmla="*/ 0 60000 65536"/>
              </a:gdLst>
              <a:ahLst/>
              <a:cxnLst>
                <a:cxn ang="T4">
                  <a:pos x="T0" y="T1"/>
                </a:cxn>
                <a:cxn ang="T5">
                  <a:pos x="T2" y="T3"/>
                </a:cxn>
              </a:cxnLst>
              <a:rect l="0" t="0" r="r" b="b"/>
              <a:pathLst>
                <a:path w="518" h="117">
                  <a:moveTo>
                    <a:pt x="0" y="117"/>
                  </a:moveTo>
                  <a:cubicBezTo>
                    <a:pt x="411" y="117"/>
                    <a:pt x="260" y="0"/>
                    <a:pt x="518" y="4"/>
                  </a:cubicBezTo>
                </a:path>
              </a:pathLst>
            </a:custGeom>
            <a:noFill/>
            <a:ln w="14" cap="flat">
              <a:solidFill>
                <a:schemeClr val="accent2"/>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 name="MH_Other_4"/>
            <p:cNvSpPr/>
            <p:nvPr>
              <p:custDataLst>
                <p:tags r:id="rId4"/>
              </p:custDataLst>
            </p:nvPr>
          </p:nvSpPr>
          <p:spPr bwMode="auto">
            <a:xfrm>
              <a:off x="7062764" y="3983788"/>
              <a:ext cx="2272778" cy="1546752"/>
            </a:xfrm>
            <a:custGeom>
              <a:avLst/>
              <a:gdLst>
                <a:gd name="T0" fmla="*/ 0 w 518"/>
                <a:gd name="T1" fmla="*/ 2147483646 h 327"/>
                <a:gd name="T2" fmla="*/ 2147483646 w 518"/>
                <a:gd name="T3" fmla="*/ 2147483646 h 327"/>
                <a:gd name="T4" fmla="*/ 0 60000 65536"/>
                <a:gd name="T5" fmla="*/ 0 60000 65536"/>
              </a:gdLst>
              <a:ahLst/>
              <a:cxnLst>
                <a:cxn ang="T4">
                  <a:pos x="T0" y="T1"/>
                </a:cxn>
                <a:cxn ang="T5">
                  <a:pos x="T2" y="T3"/>
                </a:cxn>
              </a:cxnLst>
              <a:rect l="0" t="0" r="r" b="b"/>
              <a:pathLst>
                <a:path w="518" h="327">
                  <a:moveTo>
                    <a:pt x="0" y="327"/>
                  </a:moveTo>
                  <a:cubicBezTo>
                    <a:pt x="411" y="327"/>
                    <a:pt x="260" y="0"/>
                    <a:pt x="518" y="10"/>
                  </a:cubicBezTo>
                </a:path>
              </a:pathLst>
            </a:custGeom>
            <a:noFill/>
            <a:ln w="14" cap="flat">
              <a:solidFill>
                <a:schemeClr val="accent1"/>
              </a:solidFill>
              <a:prstDash val="solid"/>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 name="MH_Other_5"/>
            <p:cNvSpPr>
              <a:spLocks noChangeShapeType="1"/>
            </p:cNvSpPr>
            <p:nvPr>
              <p:custDataLst>
                <p:tags r:id="rId5"/>
              </p:custDataLst>
            </p:nvPr>
          </p:nvSpPr>
          <p:spPr bwMode="auto">
            <a:xfrm>
              <a:off x="7062765" y="4022782"/>
              <a:ext cx="2148368" cy="0"/>
            </a:xfrm>
            <a:prstGeom prst="line">
              <a:avLst/>
            </a:prstGeom>
            <a:noFill/>
            <a:ln w="14" cap="flat">
              <a:solidFill>
                <a:schemeClr val="accent1"/>
              </a:solidFill>
              <a:prstDash val="solid"/>
              <a:miter lim="800000"/>
            </a:ln>
            <a:extLst>
              <a:ext uri="{909E8E84-426E-40DD-AFC4-6F175D3DCCD1}">
                <a14:hiddenFill xmlns:a14="http://schemas.microsoft.com/office/drawing/2010/main">
                  <a:noFill/>
                </a14:hiddenFill>
              </a:ext>
            </a:extLst>
          </p:spPr>
          <p:txBody>
            <a:bodyPr>
              <a:normAutofit fontScale="25000" lnSpcReduction="20000"/>
            </a:bodyPr>
            <a:lstStyle/>
            <a:p>
              <a:pPr>
                <a:defRPr/>
              </a:pPr>
              <a:endParaRPr lang="zh-CN" altLang="en-US" sz="1600"/>
            </a:p>
          </p:txBody>
        </p:sp>
        <p:sp>
          <p:nvSpPr>
            <p:cNvPr id="15" name="MH_Other_6"/>
            <p:cNvSpPr/>
            <p:nvPr>
              <p:custDataLst>
                <p:tags r:id="rId6"/>
              </p:custDataLst>
            </p:nvPr>
          </p:nvSpPr>
          <p:spPr bwMode="auto">
            <a:xfrm>
              <a:off x="9194422" y="3913229"/>
              <a:ext cx="285954" cy="219108"/>
            </a:xfrm>
            <a:custGeom>
              <a:avLst/>
              <a:gdLst>
                <a:gd name="T0" fmla="*/ 0 w 154"/>
                <a:gd name="T1" fmla="*/ 0 h 118"/>
                <a:gd name="T2" fmla="*/ 154 w 154"/>
                <a:gd name="T3" fmla="*/ 59 h 118"/>
                <a:gd name="T4" fmla="*/ 0 w 154"/>
                <a:gd name="T5" fmla="*/ 118 h 118"/>
                <a:gd name="T6" fmla="*/ 0 w 154"/>
                <a:gd name="T7" fmla="*/ 0 h 118"/>
              </a:gdLst>
              <a:ahLst/>
              <a:cxnLst>
                <a:cxn ang="0">
                  <a:pos x="T0" y="T1"/>
                </a:cxn>
                <a:cxn ang="0">
                  <a:pos x="T2" y="T3"/>
                </a:cxn>
                <a:cxn ang="0">
                  <a:pos x="T4" y="T5"/>
                </a:cxn>
                <a:cxn ang="0">
                  <a:pos x="T6" y="T7"/>
                </a:cxn>
              </a:cxnLst>
              <a:rect l="0" t="0" r="r" b="b"/>
              <a:pathLst>
                <a:path w="154" h="118">
                  <a:moveTo>
                    <a:pt x="0" y="0"/>
                  </a:moveTo>
                  <a:lnTo>
                    <a:pt x="154" y="59"/>
                  </a:lnTo>
                  <a:lnTo>
                    <a:pt x="0" y="118"/>
                  </a:lnTo>
                  <a:lnTo>
                    <a:pt x="0" y="0"/>
                  </a:lnTo>
                  <a:close/>
                </a:path>
              </a:pathLst>
            </a:custGeom>
            <a:solidFill>
              <a:schemeClr val="accent1">
                <a:lumMod val="50000"/>
              </a:schemeClr>
            </a:solidFill>
            <a:ln>
              <a:noFill/>
            </a:ln>
          </p:spPr>
          <p:txBody>
            <a:bodyPr>
              <a:normAutofit fontScale="60000" lnSpcReduction="20000"/>
            </a:bodyPr>
            <a:lstStyle/>
            <a:p>
              <a:pPr>
                <a:defRPr/>
              </a:pPr>
              <a:endParaRPr lang="zh-CN" altLang="en-US" sz="1600"/>
            </a:p>
          </p:txBody>
        </p:sp>
      </p:grpSp>
      <p:sp>
        <p:nvSpPr>
          <p:cNvPr id="10" name="文本框 9"/>
          <p:cNvSpPr txBox="1"/>
          <p:nvPr/>
        </p:nvSpPr>
        <p:spPr>
          <a:xfrm>
            <a:off x="4528185" y="2152650"/>
            <a:ext cx="5666105" cy="622300"/>
          </a:xfrm>
          <a:prstGeom prst="rect">
            <a:avLst/>
          </a:prstGeom>
          <a:noFill/>
        </p:spPr>
        <p:txBody>
          <a:bodyPr wrap="square" rtlCol="0" anchor="t">
            <a:spAutoFit/>
          </a:bodyPr>
          <a:lstStyle/>
          <a:p>
            <a:pPr marL="342900" lvl="1" indent="0" algn="l">
              <a:lnSpc>
                <a:spcPct val="150000"/>
              </a:lnSpc>
              <a:buNone/>
            </a:pPr>
            <a:r>
              <a:rPr lang="zh-CN" altLang="en-US" sz="2300" dirty="0">
                <a:solidFill>
                  <a:schemeClr val="bg1"/>
                </a:solidFill>
                <a:latin typeface="微软雅黑" panose="020B0503020204020204" charset="-122"/>
                <a:ea typeface="微软雅黑" panose="020B0503020204020204" charset="-122"/>
                <a:sym typeface="+mn-ea"/>
              </a:rPr>
              <a:t>考虑了现金流量的时间价值和风险因素</a:t>
            </a:r>
          </a:p>
        </p:txBody>
      </p:sp>
      <p:sp>
        <p:nvSpPr>
          <p:cNvPr id="12" name="文本框 11"/>
          <p:cNvSpPr txBox="1"/>
          <p:nvPr/>
        </p:nvSpPr>
        <p:spPr>
          <a:xfrm>
            <a:off x="4633595" y="5119370"/>
            <a:ext cx="6329045" cy="622300"/>
          </a:xfrm>
          <a:prstGeom prst="rect">
            <a:avLst/>
          </a:prstGeom>
          <a:noFill/>
        </p:spPr>
        <p:txBody>
          <a:bodyPr wrap="square" rtlCol="0" anchor="t">
            <a:spAutoFit/>
          </a:bodyPr>
          <a:lstStyle/>
          <a:p>
            <a:pPr marL="342900" lvl="1" indent="0">
              <a:lnSpc>
                <a:spcPct val="150000"/>
              </a:lnSpc>
              <a:buNone/>
            </a:pPr>
            <a:r>
              <a:rPr lang="zh-CN" altLang="en-US" sz="2300" dirty="0">
                <a:solidFill>
                  <a:schemeClr val="bg1"/>
                </a:solidFill>
                <a:latin typeface="微软雅黑" panose="020B0503020204020204" charset="-122"/>
                <a:ea typeface="微软雅黑" panose="020B0503020204020204" charset="-122"/>
                <a:sym typeface="+mn-ea"/>
              </a:rPr>
              <a:t>反映了资本与报酬之间的关系</a:t>
            </a:r>
          </a:p>
        </p:txBody>
      </p:sp>
      <p:sp>
        <p:nvSpPr>
          <p:cNvPr id="2" name="文本框 1"/>
          <p:cNvSpPr txBox="1"/>
          <p:nvPr/>
        </p:nvSpPr>
        <p:spPr>
          <a:xfrm>
            <a:off x="865505" y="3695700"/>
            <a:ext cx="1646555" cy="521970"/>
          </a:xfrm>
          <a:prstGeom prst="rect">
            <a:avLst/>
          </a:prstGeom>
          <a:noFill/>
        </p:spPr>
        <p:txBody>
          <a:bodyPr wrap="square" rtlCol="0" anchor="t">
            <a:spAutoFit/>
          </a:bodyPr>
          <a:lstStyle/>
          <a:p>
            <a:pPr indent="0">
              <a:buClr>
                <a:schemeClr val="accent2"/>
              </a:buClr>
              <a:buNone/>
            </a:pPr>
            <a:r>
              <a:rPr lang="zh-CN" altLang="en-US" sz="2800" dirty="0">
                <a:solidFill>
                  <a:schemeClr val="bg1"/>
                </a:solidFill>
                <a:latin typeface="微软雅黑" panose="020B0503020204020204" charset="-122"/>
                <a:ea typeface="微软雅黑" panose="020B0503020204020204" charset="-122"/>
                <a:sym typeface="+mn-ea"/>
              </a:rPr>
              <a:t>主要优点</a:t>
            </a:r>
          </a:p>
        </p:txBody>
      </p:sp>
      <p:sp>
        <p:nvSpPr>
          <p:cNvPr id="13" name="平行四边形 12">
            <a:extLst>
              <a:ext uri="{FF2B5EF4-FFF2-40B4-BE49-F238E27FC236}">
                <a16:creationId xmlns:a16="http://schemas.microsoft.com/office/drawing/2014/main" id="{A68438AD-CE51-4179-81B6-B10FED16E392}"/>
              </a:ext>
            </a:extLst>
          </p:cNvPr>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6" name="矩形 15">
            <a:extLst>
              <a:ext uri="{FF2B5EF4-FFF2-40B4-BE49-F238E27FC236}">
                <a16:creationId xmlns:a16="http://schemas.microsoft.com/office/drawing/2014/main" id="{492E79D3-AF89-4E1E-B94F-D6590DF0E567}"/>
              </a:ext>
            </a:extLst>
          </p:cNvPr>
          <p:cNvSpPr/>
          <p:nvPr/>
        </p:nvSpPr>
        <p:spPr>
          <a:xfrm>
            <a:off x="679368" y="991032"/>
            <a:ext cx="3897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以股东财富最大化为目标</a:t>
            </a:r>
          </a:p>
        </p:txBody>
      </p:sp>
      <p:sp>
        <p:nvSpPr>
          <p:cNvPr id="17" name="图形 38">
            <a:extLst>
              <a:ext uri="{FF2B5EF4-FFF2-40B4-BE49-F238E27FC236}">
                <a16:creationId xmlns:a16="http://schemas.microsoft.com/office/drawing/2014/main" id="{851234E7-13BA-4E0A-ADF8-7E44E98DF6EA}"/>
              </a:ext>
            </a:extLst>
          </p:cNvPr>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4"/>
          <p:cNvSpPr/>
          <p:nvPr/>
        </p:nvSpPr>
        <p:spPr>
          <a:xfrm>
            <a:off x="1816511" y="1895288"/>
            <a:ext cx="8359140" cy="1053943"/>
          </a:xfrm>
          <a:prstGeom prst="rect">
            <a:avLst/>
          </a:prstGeom>
          <a:noFill/>
          <a:ln w="9525">
            <a:noFill/>
          </a:ln>
        </p:spPr>
        <p:txBody>
          <a:bodyPr wrap="square">
            <a:spAutoFit/>
          </a:bodyPr>
          <a:lstStyle/>
          <a:p>
            <a:pPr algn="just">
              <a:lnSpc>
                <a:spcPct val="150000"/>
              </a:lnSpc>
              <a:buNone/>
            </a:pPr>
            <a:r>
              <a:rPr lang="zh-CN" altLang="zh-CN" sz="2200" b="1" dirty="0">
                <a:solidFill>
                  <a:schemeClr val="bg1"/>
                </a:solidFill>
                <a:latin typeface="NEU-BZ-S92"/>
                <a:ea typeface="方正书宋_GBK"/>
              </a:rPr>
              <a:t>股东财富最大化目标也是判断企业财务决策是否正确的标准</a:t>
            </a:r>
            <a:r>
              <a:rPr lang="zh-CN" altLang="en-US" sz="2200" b="1" dirty="0">
                <a:solidFill>
                  <a:schemeClr val="bg1"/>
                </a:solidFill>
                <a:latin typeface="方正书宋_GBK"/>
                <a:cs typeface="Times New Roman" panose="02020603050405020304" pitchFamily="18" charset="0"/>
              </a:rPr>
              <a:t>，</a:t>
            </a:r>
            <a:r>
              <a:rPr lang="zh-CN" altLang="zh-CN" sz="2200" b="1" dirty="0">
                <a:solidFill>
                  <a:schemeClr val="bg1"/>
                </a:solidFill>
                <a:latin typeface="NEU-BZ-S92"/>
                <a:ea typeface="方正书宋_GBK"/>
              </a:rPr>
              <a:t>因为股票的市场价格是企业投资、筹资和资产管理决策效率的反映。</a:t>
            </a:r>
          </a:p>
        </p:txBody>
      </p:sp>
      <p:pic>
        <p:nvPicPr>
          <p:cNvPr id="21507" name="12.jpg" descr="id:2147518932;FounderCES"/>
          <p:cNvPicPr>
            <a:picLocks noChangeAspect="1"/>
          </p:cNvPicPr>
          <p:nvPr/>
        </p:nvPicPr>
        <p:blipFill>
          <a:blip r:embed="rId2"/>
          <a:stretch>
            <a:fillRect/>
          </a:stretch>
        </p:blipFill>
        <p:spPr>
          <a:xfrm>
            <a:off x="2621280" y="3171508"/>
            <a:ext cx="6840538" cy="2662237"/>
          </a:xfrm>
          <a:prstGeom prst="rect">
            <a:avLst/>
          </a:prstGeom>
          <a:noFill/>
          <a:ln w="9525">
            <a:noFill/>
          </a:ln>
        </p:spPr>
      </p:pic>
      <p:sp>
        <p:nvSpPr>
          <p:cNvPr id="2" name="文本框 1"/>
          <p:cNvSpPr txBox="1"/>
          <p:nvPr/>
        </p:nvSpPr>
        <p:spPr>
          <a:xfrm>
            <a:off x="4509135" y="6109970"/>
            <a:ext cx="3264535" cy="368300"/>
          </a:xfrm>
          <a:prstGeom prst="rect">
            <a:avLst/>
          </a:prstGeom>
        </p:spPr>
        <p:txBody>
          <a:bodyPr wrap="square">
            <a:spAutoFit/>
          </a:bodyPr>
          <a:lstStyle/>
          <a:p>
            <a:r>
              <a:rPr lang="zh-CN" altLang="en-US">
                <a:solidFill>
                  <a:srgbClr val="ED028C"/>
                </a:solidFill>
                <a:latin typeface="FZHTK-GBK1-02000067f-Identity-H"/>
                <a:ea typeface="FZHTK-GBK1-02000067f-Identity-H"/>
              </a:rPr>
              <a:t>图</a:t>
            </a:r>
            <a:r>
              <a:rPr lang="zh-CN" altLang="en-US">
                <a:solidFill>
                  <a:srgbClr val="ED028C"/>
                </a:solidFill>
                <a:latin typeface="E-F29-PK7485a2-Identity-H"/>
                <a:ea typeface="E-F29-PK7485a2-Identity-H"/>
              </a:rPr>
              <a:t>１</a:t>
            </a:r>
            <a:r>
              <a:rPr lang="en-US" altLang="zh-CN">
                <a:solidFill>
                  <a:srgbClr val="ED028C"/>
                </a:solidFill>
                <a:latin typeface="宋体" panose="02010600030101010101" pitchFamily="2" charset="-122"/>
                <a:ea typeface="宋体" panose="02010600030101010101" pitchFamily="2" charset="-122"/>
              </a:rPr>
              <a:t>-</a:t>
            </a:r>
            <a:r>
              <a:rPr lang="zh-CN" altLang="en-US">
                <a:solidFill>
                  <a:srgbClr val="ED028C"/>
                </a:solidFill>
                <a:latin typeface="E-F29-PK7485a2-Identity-H"/>
                <a:ea typeface="E-F29-PK7485a2-Identity-H"/>
              </a:rPr>
              <a:t>２ </a:t>
            </a:r>
            <a:r>
              <a:rPr lang="zh-CN" altLang="en-US">
                <a:solidFill>
                  <a:srgbClr val="ED028C"/>
                </a:solidFill>
                <a:latin typeface="FZHTK-GBK1-02000067f-Identity-H"/>
                <a:ea typeface="FZHTK-GBK1-02000067f-Identity-H"/>
              </a:rPr>
              <a:t>企业的投资工具模型</a:t>
            </a:r>
          </a:p>
        </p:txBody>
      </p:sp>
      <p:sp>
        <p:nvSpPr>
          <p:cNvPr id="5" name="平行四边形 4">
            <a:extLst>
              <a:ext uri="{FF2B5EF4-FFF2-40B4-BE49-F238E27FC236}">
                <a16:creationId xmlns:a16="http://schemas.microsoft.com/office/drawing/2014/main" id="{08821E7D-9361-4BA4-A2EB-3927AF52E7B8}"/>
              </a:ext>
            </a:extLst>
          </p:cNvPr>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6" name="矩形 5">
            <a:extLst>
              <a:ext uri="{FF2B5EF4-FFF2-40B4-BE49-F238E27FC236}">
                <a16:creationId xmlns:a16="http://schemas.microsoft.com/office/drawing/2014/main" id="{B73A3DE9-4CF0-43B6-A70B-2D2C5B298117}"/>
              </a:ext>
            </a:extLst>
          </p:cNvPr>
          <p:cNvSpPr/>
          <p:nvPr/>
        </p:nvSpPr>
        <p:spPr>
          <a:xfrm>
            <a:off x="679368" y="991032"/>
            <a:ext cx="3897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以股东财富最大化为目标</a:t>
            </a:r>
          </a:p>
        </p:txBody>
      </p:sp>
      <p:sp>
        <p:nvSpPr>
          <p:cNvPr id="7" name="图形 38">
            <a:extLst>
              <a:ext uri="{FF2B5EF4-FFF2-40B4-BE49-F238E27FC236}">
                <a16:creationId xmlns:a16="http://schemas.microsoft.com/office/drawing/2014/main" id="{9BBCD206-311E-4225-BFD5-0199B2099CCF}"/>
              </a:ext>
            </a:extLst>
          </p:cNvPr>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4"/>
          <p:cNvSpPr/>
          <p:nvPr/>
        </p:nvSpPr>
        <p:spPr>
          <a:xfrm>
            <a:off x="664210" y="1987550"/>
            <a:ext cx="3793490" cy="3858895"/>
          </a:xfrm>
          <a:prstGeom prst="rect">
            <a:avLst/>
          </a:prstGeom>
          <a:noFill/>
          <a:ln w="9525">
            <a:noFill/>
          </a:ln>
        </p:spPr>
        <p:txBody>
          <a:bodyPr>
            <a:noAutofit/>
          </a:bodyPr>
          <a:lstStyle/>
          <a:p>
            <a:pPr>
              <a:lnSpc>
                <a:spcPct val="150000"/>
              </a:lnSpc>
              <a:buNone/>
            </a:pPr>
            <a:r>
              <a:rPr lang="zh-CN" altLang="zh-CN" sz="2000" b="1" dirty="0">
                <a:solidFill>
                  <a:srgbClr val="D0EAF3"/>
                </a:solidFill>
                <a:latin typeface="NEU-BZ-S92"/>
                <a:ea typeface="方正书宋_GBK"/>
              </a:rPr>
              <a:t>持相关者利益最大化观点</a:t>
            </a:r>
            <a:r>
              <a:rPr lang="zh-CN" altLang="zh-CN" sz="2000" b="0" dirty="0">
                <a:solidFill>
                  <a:schemeClr val="bg1"/>
                </a:solidFill>
                <a:latin typeface="NEU-BZ-S92"/>
                <a:ea typeface="方正书宋_GBK"/>
              </a:rPr>
              <a:t>的学者认为：企业不能单纯以实现股东利益为目标</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而应把股东利益放在与利益相关者</a:t>
            </a:r>
            <a:r>
              <a:rPr lang="en-US" altLang="zh-CN"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如借款人、政府、管理者、员工、供应商等</a:t>
            </a:r>
            <a:r>
              <a:rPr lang="en-US" altLang="zh-CN"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相同的位置上</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即要实现包括股东在内的所有利益相关者的利益。</a:t>
            </a:r>
          </a:p>
        </p:txBody>
      </p:sp>
      <p:sp>
        <p:nvSpPr>
          <p:cNvPr id="6" name="矩形 5"/>
          <p:cNvSpPr/>
          <p:nvPr/>
        </p:nvSpPr>
        <p:spPr>
          <a:xfrm>
            <a:off x="7569200" y="1427354"/>
            <a:ext cx="3694430" cy="3858895"/>
          </a:xfrm>
          <a:prstGeom prst="rect">
            <a:avLst/>
          </a:prstGeom>
          <a:noFill/>
          <a:ln w="9525">
            <a:noFill/>
          </a:ln>
        </p:spPr>
        <p:txBody>
          <a:bodyPr wrap="square">
            <a:noAutofit/>
          </a:bodyPr>
          <a:lstStyle/>
          <a:p>
            <a:pPr algn="just">
              <a:lnSpc>
                <a:spcPct val="150000"/>
              </a:lnSpc>
              <a:buNone/>
            </a:pPr>
            <a:r>
              <a:rPr lang="zh-CN" altLang="zh-CN" sz="2000" b="1" dirty="0">
                <a:solidFill>
                  <a:srgbClr val="D0EAF3"/>
                </a:solidFill>
                <a:latin typeface="NEU-BZ-S92"/>
                <a:ea typeface="方正书宋_GBK"/>
              </a:rPr>
              <a:t>持股东财富最大化观点</a:t>
            </a:r>
            <a:r>
              <a:rPr lang="zh-CN" altLang="zh-CN" sz="2000" b="0" dirty="0">
                <a:solidFill>
                  <a:schemeClr val="bg1"/>
                </a:solidFill>
                <a:latin typeface="NEU-BZ-S92"/>
                <a:ea typeface="方正书宋_GBK"/>
              </a:rPr>
              <a:t>的学者提出：追求股东财富最大化实际上并不损害其他相关者的利益</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恰恰相反</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它是以保证其他相关者的利益为前提的。因为企业达到股东财富最大化目标的结果</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也增加了企业的整体财富</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其他相关者的利益也会得到更有效的满足。如果企业不追求股东财富最大化</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相关者的利益也会受损。</a:t>
            </a:r>
          </a:p>
        </p:txBody>
      </p:sp>
      <p:grpSp>
        <p:nvGrpSpPr>
          <p:cNvPr id="7" name="组合 6"/>
          <p:cNvGrpSpPr/>
          <p:nvPr/>
        </p:nvGrpSpPr>
        <p:grpSpPr>
          <a:xfrm>
            <a:off x="4882515" y="1934845"/>
            <a:ext cx="2059940" cy="3268072"/>
            <a:chOff x="4976828" y="2839546"/>
            <a:chExt cx="2201356" cy="3475203"/>
          </a:xfrm>
        </p:grpSpPr>
        <p:grpSp>
          <p:nvGrpSpPr>
            <p:cNvPr id="4" name="组合 3"/>
            <p:cNvGrpSpPr/>
            <p:nvPr/>
          </p:nvGrpSpPr>
          <p:grpSpPr>
            <a:xfrm>
              <a:off x="4976828" y="2839546"/>
              <a:ext cx="2201356" cy="3083837"/>
              <a:chOff x="5052698" y="2660650"/>
              <a:chExt cx="1883405" cy="2638425"/>
            </a:xfrm>
          </p:grpSpPr>
          <p:sp>
            <p:nvSpPr>
              <p:cNvPr id="26" name="MH_Other_1"/>
              <p:cNvSpPr/>
              <p:nvPr>
                <p:custDataLst>
                  <p:tags r:id="rId1"/>
                </p:custDataLst>
              </p:nvPr>
            </p:nvSpPr>
            <p:spPr bwMode="auto">
              <a:xfrm>
                <a:off x="5375275" y="2881314"/>
                <a:ext cx="1238250" cy="1768475"/>
              </a:xfrm>
              <a:custGeom>
                <a:avLst/>
                <a:gdLst>
                  <a:gd name="T0" fmla="*/ 2147483646 w 585788"/>
                  <a:gd name="T1" fmla="*/ 0 h 835990"/>
                  <a:gd name="T2" fmla="*/ 2147483646 w 585788"/>
                  <a:gd name="T3" fmla="*/ 2147483646 h 835990"/>
                  <a:gd name="T4" fmla="*/ 2147483646 w 585788"/>
                  <a:gd name="T5" fmla="*/ 2147483646 h 835990"/>
                  <a:gd name="T6" fmla="*/ 2147483646 w 585788"/>
                  <a:gd name="T7" fmla="*/ 2147483646 h 835990"/>
                  <a:gd name="T8" fmla="*/ 2147483646 w 585788"/>
                  <a:gd name="T9" fmla="*/ 2147483646 h 835990"/>
                  <a:gd name="T10" fmla="*/ 2147483646 w 585788"/>
                  <a:gd name="T11" fmla="*/ 2147483646 h 835990"/>
                  <a:gd name="T12" fmla="*/ 2147483646 w 585788"/>
                  <a:gd name="T13" fmla="*/ 2147483646 h 835990"/>
                  <a:gd name="T14" fmla="*/ 2147483646 w 585788"/>
                  <a:gd name="T15" fmla="*/ 2147483646 h 835990"/>
                  <a:gd name="T16" fmla="*/ 2147483646 w 585788"/>
                  <a:gd name="T17" fmla="*/ 2147483646 h 835990"/>
                  <a:gd name="T18" fmla="*/ 2147483646 w 585788"/>
                  <a:gd name="T19" fmla="*/ 2147483646 h 835990"/>
                  <a:gd name="T20" fmla="*/ 2147483646 w 585788"/>
                  <a:gd name="T21" fmla="*/ 2147483646 h 835990"/>
                  <a:gd name="T22" fmla="*/ 2147483646 w 585788"/>
                  <a:gd name="T23" fmla="*/ 2147483646 h 835990"/>
                  <a:gd name="T24" fmla="*/ 2147483646 w 585788"/>
                  <a:gd name="T25" fmla="*/ 2147483646 h 835990"/>
                  <a:gd name="T26" fmla="*/ 2147483646 w 585788"/>
                  <a:gd name="T27" fmla="*/ 2147483646 h 835990"/>
                  <a:gd name="T28" fmla="*/ 2147483646 w 585788"/>
                  <a:gd name="T29" fmla="*/ 2147483646 h 835990"/>
                  <a:gd name="T30" fmla="*/ 2147483646 w 585788"/>
                  <a:gd name="T31" fmla="*/ 2147483646 h 835990"/>
                  <a:gd name="T32" fmla="*/ 2147483646 w 585788"/>
                  <a:gd name="T33" fmla="*/ 2147483646 h 835990"/>
                  <a:gd name="T34" fmla="*/ 2147483646 w 585788"/>
                  <a:gd name="T35" fmla="*/ 2147483646 h 835990"/>
                  <a:gd name="T36" fmla="*/ 2147483646 w 585788"/>
                  <a:gd name="T37" fmla="*/ 2147483646 h 835990"/>
                  <a:gd name="T38" fmla="*/ 2147483646 w 585788"/>
                  <a:gd name="T39" fmla="*/ 2147483646 h 835990"/>
                  <a:gd name="T40" fmla="*/ 0 w 585788"/>
                  <a:gd name="T41" fmla="*/ 2147483646 h 835990"/>
                  <a:gd name="T42" fmla="*/ 2147483646 w 585788"/>
                  <a:gd name="T43" fmla="*/ 0 h 83599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85788" h="835990">
                    <a:moveTo>
                      <a:pt x="292894" y="0"/>
                    </a:moveTo>
                    <a:cubicBezTo>
                      <a:pt x="454655" y="0"/>
                      <a:pt x="585788" y="130355"/>
                      <a:pt x="585788" y="291155"/>
                    </a:cubicBezTo>
                    <a:cubicBezTo>
                      <a:pt x="585788" y="351455"/>
                      <a:pt x="567348" y="407474"/>
                      <a:pt x="535766" y="453942"/>
                    </a:cubicBezTo>
                    <a:lnTo>
                      <a:pt x="500905" y="495944"/>
                    </a:lnTo>
                    <a:lnTo>
                      <a:pt x="482733" y="523214"/>
                    </a:lnTo>
                    <a:lnTo>
                      <a:pt x="458325" y="566455"/>
                    </a:lnTo>
                    <a:lnTo>
                      <a:pt x="440697" y="615462"/>
                    </a:lnTo>
                    <a:lnTo>
                      <a:pt x="429849" y="675999"/>
                    </a:lnTo>
                    <a:lnTo>
                      <a:pt x="429849" y="775453"/>
                    </a:lnTo>
                    <a:lnTo>
                      <a:pt x="423069" y="824459"/>
                    </a:lnTo>
                    <a:lnTo>
                      <a:pt x="408153" y="835990"/>
                    </a:lnTo>
                    <a:lnTo>
                      <a:pt x="184415" y="835990"/>
                    </a:lnTo>
                    <a:lnTo>
                      <a:pt x="162719" y="815811"/>
                    </a:lnTo>
                    <a:lnTo>
                      <a:pt x="160007" y="771129"/>
                    </a:lnTo>
                    <a:lnTo>
                      <a:pt x="155939" y="675999"/>
                    </a:lnTo>
                    <a:lnTo>
                      <a:pt x="145091" y="615462"/>
                    </a:lnTo>
                    <a:lnTo>
                      <a:pt x="124752" y="554924"/>
                    </a:lnTo>
                    <a:lnTo>
                      <a:pt x="88140" y="503035"/>
                    </a:lnTo>
                    <a:lnTo>
                      <a:pt x="71036" y="479261"/>
                    </a:lnTo>
                    <a:lnTo>
                      <a:pt x="50022" y="453942"/>
                    </a:lnTo>
                    <a:cubicBezTo>
                      <a:pt x="18440" y="407474"/>
                      <a:pt x="0" y="351455"/>
                      <a:pt x="0" y="291155"/>
                    </a:cubicBezTo>
                    <a:cubicBezTo>
                      <a:pt x="0" y="130355"/>
                      <a:pt x="131133" y="0"/>
                      <a:pt x="292894"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27" name="MH_Other_2"/>
              <p:cNvSpPr>
                <a:spLocks noChangeArrowheads="1"/>
              </p:cNvSpPr>
              <p:nvPr>
                <p:custDataLst>
                  <p:tags r:id="rId2"/>
                </p:custDataLst>
              </p:nvPr>
            </p:nvSpPr>
            <p:spPr bwMode="auto">
              <a:xfrm>
                <a:off x="5411789" y="2916239"/>
                <a:ext cx="1165225" cy="1709737"/>
              </a:xfrm>
              <a:custGeom>
                <a:avLst/>
                <a:gdLst>
                  <a:gd name="connsiteX0" fmla="*/ 275266 w 550532"/>
                  <a:gd name="connsiteY0" fmla="*/ 0 h 808604"/>
                  <a:gd name="connsiteX1" fmla="*/ 550532 w 550532"/>
                  <a:gd name="connsiteY1" fmla="*/ 273138 h 808604"/>
                  <a:gd name="connsiteX2" fmla="*/ 503521 w 550532"/>
                  <a:gd name="connsiteY2" fmla="*/ 425852 h 808604"/>
                  <a:gd name="connsiteX3" fmla="*/ 488921 w 550532"/>
                  <a:gd name="connsiteY3" fmla="*/ 443411 h 808604"/>
                  <a:gd name="connsiteX4" fmla="*/ 429848 w 550532"/>
                  <a:gd name="connsiteY4" fmla="*/ 534745 h 808604"/>
                  <a:gd name="connsiteX5" fmla="*/ 414932 w 550532"/>
                  <a:gd name="connsiteY5" fmla="*/ 575103 h 808604"/>
                  <a:gd name="connsiteX6" fmla="*/ 401372 w 550532"/>
                  <a:gd name="connsiteY6" fmla="*/ 615461 h 808604"/>
                  <a:gd name="connsiteX7" fmla="*/ 397304 w 550532"/>
                  <a:gd name="connsiteY7" fmla="*/ 660144 h 808604"/>
                  <a:gd name="connsiteX8" fmla="*/ 394592 w 550532"/>
                  <a:gd name="connsiteY8" fmla="*/ 703384 h 808604"/>
                  <a:gd name="connsiteX9" fmla="*/ 394592 w 550532"/>
                  <a:gd name="connsiteY9" fmla="*/ 772570 h 808604"/>
                  <a:gd name="connsiteX10" fmla="*/ 386456 w 550532"/>
                  <a:gd name="connsiteY10" fmla="*/ 799956 h 808604"/>
                  <a:gd name="connsiteX11" fmla="*/ 379676 w 550532"/>
                  <a:gd name="connsiteY11" fmla="*/ 808604 h 808604"/>
                  <a:gd name="connsiteX12" fmla="*/ 173566 w 550532"/>
                  <a:gd name="connsiteY12" fmla="*/ 808604 h 808604"/>
                  <a:gd name="connsiteX13" fmla="*/ 164074 w 550532"/>
                  <a:gd name="connsiteY13" fmla="*/ 799956 h 808604"/>
                  <a:gd name="connsiteX14" fmla="*/ 160006 w 550532"/>
                  <a:gd name="connsiteY14" fmla="*/ 795632 h 808604"/>
                  <a:gd name="connsiteX15" fmla="*/ 160006 w 550532"/>
                  <a:gd name="connsiteY15" fmla="*/ 687529 h 808604"/>
                  <a:gd name="connsiteX16" fmla="*/ 149158 w 550532"/>
                  <a:gd name="connsiteY16" fmla="*/ 622668 h 808604"/>
                  <a:gd name="connsiteX17" fmla="*/ 138310 w 550532"/>
                  <a:gd name="connsiteY17" fmla="*/ 579427 h 808604"/>
                  <a:gd name="connsiteX18" fmla="*/ 113903 w 550532"/>
                  <a:gd name="connsiteY18" fmla="*/ 523214 h 808604"/>
                  <a:gd name="connsiteX19" fmla="*/ 61638 w 550532"/>
                  <a:gd name="connsiteY19" fmla="*/ 443443 h 808604"/>
                  <a:gd name="connsiteX20" fmla="*/ 47011 w 550532"/>
                  <a:gd name="connsiteY20" fmla="*/ 425852 h 808604"/>
                  <a:gd name="connsiteX21" fmla="*/ 0 w 550532"/>
                  <a:gd name="connsiteY21" fmla="*/ 273138 h 808604"/>
                  <a:gd name="connsiteX22" fmla="*/ 275266 w 550532"/>
                  <a:gd name="connsiteY22" fmla="*/ 0 h 80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0532" h="808604">
                    <a:moveTo>
                      <a:pt x="275266" y="0"/>
                    </a:moveTo>
                    <a:cubicBezTo>
                      <a:pt x="427291" y="0"/>
                      <a:pt x="550532" y="122288"/>
                      <a:pt x="550532" y="273138"/>
                    </a:cubicBezTo>
                    <a:cubicBezTo>
                      <a:pt x="550532" y="329707"/>
                      <a:pt x="533201" y="382259"/>
                      <a:pt x="503521" y="425852"/>
                    </a:cubicBezTo>
                    <a:lnTo>
                      <a:pt x="488921" y="443411"/>
                    </a:lnTo>
                    <a:lnTo>
                      <a:pt x="429848" y="534745"/>
                    </a:lnTo>
                    <a:lnTo>
                      <a:pt x="414932" y="575103"/>
                    </a:lnTo>
                    <a:lnTo>
                      <a:pt x="401372" y="615461"/>
                    </a:lnTo>
                    <a:lnTo>
                      <a:pt x="397304" y="660144"/>
                    </a:lnTo>
                    <a:lnTo>
                      <a:pt x="394592" y="703384"/>
                    </a:lnTo>
                    <a:lnTo>
                      <a:pt x="394592" y="772570"/>
                    </a:lnTo>
                    <a:lnTo>
                      <a:pt x="386456" y="799956"/>
                    </a:lnTo>
                    <a:lnTo>
                      <a:pt x="379676" y="808604"/>
                    </a:lnTo>
                    <a:lnTo>
                      <a:pt x="173566" y="808604"/>
                    </a:lnTo>
                    <a:lnTo>
                      <a:pt x="164074" y="799956"/>
                    </a:lnTo>
                    <a:lnTo>
                      <a:pt x="160006" y="795632"/>
                    </a:lnTo>
                    <a:lnTo>
                      <a:pt x="160006" y="687529"/>
                    </a:lnTo>
                    <a:lnTo>
                      <a:pt x="149158" y="622668"/>
                    </a:lnTo>
                    <a:lnTo>
                      <a:pt x="138310" y="579427"/>
                    </a:lnTo>
                    <a:lnTo>
                      <a:pt x="113903" y="523214"/>
                    </a:lnTo>
                    <a:lnTo>
                      <a:pt x="61638" y="443443"/>
                    </a:lnTo>
                    <a:lnTo>
                      <a:pt x="47011" y="425852"/>
                    </a:lnTo>
                    <a:cubicBezTo>
                      <a:pt x="17331" y="382259"/>
                      <a:pt x="0" y="329707"/>
                      <a:pt x="0" y="273138"/>
                    </a:cubicBezTo>
                    <a:cubicBezTo>
                      <a:pt x="0" y="122288"/>
                      <a:pt x="123241" y="0"/>
                      <a:pt x="275266" y="0"/>
                    </a:cubicBezTo>
                    <a:close/>
                  </a:path>
                </a:pathLst>
              </a:custGeom>
              <a:solidFill>
                <a:schemeClr val="accent1">
                  <a:lumMod val="20000"/>
                  <a:lumOff val="80000"/>
                </a:schemeClr>
              </a:solidFill>
              <a:ln>
                <a:noFill/>
              </a:ln>
              <a:effectLst/>
            </p:spPr>
            <p:txBody>
              <a:bodyPr anchor="ctr"/>
              <a:lstStyle>
                <a:lvl1pPr algn="r">
                  <a:defRPr kumimoji="1" sz="2400">
                    <a:solidFill>
                      <a:schemeClr val="tx1"/>
                    </a:solidFill>
                    <a:latin typeface="Times New Roman" panose="02020603050405020304" pitchFamily="18" charset="0"/>
                    <a:ea typeface="宋体" panose="02010600030101010101" pitchFamily="2" charset="-122"/>
                  </a:defRPr>
                </a:lvl1pPr>
                <a:lvl2pPr marL="742950" indent="-285750" algn="r">
                  <a:defRPr kumimoji="1" sz="2400">
                    <a:solidFill>
                      <a:schemeClr val="tx1"/>
                    </a:solidFill>
                    <a:latin typeface="Times New Roman" panose="02020603050405020304" pitchFamily="18" charset="0"/>
                    <a:ea typeface="宋体" panose="02010600030101010101" pitchFamily="2" charset="-122"/>
                  </a:defRPr>
                </a:lvl2pPr>
                <a:lvl3pPr marL="1143000" indent="-228600" algn="r">
                  <a:defRPr kumimoji="1" sz="2400">
                    <a:solidFill>
                      <a:schemeClr val="tx1"/>
                    </a:solidFill>
                    <a:latin typeface="Times New Roman" panose="02020603050405020304" pitchFamily="18" charset="0"/>
                    <a:ea typeface="宋体" panose="02010600030101010101" pitchFamily="2" charset="-122"/>
                  </a:defRPr>
                </a:lvl3pPr>
                <a:lvl4pPr marL="1600200" indent="-228600" algn="r">
                  <a:defRPr kumimoji="1" sz="2400">
                    <a:solidFill>
                      <a:schemeClr val="tx1"/>
                    </a:solidFill>
                    <a:latin typeface="Times New Roman" panose="02020603050405020304" pitchFamily="18" charset="0"/>
                    <a:ea typeface="宋体" panose="02010600030101010101" pitchFamily="2" charset="-122"/>
                  </a:defRPr>
                </a:lvl4pPr>
                <a:lvl5pPr marL="2057400" indent="-228600" algn="r">
                  <a:defRPr kumimoji="1" sz="2400">
                    <a:solidFill>
                      <a:schemeClr val="tx1"/>
                    </a:solidFill>
                    <a:latin typeface="Times New Roman" panose="02020603050405020304" pitchFamily="18" charset="0"/>
                    <a:ea typeface="宋体" panose="02010600030101010101" pitchFamily="2" charset="-122"/>
                  </a:defRPr>
                </a:lvl5pPr>
                <a:lvl6pPr marL="2514600" indent="-228600" algn="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endParaRPr lang="zh-CN" altLang="en-US"/>
              </a:p>
            </p:txBody>
          </p:sp>
          <p:sp>
            <p:nvSpPr>
              <p:cNvPr id="28" name="MH_Other_3"/>
              <p:cNvSpPr/>
              <p:nvPr>
                <p:custDataLst>
                  <p:tags r:id="rId3"/>
                </p:custDataLst>
              </p:nvPr>
            </p:nvSpPr>
            <p:spPr bwMode="auto">
              <a:xfrm>
                <a:off x="5495925" y="2976564"/>
                <a:ext cx="996950" cy="1597025"/>
              </a:xfrm>
              <a:custGeom>
                <a:avLst/>
                <a:gdLst>
                  <a:gd name="T0" fmla="*/ 183260 w 997836"/>
                  <a:gd name="T1" fmla="*/ 100504 h 1597088"/>
                  <a:gd name="T2" fmla="*/ 118413 w 997836"/>
                  <a:gd name="T3" fmla="*/ 219276 h 1597088"/>
                  <a:gd name="T4" fmla="*/ 73304 w 997836"/>
                  <a:gd name="T5" fmla="*/ 365480 h 1597088"/>
                  <a:gd name="T6" fmla="*/ 73304 w 997836"/>
                  <a:gd name="T7" fmla="*/ 432476 h 1597088"/>
                  <a:gd name="T8" fmla="*/ 73304 w 997836"/>
                  <a:gd name="T9" fmla="*/ 499472 h 1597088"/>
                  <a:gd name="T10" fmla="*/ 73304 w 997836"/>
                  <a:gd name="T11" fmla="*/ 569536 h 1597088"/>
                  <a:gd name="T12" fmla="*/ 87399 w 997836"/>
                  <a:gd name="T13" fmla="*/ 645676 h 1597088"/>
                  <a:gd name="T14" fmla="*/ 132511 w 997836"/>
                  <a:gd name="T15" fmla="*/ 746180 h 1597088"/>
                  <a:gd name="T16" fmla="*/ 183260 w 997836"/>
                  <a:gd name="T17" fmla="*/ 840588 h 1597088"/>
                  <a:gd name="T18" fmla="*/ 228370 w 997836"/>
                  <a:gd name="T19" fmla="*/ 941092 h 1597088"/>
                  <a:gd name="T20" fmla="*/ 279118 w 997836"/>
                  <a:gd name="T21" fmla="*/ 1044644 h 1597088"/>
                  <a:gd name="T22" fmla="*/ 301673 w 997836"/>
                  <a:gd name="T23" fmla="*/ 1212144 h 1597088"/>
                  <a:gd name="T24" fmla="*/ 310129 w 997836"/>
                  <a:gd name="T25" fmla="*/ 1382692 h 1597088"/>
                  <a:gd name="T26" fmla="*/ 287575 w 997836"/>
                  <a:gd name="T27" fmla="*/ 1263920 h 1597088"/>
                  <a:gd name="T28" fmla="*/ 265020 w 997836"/>
                  <a:gd name="T29" fmla="*/ 1145148 h 1597088"/>
                  <a:gd name="T30" fmla="*/ 205813 w 997836"/>
                  <a:gd name="T31" fmla="*/ 1017232 h 1597088"/>
                  <a:gd name="T32" fmla="*/ 132511 w 997836"/>
                  <a:gd name="T33" fmla="*/ 907584 h 1597088"/>
                  <a:gd name="T34" fmla="*/ 73304 w 997836"/>
                  <a:gd name="T35" fmla="*/ 788812 h 1597088"/>
                  <a:gd name="T36" fmla="*/ 14090 w 997836"/>
                  <a:gd name="T37" fmla="*/ 670040 h 1597088"/>
                  <a:gd name="T38" fmla="*/ 0 w 997836"/>
                  <a:gd name="T39" fmla="*/ 575612 h 1597088"/>
                  <a:gd name="T40" fmla="*/ 0 w 997836"/>
                  <a:gd name="T41" fmla="*/ 499472 h 1597088"/>
                  <a:gd name="T42" fmla="*/ 14090 w 997836"/>
                  <a:gd name="T43" fmla="*/ 408112 h 1597088"/>
                  <a:gd name="T44" fmla="*/ 36649 w 997836"/>
                  <a:gd name="T45" fmla="*/ 328924 h 1597088"/>
                  <a:gd name="T46" fmla="*/ 104316 w 997836"/>
                  <a:gd name="T47" fmla="*/ 210152 h 1597088"/>
                  <a:gd name="T48" fmla="*/ 538496 w 997836"/>
                  <a:gd name="T49" fmla="*/ 0 h 1597088"/>
                  <a:gd name="T50" fmla="*/ 606161 w 997836"/>
                  <a:gd name="T51" fmla="*/ 24364 h 1597088"/>
                  <a:gd name="T52" fmla="*/ 671007 w 997836"/>
                  <a:gd name="T53" fmla="*/ 48728 h 1597088"/>
                  <a:gd name="T54" fmla="*/ 738671 w 997836"/>
                  <a:gd name="T55" fmla="*/ 85283 h 1597088"/>
                  <a:gd name="T56" fmla="*/ 797876 w 997836"/>
                  <a:gd name="T57" fmla="*/ 127916 h 1597088"/>
                  <a:gd name="T58" fmla="*/ 848625 w 997836"/>
                  <a:gd name="T59" fmla="*/ 176644 h 1597088"/>
                  <a:gd name="T60" fmla="*/ 899375 w 997836"/>
                  <a:gd name="T61" fmla="*/ 228420 h 1597088"/>
                  <a:gd name="T62" fmla="*/ 936024 w 997836"/>
                  <a:gd name="T63" fmla="*/ 295416 h 1597088"/>
                  <a:gd name="T64" fmla="*/ 967040 w 997836"/>
                  <a:gd name="T65" fmla="*/ 371556 h 1597088"/>
                  <a:gd name="T66" fmla="*/ 981136 w 997836"/>
                  <a:gd name="T67" fmla="*/ 465983 h 1597088"/>
                  <a:gd name="T68" fmla="*/ 981136 w 997836"/>
                  <a:gd name="T69" fmla="*/ 569535 h 1597088"/>
                  <a:gd name="T70" fmla="*/ 967040 w 997836"/>
                  <a:gd name="T71" fmla="*/ 651752 h 1597088"/>
                  <a:gd name="T72" fmla="*/ 944484 w 997836"/>
                  <a:gd name="T73" fmla="*/ 746179 h 1597088"/>
                  <a:gd name="T74" fmla="*/ 840168 w 997836"/>
                  <a:gd name="T75" fmla="*/ 916727 h 1597088"/>
                  <a:gd name="T76" fmla="*/ 730213 w 997836"/>
                  <a:gd name="T77" fmla="*/ 1093371 h 1597088"/>
                  <a:gd name="T78" fmla="*/ 693561 w 997836"/>
                  <a:gd name="T79" fmla="*/ 1212144 h 1597088"/>
                  <a:gd name="T80" fmla="*/ 679465 w 997836"/>
                  <a:gd name="T81" fmla="*/ 1349203 h 1597088"/>
                  <a:gd name="T82" fmla="*/ 671007 w 997836"/>
                  <a:gd name="T83" fmla="*/ 1467975 h 1597088"/>
                  <a:gd name="T84" fmla="*/ 665368 w 997836"/>
                  <a:gd name="T85" fmla="*/ 1595891 h 1597088"/>
                  <a:gd name="T86" fmla="*/ 310127 w 997836"/>
                  <a:gd name="T87" fmla="*/ 1595891 h 1597088"/>
                  <a:gd name="T88" fmla="*/ 442639 w 997836"/>
                  <a:gd name="T89" fmla="*/ 1519751 h 1597088"/>
                  <a:gd name="T90" fmla="*/ 479290 w 997836"/>
                  <a:gd name="T91" fmla="*/ 1129908 h 1597088"/>
                  <a:gd name="T92" fmla="*/ 515942 w 997836"/>
                  <a:gd name="T93" fmla="*/ 1011136 h 1597088"/>
                  <a:gd name="T94" fmla="*/ 583605 w 997836"/>
                  <a:gd name="T95" fmla="*/ 874090 h 1597088"/>
                  <a:gd name="T96" fmla="*/ 671007 w 997836"/>
                  <a:gd name="T97" fmla="*/ 746179 h 1597088"/>
                  <a:gd name="T98" fmla="*/ 752767 w 997836"/>
                  <a:gd name="T99" fmla="*/ 618263 h 1597088"/>
                  <a:gd name="T100" fmla="*/ 803516 w 997836"/>
                  <a:gd name="T101" fmla="*/ 465983 h 1597088"/>
                  <a:gd name="T102" fmla="*/ 797876 w 997836"/>
                  <a:gd name="T103" fmla="*/ 322828 h 1597088"/>
                  <a:gd name="T104" fmla="*/ 738671 w 997836"/>
                  <a:gd name="T105" fmla="*/ 194912 h 1597088"/>
                  <a:gd name="T106" fmla="*/ 693561 w 997836"/>
                  <a:gd name="T107" fmla="*/ 134012 h 1597088"/>
                  <a:gd name="T108" fmla="*/ 642815 w 997836"/>
                  <a:gd name="T109" fmla="*/ 85283 h 1597088"/>
                  <a:gd name="T110" fmla="*/ 589245 w 997836"/>
                  <a:gd name="T111" fmla="*/ 42632 h 15970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97836" h="1597088">
                    <a:moveTo>
                      <a:pt x="186378" y="100580"/>
                    </a:moveTo>
                    <a:lnTo>
                      <a:pt x="120429" y="219447"/>
                    </a:lnTo>
                    <a:lnTo>
                      <a:pt x="74551" y="365746"/>
                    </a:lnTo>
                    <a:lnTo>
                      <a:pt x="74551" y="432799"/>
                    </a:lnTo>
                    <a:lnTo>
                      <a:pt x="74551" y="499852"/>
                    </a:lnTo>
                    <a:lnTo>
                      <a:pt x="74551" y="569954"/>
                    </a:lnTo>
                    <a:lnTo>
                      <a:pt x="88888" y="646151"/>
                    </a:lnTo>
                    <a:lnTo>
                      <a:pt x="134766" y="746731"/>
                    </a:lnTo>
                    <a:lnTo>
                      <a:pt x="186378" y="841215"/>
                    </a:lnTo>
                    <a:lnTo>
                      <a:pt x="232256" y="941795"/>
                    </a:lnTo>
                    <a:lnTo>
                      <a:pt x="283868" y="1045423"/>
                    </a:lnTo>
                    <a:lnTo>
                      <a:pt x="306807" y="1213056"/>
                    </a:lnTo>
                    <a:lnTo>
                      <a:pt x="315409" y="1383737"/>
                    </a:lnTo>
                    <a:lnTo>
                      <a:pt x="292470" y="1264870"/>
                    </a:lnTo>
                    <a:lnTo>
                      <a:pt x="269531" y="1146003"/>
                    </a:lnTo>
                    <a:lnTo>
                      <a:pt x="209317" y="1017992"/>
                    </a:lnTo>
                    <a:lnTo>
                      <a:pt x="134766" y="908268"/>
                    </a:lnTo>
                    <a:lnTo>
                      <a:pt x="74551" y="789401"/>
                    </a:lnTo>
                    <a:lnTo>
                      <a:pt x="14337" y="670534"/>
                    </a:lnTo>
                    <a:lnTo>
                      <a:pt x="0" y="576049"/>
                    </a:lnTo>
                    <a:lnTo>
                      <a:pt x="0" y="499852"/>
                    </a:lnTo>
                    <a:lnTo>
                      <a:pt x="14337" y="408416"/>
                    </a:lnTo>
                    <a:lnTo>
                      <a:pt x="37276" y="329171"/>
                    </a:lnTo>
                    <a:lnTo>
                      <a:pt x="106092" y="210304"/>
                    </a:lnTo>
                    <a:lnTo>
                      <a:pt x="186378" y="100580"/>
                    </a:lnTo>
                    <a:close/>
                    <a:moveTo>
                      <a:pt x="547662" y="0"/>
                    </a:moveTo>
                    <a:lnTo>
                      <a:pt x="616479" y="24383"/>
                    </a:lnTo>
                    <a:lnTo>
                      <a:pt x="682428" y="48766"/>
                    </a:lnTo>
                    <a:lnTo>
                      <a:pt x="751244" y="85340"/>
                    </a:lnTo>
                    <a:lnTo>
                      <a:pt x="811458" y="128011"/>
                    </a:lnTo>
                    <a:lnTo>
                      <a:pt x="863071" y="176777"/>
                    </a:lnTo>
                    <a:lnTo>
                      <a:pt x="914683" y="228591"/>
                    </a:lnTo>
                    <a:lnTo>
                      <a:pt x="951958" y="295644"/>
                    </a:lnTo>
                    <a:lnTo>
                      <a:pt x="983499" y="371841"/>
                    </a:lnTo>
                    <a:lnTo>
                      <a:pt x="997836" y="466325"/>
                    </a:lnTo>
                    <a:lnTo>
                      <a:pt x="997836" y="569953"/>
                    </a:lnTo>
                    <a:lnTo>
                      <a:pt x="983499" y="652246"/>
                    </a:lnTo>
                    <a:lnTo>
                      <a:pt x="960560" y="746730"/>
                    </a:lnTo>
                    <a:lnTo>
                      <a:pt x="854469" y="917411"/>
                    </a:lnTo>
                    <a:lnTo>
                      <a:pt x="742642" y="1094188"/>
                    </a:lnTo>
                    <a:lnTo>
                      <a:pt x="705366" y="1213056"/>
                    </a:lnTo>
                    <a:lnTo>
                      <a:pt x="691030" y="1350210"/>
                    </a:lnTo>
                    <a:lnTo>
                      <a:pt x="682428" y="1469077"/>
                    </a:lnTo>
                    <a:lnTo>
                      <a:pt x="676693" y="1597088"/>
                    </a:lnTo>
                    <a:lnTo>
                      <a:pt x="315407" y="1597088"/>
                    </a:lnTo>
                    <a:lnTo>
                      <a:pt x="450173" y="1520891"/>
                    </a:lnTo>
                    <a:lnTo>
                      <a:pt x="487448" y="1130763"/>
                    </a:lnTo>
                    <a:lnTo>
                      <a:pt x="524724" y="1011896"/>
                    </a:lnTo>
                    <a:lnTo>
                      <a:pt x="593540" y="874741"/>
                    </a:lnTo>
                    <a:lnTo>
                      <a:pt x="682428" y="746730"/>
                    </a:lnTo>
                    <a:lnTo>
                      <a:pt x="765581" y="618719"/>
                    </a:lnTo>
                    <a:lnTo>
                      <a:pt x="817193" y="466325"/>
                    </a:lnTo>
                    <a:lnTo>
                      <a:pt x="811458" y="323075"/>
                    </a:lnTo>
                    <a:lnTo>
                      <a:pt x="751244" y="195064"/>
                    </a:lnTo>
                    <a:lnTo>
                      <a:pt x="705366" y="134107"/>
                    </a:lnTo>
                    <a:lnTo>
                      <a:pt x="653754" y="85340"/>
                    </a:lnTo>
                    <a:lnTo>
                      <a:pt x="599275" y="42670"/>
                    </a:lnTo>
                    <a:lnTo>
                      <a:pt x="54766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p>
            </p:txBody>
          </p:sp>
          <p:sp>
            <p:nvSpPr>
              <p:cNvPr id="29" name="MH_Other_4"/>
              <p:cNvSpPr/>
              <p:nvPr>
                <p:custDataLst>
                  <p:tags r:id="rId4"/>
                </p:custDataLst>
              </p:nvPr>
            </p:nvSpPr>
            <p:spPr bwMode="auto">
              <a:xfrm>
                <a:off x="5759451" y="4625975"/>
                <a:ext cx="481013" cy="673100"/>
              </a:xfrm>
              <a:custGeom>
                <a:avLst/>
                <a:gdLst>
                  <a:gd name="T0" fmla="*/ 2147483646 w 168"/>
                  <a:gd name="T1" fmla="*/ 0 h 221"/>
                  <a:gd name="T2" fmla="*/ 2147483646 w 168"/>
                  <a:gd name="T3" fmla="*/ 2147483646 h 221"/>
                  <a:gd name="T4" fmla="*/ 2147483646 w 168"/>
                  <a:gd name="T5" fmla="*/ 2147483646 h 221"/>
                  <a:gd name="T6" fmla="*/ 2147483646 w 168"/>
                  <a:gd name="T7" fmla="*/ 2147483646 h 221"/>
                  <a:gd name="T8" fmla="*/ 2147483646 w 168"/>
                  <a:gd name="T9" fmla="*/ 2147483646 h 221"/>
                  <a:gd name="T10" fmla="*/ 2147483646 w 168"/>
                  <a:gd name="T11" fmla="*/ 2147483646 h 221"/>
                  <a:gd name="T12" fmla="*/ 0 w 168"/>
                  <a:gd name="T13" fmla="*/ 2147483646 h 221"/>
                  <a:gd name="T14" fmla="*/ 2147483646 w 168"/>
                  <a:gd name="T15" fmla="*/ 2147483646 h 221"/>
                  <a:gd name="T16" fmla="*/ 2147483646 w 168"/>
                  <a:gd name="T17" fmla="*/ 2147483646 h 221"/>
                  <a:gd name="T18" fmla="*/ 0 w 168"/>
                  <a:gd name="T19" fmla="*/ 2147483646 h 221"/>
                  <a:gd name="T20" fmla="*/ 2147483646 w 168"/>
                  <a:gd name="T21" fmla="*/ 2147483646 h 221"/>
                  <a:gd name="T22" fmla="*/ 2147483646 w 168"/>
                  <a:gd name="T23" fmla="*/ 2147483646 h 221"/>
                  <a:gd name="T24" fmla="*/ 2147483646 w 168"/>
                  <a:gd name="T25" fmla="*/ 2147483646 h 221"/>
                  <a:gd name="T26" fmla="*/ 2147483646 w 168"/>
                  <a:gd name="T27" fmla="*/ 2147483646 h 221"/>
                  <a:gd name="T28" fmla="*/ 2147483646 w 168"/>
                  <a:gd name="T29" fmla="*/ 2147483646 h 221"/>
                  <a:gd name="T30" fmla="*/ 2147483646 w 168"/>
                  <a:gd name="T31" fmla="*/ 2147483646 h 221"/>
                  <a:gd name="T32" fmla="*/ 2147483646 w 168"/>
                  <a:gd name="T33" fmla="*/ 2147483646 h 221"/>
                  <a:gd name="T34" fmla="*/ 2147483646 w 168"/>
                  <a:gd name="T35" fmla="*/ 2147483646 h 221"/>
                  <a:gd name="T36" fmla="*/ 2147483646 w 168"/>
                  <a:gd name="T37" fmla="*/ 2147483646 h 221"/>
                  <a:gd name="T38" fmla="*/ 2147483646 w 168"/>
                  <a:gd name="T39" fmla="*/ 2147483646 h 221"/>
                  <a:gd name="T40" fmla="*/ 2147483646 w 168"/>
                  <a:gd name="T41" fmla="*/ 2147483646 h 221"/>
                  <a:gd name="T42" fmla="*/ 2147483646 w 168"/>
                  <a:gd name="T43" fmla="*/ 2147483646 h 221"/>
                  <a:gd name="T44" fmla="*/ 2147483646 w 168"/>
                  <a:gd name="T45" fmla="*/ 2147483646 h 221"/>
                  <a:gd name="T46" fmla="*/ 2147483646 w 168"/>
                  <a:gd name="T47" fmla="*/ 2147483646 h 221"/>
                  <a:gd name="T48" fmla="*/ 2147483646 w 168"/>
                  <a:gd name="T49" fmla="*/ 2147483646 h 221"/>
                  <a:gd name="T50" fmla="*/ 2147483646 w 168"/>
                  <a:gd name="T51" fmla="*/ 2147483646 h 221"/>
                  <a:gd name="T52" fmla="*/ 2147483646 w 168"/>
                  <a:gd name="T53" fmla="*/ 2147483646 h 221"/>
                  <a:gd name="T54" fmla="*/ 2147483646 w 168"/>
                  <a:gd name="T55" fmla="*/ 2147483646 h 221"/>
                  <a:gd name="T56" fmla="*/ 2147483646 w 168"/>
                  <a:gd name="T57" fmla="*/ 2147483646 h 221"/>
                  <a:gd name="T58" fmla="*/ 2147483646 w 168"/>
                  <a:gd name="T59" fmla="*/ 2147483646 h 221"/>
                  <a:gd name="T60" fmla="*/ 2147483646 w 168"/>
                  <a:gd name="T61" fmla="*/ 2147483646 h 221"/>
                  <a:gd name="T62" fmla="*/ 2147483646 w 168"/>
                  <a:gd name="T63" fmla="*/ 2147483646 h 221"/>
                  <a:gd name="T64" fmla="*/ 2147483646 w 168"/>
                  <a:gd name="T65" fmla="*/ 2147483646 h 221"/>
                  <a:gd name="T66" fmla="*/ 2147483646 w 168"/>
                  <a:gd name="T67" fmla="*/ 2147483646 h 221"/>
                  <a:gd name="T68" fmla="*/ 2147483646 w 168"/>
                  <a:gd name="T69" fmla="*/ 2147483646 h 221"/>
                  <a:gd name="T70" fmla="*/ 2147483646 w 168"/>
                  <a:gd name="T71" fmla="*/ 2147483646 h 221"/>
                  <a:gd name="T72" fmla="*/ 2147483646 w 168"/>
                  <a:gd name="T73" fmla="*/ 2147483646 h 221"/>
                  <a:gd name="T74" fmla="*/ 2147483646 w 168"/>
                  <a:gd name="T75" fmla="*/ 2147483646 h 221"/>
                  <a:gd name="T76" fmla="*/ 2147483646 w 168"/>
                  <a:gd name="T77" fmla="*/ 2147483646 h 221"/>
                  <a:gd name="T78" fmla="*/ 2147483646 w 168"/>
                  <a:gd name="T79" fmla="*/ 2147483646 h 221"/>
                  <a:gd name="T80" fmla="*/ 2147483646 w 168"/>
                  <a:gd name="T81" fmla="*/ 2147483646 h 22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68"/>
                  <a:gd name="T124" fmla="*/ 0 h 221"/>
                  <a:gd name="T125" fmla="*/ 168 w 168"/>
                  <a:gd name="T126" fmla="*/ 221 h 22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68" h="221">
                    <a:moveTo>
                      <a:pt x="167" y="8"/>
                    </a:moveTo>
                    <a:lnTo>
                      <a:pt x="159" y="0"/>
                    </a:lnTo>
                    <a:lnTo>
                      <a:pt x="5" y="0"/>
                    </a:lnTo>
                    <a:lnTo>
                      <a:pt x="2" y="11"/>
                    </a:lnTo>
                    <a:lnTo>
                      <a:pt x="2" y="22"/>
                    </a:lnTo>
                    <a:lnTo>
                      <a:pt x="10" y="16"/>
                    </a:lnTo>
                    <a:lnTo>
                      <a:pt x="10" y="11"/>
                    </a:lnTo>
                    <a:lnTo>
                      <a:pt x="96" y="11"/>
                    </a:lnTo>
                    <a:lnTo>
                      <a:pt x="96" y="16"/>
                    </a:lnTo>
                    <a:lnTo>
                      <a:pt x="10" y="16"/>
                    </a:lnTo>
                    <a:lnTo>
                      <a:pt x="2" y="22"/>
                    </a:lnTo>
                    <a:lnTo>
                      <a:pt x="23" y="33"/>
                    </a:lnTo>
                    <a:lnTo>
                      <a:pt x="0" y="44"/>
                    </a:lnTo>
                    <a:lnTo>
                      <a:pt x="0" y="55"/>
                    </a:lnTo>
                    <a:lnTo>
                      <a:pt x="10" y="53"/>
                    </a:lnTo>
                    <a:lnTo>
                      <a:pt x="10" y="44"/>
                    </a:lnTo>
                    <a:lnTo>
                      <a:pt x="96" y="44"/>
                    </a:lnTo>
                    <a:lnTo>
                      <a:pt x="96" y="53"/>
                    </a:lnTo>
                    <a:lnTo>
                      <a:pt x="10" y="53"/>
                    </a:lnTo>
                    <a:lnTo>
                      <a:pt x="0" y="55"/>
                    </a:lnTo>
                    <a:lnTo>
                      <a:pt x="20" y="67"/>
                    </a:lnTo>
                    <a:lnTo>
                      <a:pt x="2" y="78"/>
                    </a:lnTo>
                    <a:lnTo>
                      <a:pt x="2" y="95"/>
                    </a:lnTo>
                    <a:lnTo>
                      <a:pt x="10" y="89"/>
                    </a:lnTo>
                    <a:lnTo>
                      <a:pt x="10" y="78"/>
                    </a:lnTo>
                    <a:lnTo>
                      <a:pt x="96" y="78"/>
                    </a:lnTo>
                    <a:lnTo>
                      <a:pt x="96" y="89"/>
                    </a:lnTo>
                    <a:lnTo>
                      <a:pt x="10" y="89"/>
                    </a:lnTo>
                    <a:lnTo>
                      <a:pt x="2" y="95"/>
                    </a:lnTo>
                    <a:lnTo>
                      <a:pt x="20" y="106"/>
                    </a:lnTo>
                    <a:lnTo>
                      <a:pt x="2" y="117"/>
                    </a:lnTo>
                    <a:lnTo>
                      <a:pt x="2" y="128"/>
                    </a:lnTo>
                    <a:lnTo>
                      <a:pt x="10" y="122"/>
                    </a:lnTo>
                    <a:lnTo>
                      <a:pt x="10" y="117"/>
                    </a:lnTo>
                    <a:lnTo>
                      <a:pt x="96" y="117"/>
                    </a:lnTo>
                    <a:lnTo>
                      <a:pt x="96" y="122"/>
                    </a:lnTo>
                    <a:lnTo>
                      <a:pt x="10" y="122"/>
                    </a:lnTo>
                    <a:lnTo>
                      <a:pt x="2" y="128"/>
                    </a:lnTo>
                    <a:lnTo>
                      <a:pt x="20" y="136"/>
                    </a:lnTo>
                    <a:lnTo>
                      <a:pt x="2" y="145"/>
                    </a:lnTo>
                    <a:lnTo>
                      <a:pt x="2" y="164"/>
                    </a:lnTo>
                    <a:lnTo>
                      <a:pt x="10" y="156"/>
                    </a:lnTo>
                    <a:lnTo>
                      <a:pt x="10" y="147"/>
                    </a:lnTo>
                    <a:lnTo>
                      <a:pt x="96" y="147"/>
                    </a:lnTo>
                    <a:lnTo>
                      <a:pt x="96" y="156"/>
                    </a:lnTo>
                    <a:lnTo>
                      <a:pt x="10" y="156"/>
                    </a:lnTo>
                    <a:lnTo>
                      <a:pt x="2" y="164"/>
                    </a:lnTo>
                    <a:lnTo>
                      <a:pt x="18" y="175"/>
                    </a:lnTo>
                    <a:lnTo>
                      <a:pt x="18" y="200"/>
                    </a:lnTo>
                    <a:lnTo>
                      <a:pt x="36" y="189"/>
                    </a:lnTo>
                    <a:lnTo>
                      <a:pt x="36" y="181"/>
                    </a:lnTo>
                    <a:lnTo>
                      <a:pt x="96" y="181"/>
                    </a:lnTo>
                    <a:lnTo>
                      <a:pt x="96" y="189"/>
                    </a:lnTo>
                    <a:lnTo>
                      <a:pt x="36" y="189"/>
                    </a:lnTo>
                    <a:lnTo>
                      <a:pt x="18" y="200"/>
                    </a:lnTo>
                    <a:lnTo>
                      <a:pt x="55" y="200"/>
                    </a:lnTo>
                    <a:lnTo>
                      <a:pt x="55" y="220"/>
                    </a:lnTo>
                    <a:lnTo>
                      <a:pt x="65" y="206"/>
                    </a:lnTo>
                    <a:lnTo>
                      <a:pt x="65" y="200"/>
                    </a:lnTo>
                    <a:lnTo>
                      <a:pt x="96" y="200"/>
                    </a:lnTo>
                    <a:lnTo>
                      <a:pt x="96" y="206"/>
                    </a:lnTo>
                    <a:lnTo>
                      <a:pt x="65" y="206"/>
                    </a:lnTo>
                    <a:lnTo>
                      <a:pt x="55" y="220"/>
                    </a:lnTo>
                    <a:lnTo>
                      <a:pt x="107" y="220"/>
                    </a:lnTo>
                    <a:lnTo>
                      <a:pt x="107" y="200"/>
                    </a:lnTo>
                    <a:lnTo>
                      <a:pt x="141" y="200"/>
                    </a:lnTo>
                    <a:lnTo>
                      <a:pt x="141" y="175"/>
                    </a:lnTo>
                    <a:lnTo>
                      <a:pt x="167" y="164"/>
                    </a:lnTo>
                    <a:lnTo>
                      <a:pt x="167" y="147"/>
                    </a:lnTo>
                    <a:lnTo>
                      <a:pt x="144" y="139"/>
                    </a:lnTo>
                    <a:lnTo>
                      <a:pt x="167" y="131"/>
                    </a:lnTo>
                    <a:lnTo>
                      <a:pt x="167" y="117"/>
                    </a:lnTo>
                    <a:lnTo>
                      <a:pt x="144" y="108"/>
                    </a:lnTo>
                    <a:lnTo>
                      <a:pt x="167" y="97"/>
                    </a:lnTo>
                    <a:lnTo>
                      <a:pt x="167" y="81"/>
                    </a:lnTo>
                    <a:lnTo>
                      <a:pt x="146" y="72"/>
                    </a:lnTo>
                    <a:lnTo>
                      <a:pt x="167" y="61"/>
                    </a:lnTo>
                    <a:lnTo>
                      <a:pt x="167" y="47"/>
                    </a:lnTo>
                    <a:lnTo>
                      <a:pt x="144" y="36"/>
                    </a:lnTo>
                    <a:lnTo>
                      <a:pt x="167" y="25"/>
                    </a:lnTo>
                    <a:lnTo>
                      <a:pt x="167" y="8"/>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cxnSp>
            <p:nvCxnSpPr>
              <p:cNvPr id="38" name="MH_Other_5"/>
              <p:cNvCxnSpPr/>
              <p:nvPr>
                <p:custDataLst>
                  <p:tags r:id="rId5"/>
                </p:custDataLst>
              </p:nvPr>
            </p:nvCxnSpPr>
            <p:spPr>
              <a:xfrm rot="3600000">
                <a:off x="6823937" y="3190207"/>
                <a:ext cx="0" cy="173037"/>
              </a:xfrm>
              <a:prstGeom prst="line">
                <a:avLst/>
              </a:prstGeom>
              <a:ln w="19050">
                <a:solidFill>
                  <a:srgbClr val="BEBEBE"/>
                </a:solidFill>
              </a:ln>
            </p:spPr>
            <p:style>
              <a:lnRef idx="1">
                <a:schemeClr val="accent1"/>
              </a:lnRef>
              <a:fillRef idx="0">
                <a:schemeClr val="accent1"/>
              </a:fillRef>
              <a:effectRef idx="0">
                <a:schemeClr val="accent1"/>
              </a:effectRef>
              <a:fontRef idx="minor">
                <a:schemeClr val="tx1"/>
              </a:fontRef>
            </p:style>
          </p:cxnSp>
          <p:cxnSp>
            <p:nvCxnSpPr>
              <p:cNvPr id="39" name="MH_Other_6"/>
              <p:cNvCxnSpPr/>
              <p:nvPr>
                <p:custDataLst>
                  <p:tags r:id="rId6"/>
                </p:custDataLst>
              </p:nvPr>
            </p:nvCxnSpPr>
            <p:spPr>
              <a:xfrm rot="1200000">
                <a:off x="6412954" y="2660650"/>
                <a:ext cx="0" cy="173038"/>
              </a:xfrm>
              <a:prstGeom prst="line">
                <a:avLst/>
              </a:prstGeom>
              <a:ln w="19050">
                <a:solidFill>
                  <a:srgbClr val="BEBEBE"/>
                </a:solidFill>
              </a:ln>
            </p:spPr>
            <p:style>
              <a:lnRef idx="1">
                <a:schemeClr val="accent1"/>
              </a:lnRef>
              <a:fillRef idx="0">
                <a:schemeClr val="accent1"/>
              </a:fillRef>
              <a:effectRef idx="0">
                <a:schemeClr val="accent1"/>
              </a:effectRef>
              <a:fontRef idx="minor">
                <a:schemeClr val="tx1"/>
              </a:fontRef>
            </p:style>
          </p:cxnSp>
          <p:cxnSp>
            <p:nvCxnSpPr>
              <p:cNvPr id="40" name="MH_Other_7"/>
              <p:cNvCxnSpPr/>
              <p:nvPr>
                <p:custDataLst>
                  <p:tags r:id="rId7"/>
                </p:custDataLst>
              </p:nvPr>
            </p:nvCxnSpPr>
            <p:spPr>
              <a:xfrm rot="20400000">
                <a:off x="5632916" y="2660651"/>
                <a:ext cx="0" cy="173038"/>
              </a:xfrm>
              <a:prstGeom prst="line">
                <a:avLst/>
              </a:prstGeom>
              <a:ln w="19050">
                <a:solidFill>
                  <a:srgbClr val="BEBEBE"/>
                </a:solidFill>
              </a:ln>
            </p:spPr>
            <p:style>
              <a:lnRef idx="1">
                <a:schemeClr val="accent1"/>
              </a:lnRef>
              <a:fillRef idx="0">
                <a:schemeClr val="accent1"/>
              </a:fillRef>
              <a:effectRef idx="0">
                <a:schemeClr val="accent1"/>
              </a:effectRef>
              <a:fontRef idx="minor">
                <a:schemeClr val="tx1"/>
              </a:fontRef>
            </p:style>
          </p:cxnSp>
          <p:cxnSp>
            <p:nvCxnSpPr>
              <p:cNvPr id="41" name="MH_Other_8"/>
              <p:cNvCxnSpPr/>
              <p:nvPr>
                <p:custDataLst>
                  <p:tags r:id="rId8"/>
                </p:custDataLst>
              </p:nvPr>
            </p:nvCxnSpPr>
            <p:spPr>
              <a:xfrm rot="18000000">
                <a:off x="5207164" y="3189230"/>
                <a:ext cx="0" cy="173038"/>
              </a:xfrm>
              <a:prstGeom prst="line">
                <a:avLst/>
              </a:prstGeom>
              <a:ln w="19050">
                <a:solidFill>
                  <a:srgbClr val="BEBEBE"/>
                </a:solidFill>
              </a:ln>
            </p:spPr>
            <p:style>
              <a:lnRef idx="1">
                <a:schemeClr val="accent1"/>
              </a:lnRef>
              <a:fillRef idx="0">
                <a:schemeClr val="accent1"/>
              </a:fillRef>
              <a:effectRef idx="0">
                <a:schemeClr val="accent1"/>
              </a:effectRef>
              <a:fontRef idx="minor">
                <a:schemeClr val="tx1"/>
              </a:fontRef>
            </p:style>
          </p:cxnSp>
          <p:cxnSp>
            <p:nvCxnSpPr>
              <p:cNvPr id="43" name="MH_Other_9"/>
              <p:cNvCxnSpPr/>
              <p:nvPr>
                <p:custDataLst>
                  <p:tags r:id="rId9"/>
                </p:custDataLst>
              </p:nvPr>
            </p:nvCxnSpPr>
            <p:spPr>
              <a:xfrm rot="15600000">
                <a:off x="5139217" y="3882914"/>
                <a:ext cx="0" cy="173038"/>
              </a:xfrm>
              <a:prstGeom prst="line">
                <a:avLst/>
              </a:prstGeom>
              <a:ln w="19050">
                <a:solidFill>
                  <a:srgbClr val="BEBEBE"/>
                </a:solidFill>
              </a:ln>
            </p:spPr>
            <p:style>
              <a:lnRef idx="1">
                <a:schemeClr val="accent1"/>
              </a:lnRef>
              <a:fillRef idx="0">
                <a:schemeClr val="accent1"/>
              </a:fillRef>
              <a:effectRef idx="0">
                <a:schemeClr val="accent1"/>
              </a:effectRef>
              <a:fontRef idx="minor">
                <a:schemeClr val="tx1"/>
              </a:fontRef>
            </p:style>
          </p:cxnSp>
          <p:cxnSp>
            <p:nvCxnSpPr>
              <p:cNvPr id="47" name="MH_Other_10"/>
              <p:cNvCxnSpPr/>
              <p:nvPr>
                <p:custDataLst>
                  <p:tags r:id="rId10"/>
                </p:custDataLst>
              </p:nvPr>
            </p:nvCxnSpPr>
            <p:spPr>
              <a:xfrm rot="6000000" flipH="1">
                <a:off x="6849584" y="3852866"/>
                <a:ext cx="0" cy="173038"/>
              </a:xfrm>
              <a:prstGeom prst="line">
                <a:avLst/>
              </a:prstGeom>
              <a:ln w="19050">
                <a:solidFill>
                  <a:srgbClr val="BEBEBE"/>
                </a:solidFill>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5620083" y="5923106"/>
              <a:ext cx="1045845" cy="391643"/>
            </a:xfrm>
            <a:prstGeom prst="rect">
              <a:avLst/>
            </a:prstGeom>
            <a:noFill/>
          </p:spPr>
          <p:txBody>
            <a:bodyPr wrap="square" rtlCol="0">
              <a:spAutoFit/>
            </a:bodyPr>
            <a:lstStyle/>
            <a:p>
              <a:r>
                <a:rPr lang="en-US" altLang="zh-CN" dirty="0"/>
                <a:t>thoery</a:t>
              </a:r>
              <a:endParaRPr lang="zh-CN" altLang="en-US" dirty="0"/>
            </a:p>
          </p:txBody>
        </p:sp>
      </p:grpSp>
      <p:sp>
        <p:nvSpPr>
          <p:cNvPr id="17" name="平行四边形 16">
            <a:extLst>
              <a:ext uri="{FF2B5EF4-FFF2-40B4-BE49-F238E27FC236}">
                <a16:creationId xmlns:a16="http://schemas.microsoft.com/office/drawing/2014/main" id="{805794F1-3578-4F31-A6CB-C1E641FB2944}"/>
              </a:ext>
            </a:extLst>
          </p:cNvPr>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8" name="矩形 17">
            <a:extLst>
              <a:ext uri="{FF2B5EF4-FFF2-40B4-BE49-F238E27FC236}">
                <a16:creationId xmlns:a16="http://schemas.microsoft.com/office/drawing/2014/main" id="{696C500B-5684-4F85-A7FF-FC9A8289BC2F}"/>
              </a:ext>
            </a:extLst>
          </p:cNvPr>
          <p:cNvSpPr/>
          <p:nvPr/>
        </p:nvSpPr>
        <p:spPr>
          <a:xfrm>
            <a:off x="679368" y="991032"/>
            <a:ext cx="3897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以股东财富最大化为目标</a:t>
            </a:r>
          </a:p>
        </p:txBody>
      </p:sp>
      <p:sp>
        <p:nvSpPr>
          <p:cNvPr id="19" name="图形 38">
            <a:extLst>
              <a:ext uri="{FF2B5EF4-FFF2-40B4-BE49-F238E27FC236}">
                <a16:creationId xmlns:a16="http://schemas.microsoft.com/office/drawing/2014/main" id="{0AB22C38-1B7B-44A4-AA92-7C39CBD130A8}"/>
              </a:ext>
            </a:extLst>
          </p:cNvPr>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占位符 1"/>
          <p:cNvSpPr txBox="1"/>
          <p:nvPr/>
        </p:nvSpPr>
        <p:spPr>
          <a:xfrm>
            <a:off x="1341717" y="2264858"/>
            <a:ext cx="9078259" cy="1599565"/>
          </a:xfrm>
          <a:prstGeom prst="rect">
            <a:avLst/>
          </a:prstGeom>
          <a:noFill/>
          <a:ln w="9525">
            <a:noFill/>
          </a:ln>
        </p:spPr>
        <p:txBody>
          <a:bodyPr>
            <a:noAutofit/>
          </a:bodyPr>
          <a:lstStyle/>
          <a:p>
            <a:pPr>
              <a:lnSpc>
                <a:spcPct val="150000"/>
              </a:lnSpc>
              <a:buNone/>
            </a:pPr>
            <a:r>
              <a:rPr lang="zh-CN" altLang="en-US" sz="2400" b="0" dirty="0">
                <a:solidFill>
                  <a:schemeClr val="bg1"/>
                </a:solidFill>
                <a:latin typeface="NEU-BZ-S92"/>
                <a:ea typeface="方正书宋_GBK"/>
              </a:rPr>
              <a:t>对股东财富最大化进行下列约束后，可成为财务管理的最佳目标</a:t>
            </a:r>
            <a:r>
              <a:rPr lang="zh-CN" altLang="en-US" sz="2400" b="0" dirty="0">
                <a:solidFill>
                  <a:schemeClr val="bg1"/>
                </a:solidFill>
                <a:latin typeface="NEU-BZ-S92"/>
                <a:ea typeface="方正书宋_GBK"/>
                <a:sym typeface="Wingdings" panose="05000000000000000000" pitchFamily="2" charset="2"/>
              </a:rPr>
              <a:t>：（</a:t>
            </a:r>
            <a:r>
              <a:rPr lang="en-US" altLang="zh-CN" sz="2400" b="0" dirty="0">
                <a:solidFill>
                  <a:schemeClr val="bg1"/>
                </a:solidFill>
                <a:latin typeface="NEU-BZ-S92"/>
                <a:ea typeface="方正书宋_GBK"/>
                <a:sym typeface="Wingdings" panose="05000000000000000000" pitchFamily="2" charset="2"/>
              </a:rPr>
              <a:t>1</a:t>
            </a:r>
            <a:r>
              <a:rPr lang="zh-CN" altLang="en-US" sz="2400" b="0" dirty="0">
                <a:solidFill>
                  <a:schemeClr val="bg1"/>
                </a:solidFill>
                <a:latin typeface="NEU-BZ-S92"/>
                <a:ea typeface="方正书宋_GBK"/>
                <a:sym typeface="Wingdings" panose="05000000000000000000" pitchFamily="2" charset="2"/>
              </a:rPr>
              <a:t>）利益相关者的利益受到完全的保护；（</a:t>
            </a:r>
            <a:r>
              <a:rPr lang="en-US" altLang="zh-CN" sz="2400" b="0" dirty="0">
                <a:solidFill>
                  <a:schemeClr val="bg1"/>
                </a:solidFill>
                <a:latin typeface="NEU-BZ-S92"/>
                <a:ea typeface="方正书宋_GBK"/>
                <a:sym typeface="Wingdings" panose="05000000000000000000" pitchFamily="2" charset="2"/>
              </a:rPr>
              <a:t>2</a:t>
            </a:r>
            <a:r>
              <a:rPr lang="zh-CN" altLang="en-US" sz="2400" b="0" dirty="0">
                <a:solidFill>
                  <a:schemeClr val="bg1"/>
                </a:solidFill>
                <a:latin typeface="NEU-BZ-S92"/>
                <a:ea typeface="方正书宋_GBK"/>
                <a:sym typeface="Wingdings" panose="05000000000000000000" pitchFamily="2" charset="2"/>
              </a:rPr>
              <a:t>）没有社会成本。</a:t>
            </a:r>
          </a:p>
        </p:txBody>
      </p:sp>
      <p:sp>
        <p:nvSpPr>
          <p:cNvPr id="23555" name="文本框 12"/>
          <p:cNvSpPr txBox="1"/>
          <p:nvPr/>
        </p:nvSpPr>
        <p:spPr>
          <a:xfrm>
            <a:off x="1440329" y="4046918"/>
            <a:ext cx="8881034" cy="1599565"/>
          </a:xfrm>
          <a:prstGeom prst="rect">
            <a:avLst/>
          </a:prstGeom>
          <a:noFill/>
          <a:ln w="9525">
            <a:noFill/>
          </a:ln>
        </p:spPr>
        <p:txBody>
          <a:bodyPr wrap="square">
            <a:noAutofit/>
          </a:bodyPr>
          <a:lstStyle/>
          <a:p>
            <a:pPr>
              <a:lnSpc>
                <a:spcPct val="150000"/>
              </a:lnSpc>
              <a:buNone/>
            </a:pPr>
            <a:r>
              <a:rPr lang="zh-CN" altLang="en-US" sz="2400" b="0" dirty="0">
                <a:solidFill>
                  <a:schemeClr val="bg1"/>
                </a:solidFill>
                <a:latin typeface="NEU-BZ-S92"/>
                <a:ea typeface="方正书宋_GBK"/>
              </a:rPr>
              <a:t>在以上这些假设前提下，企业在追求股东财富最大化的过程中将不存在与利益相关者的冲突。因此，经营者就能专注于一个目标</a:t>
            </a:r>
            <a:r>
              <a:rPr lang="en-US" altLang="zh-CN" sz="2400" b="0" dirty="0">
                <a:solidFill>
                  <a:schemeClr val="bg1"/>
                </a:solidFill>
                <a:latin typeface="宋体" panose="02010600030101010101" pitchFamily="2" charset="-122"/>
                <a:ea typeface="宋体" panose="02010600030101010101" pitchFamily="2" charset="-122"/>
              </a:rPr>
              <a:t>——</a:t>
            </a:r>
            <a:r>
              <a:rPr lang="zh-CN" altLang="en-US" sz="2400" b="0" dirty="0">
                <a:solidFill>
                  <a:schemeClr val="bg1"/>
                </a:solidFill>
                <a:latin typeface="NEU-BZ-S92"/>
                <a:ea typeface="方正书宋_GBK"/>
              </a:rPr>
              <a:t>股东财富最大化，从而实现公司价值的最大化。</a:t>
            </a:r>
          </a:p>
        </p:txBody>
      </p:sp>
      <p:sp>
        <p:nvSpPr>
          <p:cNvPr id="4" name="平行四边形 3">
            <a:extLst>
              <a:ext uri="{FF2B5EF4-FFF2-40B4-BE49-F238E27FC236}">
                <a16:creationId xmlns:a16="http://schemas.microsoft.com/office/drawing/2014/main" id="{D65F0361-3CEA-4AA4-AE54-087A2A2A9AB3}"/>
              </a:ext>
            </a:extLst>
          </p:cNvPr>
          <p:cNvSpPr/>
          <p:nvPr/>
        </p:nvSpPr>
        <p:spPr>
          <a:xfrm>
            <a:off x="-98050" y="1186895"/>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5" name="矩形 4">
            <a:extLst>
              <a:ext uri="{FF2B5EF4-FFF2-40B4-BE49-F238E27FC236}">
                <a16:creationId xmlns:a16="http://schemas.microsoft.com/office/drawing/2014/main" id="{EC7B66BF-E4F1-4A5C-B06C-8903FF347EE8}"/>
              </a:ext>
            </a:extLst>
          </p:cNvPr>
          <p:cNvSpPr/>
          <p:nvPr/>
        </p:nvSpPr>
        <p:spPr>
          <a:xfrm>
            <a:off x="709250" y="1211517"/>
            <a:ext cx="389763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 </a:t>
            </a:r>
            <a:r>
              <a:rPr lang="zh-CN" altLang="en-US" sz="2600" b="1" dirty="0">
                <a:solidFill>
                  <a:schemeClr val="bg1"/>
                </a:solidFill>
                <a:latin typeface="微软雅黑" panose="020B0503020204020204" charset="-122"/>
                <a:ea typeface="微软雅黑" panose="020B0503020204020204" charset="-122"/>
                <a:sym typeface="+mn-ea"/>
              </a:rPr>
              <a:t>以股东财富最大化为目标</a:t>
            </a:r>
          </a:p>
        </p:txBody>
      </p:sp>
      <p:sp>
        <p:nvSpPr>
          <p:cNvPr id="6" name="图形 38">
            <a:extLst>
              <a:ext uri="{FF2B5EF4-FFF2-40B4-BE49-F238E27FC236}">
                <a16:creationId xmlns:a16="http://schemas.microsoft.com/office/drawing/2014/main" id="{3769CAA2-5DF6-44BD-9A67-F4D0B0BB0284}"/>
              </a:ext>
            </a:extLst>
          </p:cNvPr>
          <p:cNvSpPr/>
          <p:nvPr/>
        </p:nvSpPr>
        <p:spPr>
          <a:xfrm>
            <a:off x="345114" y="1285644"/>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矩形 1"/>
          <p:cNvSpPr/>
          <p:nvPr/>
        </p:nvSpPr>
        <p:spPr>
          <a:xfrm>
            <a:off x="1489150" y="2832215"/>
            <a:ext cx="8418830" cy="3415030"/>
          </a:xfrm>
          <a:prstGeom prst="rect">
            <a:avLst/>
          </a:prstGeom>
          <a:noFill/>
          <a:ln w="9525">
            <a:noFill/>
          </a:ln>
        </p:spPr>
        <p:txBody>
          <a:bodyPr wrap="square">
            <a:spAutoFit/>
          </a:bodyPr>
          <a:lstStyle/>
          <a:p>
            <a:pPr algn="just" eaLnBrk="1" hangingPunct="1">
              <a:lnSpc>
                <a:spcPct val="150000"/>
              </a:lnSpc>
            </a:pPr>
            <a:r>
              <a:rPr lang="zh-CN" altLang="en-US" sz="2400" b="0" dirty="0">
                <a:solidFill>
                  <a:schemeClr val="bg1"/>
                </a:solidFill>
                <a:latin typeface="微软雅黑" panose="020B0503020204020204" charset="-122"/>
                <a:ea typeface="微软雅黑" panose="020B0503020204020204" charset="-122"/>
              </a:rPr>
              <a:t>传统的委托</a:t>
            </a:r>
            <a:r>
              <a:rPr lang="en-US" altLang="zh-CN" sz="2400" b="0" dirty="0">
                <a:solidFill>
                  <a:schemeClr val="bg1"/>
                </a:solidFill>
                <a:latin typeface="微软雅黑" panose="020B0503020204020204" charset="-122"/>
                <a:ea typeface="微软雅黑" panose="020B0503020204020204" charset="-122"/>
              </a:rPr>
              <a:t>—</a:t>
            </a:r>
            <a:r>
              <a:rPr lang="zh-CN" altLang="en-US" sz="2400" b="0" dirty="0">
                <a:solidFill>
                  <a:schemeClr val="bg1"/>
                </a:solidFill>
                <a:latin typeface="微软雅黑" panose="020B0503020204020204" charset="-122"/>
                <a:ea typeface="微软雅黑" panose="020B0503020204020204" charset="-122"/>
              </a:rPr>
              <a:t>代理问题是指由于企业所有权与经营权的分离产生的股东与管理层之间、股东与债权人之间的代理问题。</a:t>
            </a:r>
          </a:p>
          <a:p>
            <a:pPr algn="just" eaLnBrk="1" hangingPunct="1">
              <a:lnSpc>
                <a:spcPct val="150000"/>
              </a:lnSpc>
            </a:pPr>
            <a:endParaRPr lang="zh-CN" altLang="en-US" sz="2400" b="0" dirty="0">
              <a:solidFill>
                <a:schemeClr val="bg1"/>
              </a:solidFill>
              <a:latin typeface="微软雅黑" panose="020B0503020204020204" charset="-122"/>
              <a:ea typeface="微软雅黑" panose="020B0503020204020204" charset="-122"/>
            </a:endParaRPr>
          </a:p>
          <a:p>
            <a:pPr algn="just" eaLnBrk="1" hangingPunct="1">
              <a:lnSpc>
                <a:spcPct val="150000"/>
              </a:lnSpc>
            </a:pPr>
            <a:r>
              <a:rPr lang="zh-CN" altLang="en-US" sz="2400" b="0" dirty="0">
                <a:solidFill>
                  <a:schemeClr val="bg1"/>
                </a:solidFill>
                <a:latin typeface="微软雅黑" panose="020B0503020204020204" charset="-122"/>
                <a:ea typeface="微软雅黑" panose="020B0503020204020204" charset="-122"/>
              </a:rPr>
              <a:t>随着公司治理情况的变化，目前大股东与中小股东之间的关系也成为一种主要的代理问题。</a:t>
            </a:r>
            <a:endParaRPr lang="en-US" altLang="zh-CN" sz="2400" b="0" dirty="0">
              <a:solidFill>
                <a:schemeClr val="bg1"/>
              </a:solidFill>
              <a:latin typeface="微软雅黑" panose="020B0503020204020204" charset="-122"/>
              <a:ea typeface="微软雅黑" panose="020B0503020204020204" charset="-122"/>
            </a:endParaRPr>
          </a:p>
          <a:p>
            <a:pPr algn="just" eaLnBrk="1" hangingPunct="1">
              <a:lnSpc>
                <a:spcPct val="150000"/>
              </a:lnSpc>
            </a:pPr>
            <a:endParaRPr lang="en-US" altLang="zh-CN" sz="2400" b="0" dirty="0">
              <a:solidFill>
                <a:schemeClr val="bg1"/>
              </a:solidFill>
              <a:latin typeface="微软雅黑" panose="020B0503020204020204" charset="-122"/>
              <a:ea typeface="微软雅黑" panose="020B0503020204020204" charset="-122"/>
            </a:endParaRPr>
          </a:p>
        </p:txBody>
      </p:sp>
      <p:sp>
        <p:nvSpPr>
          <p:cNvPr id="3" name="平行四边形 2"/>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7" name="矩形 6"/>
          <p:cNvSpPr/>
          <p:nvPr/>
        </p:nvSpPr>
        <p:spPr>
          <a:xfrm>
            <a:off x="679368" y="991032"/>
            <a:ext cx="38150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财务管理目标与利益冲突</a:t>
            </a:r>
          </a:p>
        </p:txBody>
      </p:sp>
      <p:cxnSp>
        <p:nvCxnSpPr>
          <p:cNvPr id="6" name="直接连接符 5"/>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2" name="矩形 1"/>
          <p:cNvSpPr/>
          <p:nvPr/>
        </p:nvSpPr>
        <p:spPr>
          <a:xfrm>
            <a:off x="807750" y="1941888"/>
            <a:ext cx="4475480" cy="491490"/>
          </a:xfrm>
          <a:prstGeom prst="rect">
            <a:avLst/>
          </a:prstGeom>
          <a:noFill/>
          <a:ln>
            <a:noFill/>
          </a:ln>
        </p:spPr>
        <p:txBody>
          <a:bodyPr wrap="none" rtlCol="0" anchor="t">
            <a:spAutoFit/>
          </a:bodyPr>
          <a:lstStyle/>
          <a:p>
            <a:pPr algn="l">
              <a:defRPr/>
            </a:pPr>
            <a:r>
              <a:rPr lang="en-US" altLang="zh-CN"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1. </a:t>
            </a: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委托—代理问题与利益冲突</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p:nvPr/>
        </p:nvSpPr>
        <p:spPr>
          <a:xfrm>
            <a:off x="1536027" y="5420397"/>
            <a:ext cx="6788785" cy="750570"/>
          </a:xfrm>
          <a:prstGeom prst="rect">
            <a:avLst/>
          </a:prstGeom>
          <a:noFill/>
          <a:ln w="9525">
            <a:noFill/>
          </a:ln>
        </p:spPr>
        <p:txBody>
          <a:bodyPr>
            <a:noAutofit/>
          </a:bodyPr>
          <a:lstStyle/>
          <a:p>
            <a:pPr>
              <a:lnSpc>
                <a:spcPct val="150000"/>
              </a:lnSpc>
            </a:pPr>
            <a:r>
              <a:rPr lang="zh-CN" altLang="zh-CN" sz="2000" b="0" dirty="0">
                <a:solidFill>
                  <a:schemeClr val="bg1"/>
                </a:solidFill>
                <a:latin typeface="Arial" panose="020B0604020202020204" pitchFamily="34" charset="0"/>
              </a:rPr>
              <a:t>这种冲突可以通过一套激励、约束和惩罚机制来协调解决。</a:t>
            </a:r>
          </a:p>
        </p:txBody>
      </p:sp>
      <p:grpSp>
        <p:nvGrpSpPr>
          <p:cNvPr id="25603" name="组合 8"/>
          <p:cNvGrpSpPr/>
          <p:nvPr/>
        </p:nvGrpSpPr>
        <p:grpSpPr>
          <a:xfrm>
            <a:off x="1202877" y="1472358"/>
            <a:ext cx="5289550" cy="609315"/>
            <a:chOff x="1187529" y="728666"/>
            <a:chExt cx="5211648" cy="555622"/>
          </a:xfrm>
        </p:grpSpPr>
        <p:grpSp>
          <p:nvGrpSpPr>
            <p:cNvPr id="25605" name="组合 4"/>
            <p:cNvGrpSpPr/>
            <p:nvPr/>
          </p:nvGrpSpPr>
          <p:grpSpPr>
            <a:xfrm>
              <a:off x="1187529" y="728666"/>
              <a:ext cx="5211648" cy="524580"/>
              <a:chOff x="1187529" y="728666"/>
              <a:chExt cx="5211648" cy="524580"/>
            </a:xfrm>
          </p:grpSpPr>
          <p:sp>
            <p:nvSpPr>
              <p:cNvPr id="12" name="Rectangle 7"/>
              <p:cNvSpPr>
                <a:spLocks noChangeArrowheads="1"/>
              </p:cNvSpPr>
              <p:nvPr/>
            </p:nvSpPr>
            <p:spPr bwMode="gray">
              <a:xfrm rot="3419336">
                <a:off x="1208161" y="708033"/>
                <a:ext cx="479424" cy="520689"/>
              </a:xfrm>
              <a:prstGeom prst="rect">
                <a:avLst/>
              </a:prstGeom>
              <a:gradFill rotWithShape="1">
                <a:gsLst>
                  <a:gs pos="0">
                    <a:srgbClr val="D87AA5"/>
                  </a:gs>
                  <a:gs pos="100000">
                    <a:srgbClr val="D87AA5">
                      <a:gamma/>
                      <a:shade val="46275"/>
                      <a:invGamma/>
                    </a:srgbClr>
                  </a:gs>
                </a:gsLst>
                <a:lin ang="5400000" scaled="1"/>
              </a:gra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D87AA5"/>
                </a:extrusionClr>
              </a:sp3d>
            </p:spPr>
            <p:txBody>
              <a:bodyPr wrap="none" anchor="ctr">
                <a:flatTx/>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cs typeface="+mn-cs"/>
                </a:endParaRPr>
              </a:p>
            </p:txBody>
          </p:sp>
          <p:sp>
            <p:nvSpPr>
              <p:cNvPr id="25608" name="Text Box 8"/>
              <p:cNvSpPr txBox="1"/>
              <p:nvPr/>
            </p:nvSpPr>
            <p:spPr>
              <a:xfrm>
                <a:off x="1691649" y="833439"/>
                <a:ext cx="4707528" cy="419807"/>
              </a:xfrm>
              <a:prstGeom prst="rect">
                <a:avLst/>
              </a:prstGeom>
              <a:noFill/>
              <a:ln w="9525">
                <a:noFill/>
              </a:ln>
            </p:spPr>
            <p:txBody>
              <a:bodyPr>
                <a:spAutoFit/>
              </a:bodyPr>
              <a:lstStyle/>
              <a:p>
                <a:pPr marL="342900" lvl="1" indent="0"/>
                <a:r>
                  <a:rPr lang="zh-CN" altLang="en-US" sz="2400" dirty="0">
                    <a:solidFill>
                      <a:srgbClr val="92D050"/>
                    </a:solidFill>
                    <a:latin typeface="微软雅黑" panose="020B0503020204020204" charset="-122"/>
                    <a:ea typeface="微软雅黑" panose="020B0503020204020204" charset="-122"/>
                  </a:rPr>
                  <a:t>冲突之一：股东与管理层</a:t>
                </a:r>
              </a:p>
            </p:txBody>
          </p:sp>
          <p:sp>
            <p:nvSpPr>
              <p:cNvPr id="14" name="Text Box 9"/>
              <p:cNvSpPr txBox="1">
                <a:spLocks noChangeArrowheads="1"/>
              </p:cNvSpPr>
              <p:nvPr/>
            </p:nvSpPr>
            <p:spPr bwMode="gray">
              <a:xfrm>
                <a:off x="1250550" y="750889"/>
                <a:ext cx="380357" cy="475974"/>
              </a:xfrm>
              <a:prstGeom prst="rect">
                <a:avLst/>
              </a:prstGeom>
              <a:noFill/>
              <a:ln>
                <a:noFill/>
              </a:ln>
              <a:effectLst/>
            </p:spPr>
            <p:txBody>
              <a:bodyPr wrap="square">
                <a:spAutoFit/>
              </a:bodyPr>
              <a:lstStyle/>
              <a:p>
                <a:pPr marR="0" algn="ctr" defTabSz="914400" fontAlgn="auto">
                  <a:spcBef>
                    <a:spcPts val="0"/>
                  </a:spcBef>
                  <a:spcAft>
                    <a:spcPts val="0"/>
                  </a:spcAft>
                  <a:buClrTx/>
                  <a:buSzTx/>
                  <a:buFontTx/>
                  <a:buNone/>
                  <a:defRPr/>
                </a:pPr>
                <a:r>
                  <a:rPr kumimoji="0" lang="en-US" altLang="zh-CN" sz="2800" kern="0" cap="none" spc="0" normalizeH="0" baseline="0" noProof="0" dirty="0">
                    <a:solidFill>
                      <a:srgbClr val="FFFFFF"/>
                    </a:solidFill>
                    <a:latin typeface="Arial" panose="020B0604020202020204" pitchFamily="34" charset="0"/>
                    <a:ea typeface="宋体" panose="02010600030101010101" pitchFamily="2" charset="-122"/>
                    <a:cs typeface="Arial" panose="020B0604020202020204" pitchFamily="34" charset="0"/>
                  </a:rPr>
                  <a:t>1</a:t>
                </a:r>
              </a:p>
            </p:txBody>
          </p:sp>
        </p:grpSp>
        <p:sp>
          <p:nvSpPr>
            <p:cNvPr id="11" name="Line 6"/>
            <p:cNvSpPr>
              <a:spLocks noChangeShapeType="1"/>
            </p:cNvSpPr>
            <p:nvPr/>
          </p:nvSpPr>
          <p:spPr bwMode="gray">
            <a:xfrm flipV="1">
              <a:off x="1492322" y="1279525"/>
              <a:ext cx="3800392" cy="4763"/>
            </a:xfrm>
            <a:prstGeom prst="line">
              <a:avLst/>
            </a:prstGeom>
            <a:noFill/>
            <a:ln w="25400">
              <a:solidFill>
                <a:srgbClr val="FFCC99"/>
              </a:solidFill>
              <a:prstDash val="sysDot"/>
              <a:round/>
              <a:tailEnd type="oval" w="med" len="me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cs typeface="+mn-cs"/>
              </a:endParaRPr>
            </a:p>
          </p:txBody>
        </p:sp>
      </p:grpSp>
      <p:sp>
        <p:nvSpPr>
          <p:cNvPr id="25604" name="文本框 12"/>
          <p:cNvSpPr txBox="1"/>
          <p:nvPr/>
        </p:nvSpPr>
        <p:spPr>
          <a:xfrm>
            <a:off x="1464414" y="2603590"/>
            <a:ext cx="8503920" cy="3045460"/>
          </a:xfrm>
          <a:prstGeom prst="rect">
            <a:avLst/>
          </a:prstGeom>
          <a:noFill/>
          <a:ln w="9525">
            <a:noFill/>
          </a:ln>
        </p:spPr>
        <p:txBody>
          <a:bodyPr>
            <a:noAutofit/>
          </a:bodyPr>
          <a:lstStyle/>
          <a:p>
            <a:pPr>
              <a:lnSpc>
                <a:spcPct val="150000"/>
              </a:lnSpc>
              <a:buNone/>
            </a:pPr>
            <a:r>
              <a:rPr lang="zh-CN" altLang="en-US" sz="2000" b="0" dirty="0">
                <a:solidFill>
                  <a:schemeClr val="bg1"/>
                </a:solidFill>
                <a:latin typeface="Arial" panose="020B0604020202020204" pitchFamily="34" charset="0"/>
              </a:rPr>
              <a:t>股东作为企业的所有者，委托管理层经营管理企业，但是管理层努力工作创造的财富不能由其单独享有，而是由全体股东分享，因此，管理层希望在增加股东财富的同时获得更多的利益 （如增加报酬、 闲暇时间和在职消费等）。但是，所有者则希望以最小的管理成本获得最大的股东财富报酬，由此便产生了管理层个人目标与股东目标的冲突。</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H_SubTitle_1"/>
          <p:cNvSpPr/>
          <p:nvPr>
            <p:custDataLst>
              <p:tags r:id="rId1"/>
            </p:custDataLst>
          </p:nvPr>
        </p:nvSpPr>
        <p:spPr>
          <a:xfrm>
            <a:off x="1875155" y="2167255"/>
            <a:ext cx="683895" cy="774700"/>
          </a:xfrm>
          <a:custGeom>
            <a:avLst/>
            <a:gdLst>
              <a:gd name="connsiteX0" fmla="*/ 496843 w 993687"/>
              <a:gd name="connsiteY0" fmla="*/ 100503 h 1199267"/>
              <a:gd name="connsiteX1" fmla="*/ 100503 w 993687"/>
              <a:gd name="connsiteY1" fmla="*/ 496844 h 1199267"/>
              <a:gd name="connsiteX2" fmla="*/ 496843 w 993687"/>
              <a:gd name="connsiteY2" fmla="*/ 893185 h 1199267"/>
              <a:gd name="connsiteX3" fmla="*/ 893185 w 993687"/>
              <a:gd name="connsiteY3" fmla="*/ 496845 h 1199267"/>
              <a:gd name="connsiteX4" fmla="*/ 496843 w 993687"/>
              <a:gd name="connsiteY4" fmla="*/ 100503 h 1199267"/>
              <a:gd name="connsiteX5" fmla="*/ 509266 w 993687"/>
              <a:gd name="connsiteY5" fmla="*/ 156 h 1199267"/>
              <a:gd name="connsiteX6" fmla="*/ 856839 w 993687"/>
              <a:gd name="connsiteY6" fmla="*/ 154416 h 1199267"/>
              <a:gd name="connsiteX7" fmla="*/ 856838 w 993687"/>
              <a:gd name="connsiteY7" fmla="*/ 154417 h 1199267"/>
              <a:gd name="connsiteX8" fmla="*/ 839271 w 993687"/>
              <a:gd name="connsiteY8" fmla="*/ 856840 h 1199267"/>
              <a:gd name="connsiteX9" fmla="*/ 479277 w 993687"/>
              <a:gd name="connsiteY9" fmla="*/ 1199267 h 1199267"/>
              <a:gd name="connsiteX10" fmla="*/ 136849 w 993687"/>
              <a:gd name="connsiteY10" fmla="*/ 839272 h 1199267"/>
              <a:gd name="connsiteX11" fmla="*/ 154416 w 993687"/>
              <a:gd name="connsiteY11" fmla="*/ 136849 h 1199267"/>
              <a:gd name="connsiteX12" fmla="*/ 509266 w 993687"/>
              <a:gd name="connsiteY12" fmla="*/ 156 h 119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687" h="1199267">
                <a:moveTo>
                  <a:pt x="496843" y="100503"/>
                </a:moveTo>
                <a:cubicBezTo>
                  <a:pt x="277951" y="100504"/>
                  <a:pt x="100502" y="277952"/>
                  <a:pt x="100503" y="496844"/>
                </a:cubicBezTo>
                <a:cubicBezTo>
                  <a:pt x="100502" y="715738"/>
                  <a:pt x="277950" y="893186"/>
                  <a:pt x="496843" y="893185"/>
                </a:cubicBezTo>
                <a:cubicBezTo>
                  <a:pt x="715737" y="893185"/>
                  <a:pt x="893185" y="715737"/>
                  <a:pt x="893185" y="496845"/>
                </a:cubicBezTo>
                <a:cubicBezTo>
                  <a:pt x="893185" y="277951"/>
                  <a:pt x="715737" y="100503"/>
                  <a:pt x="496843" y="100503"/>
                </a:cubicBezTo>
                <a:close/>
                <a:moveTo>
                  <a:pt x="509266" y="156"/>
                </a:moveTo>
                <a:cubicBezTo>
                  <a:pt x="636380" y="3335"/>
                  <a:pt x="762280" y="55006"/>
                  <a:pt x="856839" y="154416"/>
                </a:cubicBezTo>
                <a:lnTo>
                  <a:pt x="856838" y="154417"/>
                </a:lnTo>
                <a:cubicBezTo>
                  <a:pt x="1045956" y="353237"/>
                  <a:pt x="1038091" y="667722"/>
                  <a:pt x="839271" y="856840"/>
                </a:cubicBezTo>
                <a:lnTo>
                  <a:pt x="479277" y="1199267"/>
                </a:lnTo>
                <a:lnTo>
                  <a:pt x="136849" y="839272"/>
                </a:lnTo>
                <a:cubicBezTo>
                  <a:pt x="-52268" y="640452"/>
                  <a:pt x="-44403" y="325967"/>
                  <a:pt x="154416" y="136849"/>
                </a:cubicBezTo>
                <a:cubicBezTo>
                  <a:pt x="253826" y="42291"/>
                  <a:pt x="382152" y="-3023"/>
                  <a:pt x="509266" y="15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180000" anchor="ctr">
            <a:normAutofit/>
          </a:bodyPr>
          <a:lstStyle/>
          <a:p>
            <a:pPr algn="ctr">
              <a:lnSpc>
                <a:spcPct val="110000"/>
              </a:lnSpc>
              <a:defRPr/>
            </a:pPr>
            <a:r>
              <a:rPr lang="en-US" altLang="zh-CN" sz="3200" dirty="0">
                <a:solidFill>
                  <a:schemeClr val="bg1"/>
                </a:solidFill>
              </a:rPr>
              <a:t>01</a:t>
            </a:r>
          </a:p>
        </p:txBody>
      </p:sp>
      <p:sp>
        <p:nvSpPr>
          <p:cNvPr id="10" name="文本框 9"/>
          <p:cNvSpPr txBox="1"/>
          <p:nvPr>
            <p:custDataLst>
              <p:tags r:id="rId2"/>
            </p:custDataLst>
          </p:nvPr>
        </p:nvSpPr>
        <p:spPr>
          <a:xfrm>
            <a:off x="2604770" y="2085340"/>
            <a:ext cx="2778760" cy="356870"/>
          </a:xfrm>
          <a:prstGeom prst="rect">
            <a:avLst/>
          </a:prstGeom>
          <a:noFill/>
        </p:spPr>
        <p:txBody>
          <a:bodyPr wrap="square" rtlCol="0">
            <a:noAutofit/>
          </a:bodyPr>
          <a:lstStyle/>
          <a:p>
            <a:r>
              <a:rPr lang="zh-CN" altLang="en-US" sz="2600" dirty="0">
                <a:solidFill>
                  <a:schemeClr val="bg1"/>
                </a:solidFill>
                <a:latin typeface="微软雅黑" panose="020B0503020204020204" charset="-122"/>
                <a:ea typeface="微软雅黑" panose="020B0503020204020204" charset="-122"/>
              </a:rPr>
              <a:t>激励</a:t>
            </a:r>
          </a:p>
        </p:txBody>
      </p:sp>
      <p:cxnSp>
        <p:nvCxnSpPr>
          <p:cNvPr id="14" name="直接连接符 13"/>
          <p:cNvCxnSpPr/>
          <p:nvPr>
            <p:custDataLst>
              <p:tags r:id="rId3"/>
            </p:custDataLst>
          </p:nvPr>
        </p:nvCxnSpPr>
        <p:spPr>
          <a:xfrm>
            <a:off x="2629337" y="2586060"/>
            <a:ext cx="2437765" cy="6350"/>
          </a:xfrm>
          <a:prstGeom prst="line">
            <a:avLst/>
          </a:prstGeom>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1093869" y="3022669"/>
            <a:ext cx="597472" cy="1692771"/>
          </a:xfrm>
          <a:prstGeom prst="rect">
            <a:avLst/>
          </a:prstGeom>
          <a:noFill/>
        </p:spPr>
        <p:txBody>
          <a:bodyPr wrap="square" rtlCol="0">
            <a:spAutoFit/>
          </a:bodyPr>
          <a:lstStyle/>
          <a:p>
            <a:r>
              <a:rPr lang="zh-CN" altLang="en-US" sz="2600" dirty="0">
                <a:solidFill>
                  <a:schemeClr val="bg1"/>
                </a:solidFill>
              </a:rPr>
              <a:t>解决机制</a:t>
            </a:r>
          </a:p>
        </p:txBody>
      </p:sp>
      <p:sp>
        <p:nvSpPr>
          <p:cNvPr id="39" name="矩形 38"/>
          <p:cNvSpPr/>
          <p:nvPr>
            <p:custDataLst>
              <p:tags r:id="rId4"/>
            </p:custDataLst>
          </p:nvPr>
        </p:nvSpPr>
        <p:spPr>
          <a:xfrm>
            <a:off x="2604770" y="2654935"/>
            <a:ext cx="7051040" cy="460375"/>
          </a:xfrm>
          <a:prstGeom prst="rect">
            <a:avLst/>
          </a:prstGeom>
        </p:spPr>
        <p:txBody>
          <a:bodyPr wrap="square">
            <a:spAutoFit/>
          </a:bodyPr>
          <a:lstStyle/>
          <a:p>
            <a:pPr algn="l">
              <a:lnSpc>
                <a:spcPct val="120000"/>
              </a:lnSpc>
            </a:pPr>
            <a:r>
              <a:rPr lang="zh-CN" altLang="en-US" sz="2000" dirty="0">
                <a:solidFill>
                  <a:schemeClr val="bg1"/>
                </a:solidFill>
              </a:rPr>
              <a:t>两种基本方式：一是绩效股方式，二是管理层股票期权计划</a:t>
            </a:r>
          </a:p>
        </p:txBody>
      </p:sp>
      <p:sp>
        <p:nvSpPr>
          <p:cNvPr id="30" name="MH_SubTitle_1"/>
          <p:cNvSpPr/>
          <p:nvPr>
            <p:custDataLst>
              <p:tags r:id="rId5"/>
            </p:custDataLst>
          </p:nvPr>
        </p:nvSpPr>
        <p:spPr>
          <a:xfrm>
            <a:off x="1875155" y="3481705"/>
            <a:ext cx="683895" cy="774700"/>
          </a:xfrm>
          <a:custGeom>
            <a:avLst/>
            <a:gdLst>
              <a:gd name="connsiteX0" fmla="*/ 496843 w 993687"/>
              <a:gd name="connsiteY0" fmla="*/ 100503 h 1199267"/>
              <a:gd name="connsiteX1" fmla="*/ 100503 w 993687"/>
              <a:gd name="connsiteY1" fmla="*/ 496844 h 1199267"/>
              <a:gd name="connsiteX2" fmla="*/ 496843 w 993687"/>
              <a:gd name="connsiteY2" fmla="*/ 893185 h 1199267"/>
              <a:gd name="connsiteX3" fmla="*/ 893185 w 993687"/>
              <a:gd name="connsiteY3" fmla="*/ 496845 h 1199267"/>
              <a:gd name="connsiteX4" fmla="*/ 496843 w 993687"/>
              <a:gd name="connsiteY4" fmla="*/ 100503 h 1199267"/>
              <a:gd name="connsiteX5" fmla="*/ 509266 w 993687"/>
              <a:gd name="connsiteY5" fmla="*/ 156 h 1199267"/>
              <a:gd name="connsiteX6" fmla="*/ 856839 w 993687"/>
              <a:gd name="connsiteY6" fmla="*/ 154416 h 1199267"/>
              <a:gd name="connsiteX7" fmla="*/ 856838 w 993687"/>
              <a:gd name="connsiteY7" fmla="*/ 154417 h 1199267"/>
              <a:gd name="connsiteX8" fmla="*/ 839271 w 993687"/>
              <a:gd name="connsiteY8" fmla="*/ 856840 h 1199267"/>
              <a:gd name="connsiteX9" fmla="*/ 479277 w 993687"/>
              <a:gd name="connsiteY9" fmla="*/ 1199267 h 1199267"/>
              <a:gd name="connsiteX10" fmla="*/ 136849 w 993687"/>
              <a:gd name="connsiteY10" fmla="*/ 839272 h 1199267"/>
              <a:gd name="connsiteX11" fmla="*/ 154416 w 993687"/>
              <a:gd name="connsiteY11" fmla="*/ 136849 h 1199267"/>
              <a:gd name="connsiteX12" fmla="*/ 509266 w 993687"/>
              <a:gd name="connsiteY12" fmla="*/ 156 h 119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687" h="1199267">
                <a:moveTo>
                  <a:pt x="496843" y="100503"/>
                </a:moveTo>
                <a:cubicBezTo>
                  <a:pt x="277951" y="100504"/>
                  <a:pt x="100502" y="277952"/>
                  <a:pt x="100503" y="496844"/>
                </a:cubicBezTo>
                <a:cubicBezTo>
                  <a:pt x="100502" y="715738"/>
                  <a:pt x="277950" y="893186"/>
                  <a:pt x="496843" y="893185"/>
                </a:cubicBezTo>
                <a:cubicBezTo>
                  <a:pt x="715737" y="893185"/>
                  <a:pt x="893185" y="715737"/>
                  <a:pt x="893185" y="496845"/>
                </a:cubicBezTo>
                <a:cubicBezTo>
                  <a:pt x="893185" y="277951"/>
                  <a:pt x="715737" y="100503"/>
                  <a:pt x="496843" y="100503"/>
                </a:cubicBezTo>
                <a:close/>
                <a:moveTo>
                  <a:pt x="509266" y="156"/>
                </a:moveTo>
                <a:cubicBezTo>
                  <a:pt x="636380" y="3335"/>
                  <a:pt x="762280" y="55006"/>
                  <a:pt x="856839" y="154416"/>
                </a:cubicBezTo>
                <a:lnTo>
                  <a:pt x="856838" y="154417"/>
                </a:lnTo>
                <a:cubicBezTo>
                  <a:pt x="1045956" y="353237"/>
                  <a:pt x="1038091" y="667722"/>
                  <a:pt x="839271" y="856840"/>
                </a:cubicBezTo>
                <a:lnTo>
                  <a:pt x="479277" y="1199267"/>
                </a:lnTo>
                <a:lnTo>
                  <a:pt x="136849" y="839272"/>
                </a:lnTo>
                <a:cubicBezTo>
                  <a:pt x="-52268" y="640452"/>
                  <a:pt x="-44403" y="325967"/>
                  <a:pt x="154416" y="136849"/>
                </a:cubicBezTo>
                <a:cubicBezTo>
                  <a:pt x="253826" y="42291"/>
                  <a:pt x="382152" y="-3023"/>
                  <a:pt x="509266" y="15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180000" anchor="ctr">
            <a:normAutofit/>
          </a:bodyPr>
          <a:lstStyle/>
          <a:p>
            <a:pPr algn="ctr">
              <a:lnSpc>
                <a:spcPct val="110000"/>
              </a:lnSpc>
              <a:defRPr/>
            </a:pPr>
            <a:r>
              <a:rPr lang="en-US" altLang="zh-CN" sz="3200" dirty="0">
                <a:solidFill>
                  <a:schemeClr val="bg1"/>
                </a:solidFill>
              </a:rPr>
              <a:t>02</a:t>
            </a:r>
          </a:p>
        </p:txBody>
      </p:sp>
      <p:sp>
        <p:nvSpPr>
          <p:cNvPr id="31" name="文本框 30"/>
          <p:cNvSpPr txBox="1"/>
          <p:nvPr>
            <p:custDataLst>
              <p:tags r:id="rId6"/>
            </p:custDataLst>
          </p:nvPr>
        </p:nvSpPr>
        <p:spPr>
          <a:xfrm>
            <a:off x="2604770" y="3399790"/>
            <a:ext cx="2778760" cy="356870"/>
          </a:xfrm>
          <a:prstGeom prst="rect">
            <a:avLst/>
          </a:prstGeom>
          <a:noFill/>
        </p:spPr>
        <p:txBody>
          <a:bodyPr wrap="square" rtlCol="0">
            <a:noAutofit/>
          </a:bodyPr>
          <a:lstStyle/>
          <a:p>
            <a:r>
              <a:rPr lang="zh-CN" altLang="en-US" sz="2600" dirty="0">
                <a:solidFill>
                  <a:schemeClr val="bg1"/>
                </a:solidFill>
                <a:latin typeface="微软雅黑" panose="020B0503020204020204" charset="-122"/>
                <a:ea typeface="微软雅黑" panose="020B0503020204020204" charset="-122"/>
              </a:rPr>
              <a:t>干预</a:t>
            </a:r>
          </a:p>
        </p:txBody>
      </p:sp>
      <p:cxnSp>
        <p:nvCxnSpPr>
          <p:cNvPr id="32" name="直接连接符 31"/>
          <p:cNvCxnSpPr/>
          <p:nvPr>
            <p:custDataLst>
              <p:tags r:id="rId7"/>
            </p:custDataLst>
          </p:nvPr>
        </p:nvCxnSpPr>
        <p:spPr>
          <a:xfrm>
            <a:off x="2629337" y="3900510"/>
            <a:ext cx="2437765" cy="6350"/>
          </a:xfrm>
          <a:prstGeom prst="line">
            <a:avLst/>
          </a:prstGeom>
        </p:spPr>
        <p:style>
          <a:lnRef idx="1">
            <a:schemeClr val="accent1"/>
          </a:lnRef>
          <a:fillRef idx="0">
            <a:schemeClr val="accent1"/>
          </a:fillRef>
          <a:effectRef idx="0">
            <a:schemeClr val="accent1"/>
          </a:effectRef>
          <a:fontRef idx="minor">
            <a:schemeClr val="tx1"/>
          </a:fontRef>
        </p:style>
      </p:cxnSp>
      <p:sp>
        <p:nvSpPr>
          <p:cNvPr id="37" name="MH_SubTitle_1"/>
          <p:cNvSpPr/>
          <p:nvPr>
            <p:custDataLst>
              <p:tags r:id="rId8"/>
            </p:custDataLst>
          </p:nvPr>
        </p:nvSpPr>
        <p:spPr>
          <a:xfrm>
            <a:off x="1875155" y="4807585"/>
            <a:ext cx="683895" cy="774700"/>
          </a:xfrm>
          <a:custGeom>
            <a:avLst/>
            <a:gdLst>
              <a:gd name="connsiteX0" fmla="*/ 496843 w 993687"/>
              <a:gd name="connsiteY0" fmla="*/ 100503 h 1199267"/>
              <a:gd name="connsiteX1" fmla="*/ 100503 w 993687"/>
              <a:gd name="connsiteY1" fmla="*/ 496844 h 1199267"/>
              <a:gd name="connsiteX2" fmla="*/ 496843 w 993687"/>
              <a:gd name="connsiteY2" fmla="*/ 893185 h 1199267"/>
              <a:gd name="connsiteX3" fmla="*/ 893185 w 993687"/>
              <a:gd name="connsiteY3" fmla="*/ 496845 h 1199267"/>
              <a:gd name="connsiteX4" fmla="*/ 496843 w 993687"/>
              <a:gd name="connsiteY4" fmla="*/ 100503 h 1199267"/>
              <a:gd name="connsiteX5" fmla="*/ 509266 w 993687"/>
              <a:gd name="connsiteY5" fmla="*/ 156 h 1199267"/>
              <a:gd name="connsiteX6" fmla="*/ 856839 w 993687"/>
              <a:gd name="connsiteY6" fmla="*/ 154416 h 1199267"/>
              <a:gd name="connsiteX7" fmla="*/ 856838 w 993687"/>
              <a:gd name="connsiteY7" fmla="*/ 154417 h 1199267"/>
              <a:gd name="connsiteX8" fmla="*/ 839271 w 993687"/>
              <a:gd name="connsiteY8" fmla="*/ 856840 h 1199267"/>
              <a:gd name="connsiteX9" fmla="*/ 479277 w 993687"/>
              <a:gd name="connsiteY9" fmla="*/ 1199267 h 1199267"/>
              <a:gd name="connsiteX10" fmla="*/ 136849 w 993687"/>
              <a:gd name="connsiteY10" fmla="*/ 839272 h 1199267"/>
              <a:gd name="connsiteX11" fmla="*/ 154416 w 993687"/>
              <a:gd name="connsiteY11" fmla="*/ 136849 h 1199267"/>
              <a:gd name="connsiteX12" fmla="*/ 509266 w 993687"/>
              <a:gd name="connsiteY12" fmla="*/ 156 h 119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687" h="1199267">
                <a:moveTo>
                  <a:pt x="496843" y="100503"/>
                </a:moveTo>
                <a:cubicBezTo>
                  <a:pt x="277951" y="100504"/>
                  <a:pt x="100502" y="277952"/>
                  <a:pt x="100503" y="496844"/>
                </a:cubicBezTo>
                <a:cubicBezTo>
                  <a:pt x="100502" y="715738"/>
                  <a:pt x="277950" y="893186"/>
                  <a:pt x="496843" y="893185"/>
                </a:cubicBezTo>
                <a:cubicBezTo>
                  <a:pt x="715737" y="893185"/>
                  <a:pt x="893185" y="715737"/>
                  <a:pt x="893185" y="496845"/>
                </a:cubicBezTo>
                <a:cubicBezTo>
                  <a:pt x="893185" y="277951"/>
                  <a:pt x="715737" y="100503"/>
                  <a:pt x="496843" y="100503"/>
                </a:cubicBezTo>
                <a:close/>
                <a:moveTo>
                  <a:pt x="509266" y="156"/>
                </a:moveTo>
                <a:cubicBezTo>
                  <a:pt x="636380" y="3335"/>
                  <a:pt x="762280" y="55006"/>
                  <a:pt x="856839" y="154416"/>
                </a:cubicBezTo>
                <a:lnTo>
                  <a:pt x="856838" y="154417"/>
                </a:lnTo>
                <a:cubicBezTo>
                  <a:pt x="1045956" y="353237"/>
                  <a:pt x="1038091" y="667722"/>
                  <a:pt x="839271" y="856840"/>
                </a:cubicBezTo>
                <a:lnTo>
                  <a:pt x="479277" y="1199267"/>
                </a:lnTo>
                <a:lnTo>
                  <a:pt x="136849" y="839272"/>
                </a:lnTo>
                <a:cubicBezTo>
                  <a:pt x="-52268" y="640452"/>
                  <a:pt x="-44403" y="325967"/>
                  <a:pt x="154416" y="136849"/>
                </a:cubicBezTo>
                <a:cubicBezTo>
                  <a:pt x="253826" y="42291"/>
                  <a:pt x="382152" y="-3023"/>
                  <a:pt x="509266" y="15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180000" anchor="ctr">
            <a:normAutofit/>
          </a:bodyPr>
          <a:lstStyle/>
          <a:p>
            <a:pPr algn="ctr">
              <a:lnSpc>
                <a:spcPct val="110000"/>
              </a:lnSpc>
              <a:defRPr/>
            </a:pPr>
            <a:r>
              <a:rPr lang="en-US" altLang="zh-CN" sz="3200" dirty="0">
                <a:solidFill>
                  <a:schemeClr val="bg1"/>
                </a:solidFill>
              </a:rPr>
              <a:t>03</a:t>
            </a:r>
          </a:p>
        </p:txBody>
      </p:sp>
      <p:sp>
        <p:nvSpPr>
          <p:cNvPr id="41" name="文本框 40"/>
          <p:cNvSpPr txBox="1"/>
          <p:nvPr>
            <p:custDataLst>
              <p:tags r:id="rId9"/>
            </p:custDataLst>
          </p:nvPr>
        </p:nvSpPr>
        <p:spPr>
          <a:xfrm>
            <a:off x="2604770" y="4725670"/>
            <a:ext cx="2778760" cy="356870"/>
          </a:xfrm>
          <a:prstGeom prst="rect">
            <a:avLst/>
          </a:prstGeom>
          <a:noFill/>
        </p:spPr>
        <p:txBody>
          <a:bodyPr wrap="square" rtlCol="0">
            <a:noAutofit/>
          </a:bodyPr>
          <a:lstStyle/>
          <a:p>
            <a:r>
              <a:rPr lang="zh-CN" altLang="en-US" sz="2600" dirty="0">
                <a:solidFill>
                  <a:schemeClr val="bg1"/>
                </a:solidFill>
                <a:latin typeface="微软雅黑" panose="020B0503020204020204" charset="-122"/>
                <a:ea typeface="微软雅黑" panose="020B0503020204020204" charset="-122"/>
              </a:rPr>
              <a:t>解聘</a:t>
            </a:r>
          </a:p>
        </p:txBody>
      </p:sp>
      <p:cxnSp>
        <p:nvCxnSpPr>
          <p:cNvPr id="43" name="直接连接符 42"/>
          <p:cNvCxnSpPr/>
          <p:nvPr>
            <p:custDataLst>
              <p:tags r:id="rId10"/>
            </p:custDataLst>
          </p:nvPr>
        </p:nvCxnSpPr>
        <p:spPr>
          <a:xfrm>
            <a:off x="2629337" y="5226390"/>
            <a:ext cx="2437765" cy="6350"/>
          </a:xfrm>
          <a:prstGeom prst="line">
            <a:avLst/>
          </a:prstGeom>
        </p:spPr>
        <p:style>
          <a:lnRef idx="1">
            <a:schemeClr val="accent1"/>
          </a:lnRef>
          <a:fillRef idx="0">
            <a:schemeClr val="accent1"/>
          </a:fillRef>
          <a:effectRef idx="0">
            <a:schemeClr val="accent1"/>
          </a:effectRef>
          <a:fontRef idx="minor">
            <a:schemeClr val="tx1"/>
          </a:fontRef>
        </p:style>
      </p:cxnSp>
      <p:sp>
        <p:nvSpPr>
          <p:cNvPr id="46" name="矩形 45"/>
          <p:cNvSpPr/>
          <p:nvPr>
            <p:custDataLst>
              <p:tags r:id="rId11"/>
            </p:custDataLst>
          </p:nvPr>
        </p:nvSpPr>
        <p:spPr>
          <a:xfrm>
            <a:off x="2629535" y="3970655"/>
            <a:ext cx="7300595" cy="460375"/>
          </a:xfrm>
          <a:prstGeom prst="rect">
            <a:avLst/>
          </a:prstGeom>
        </p:spPr>
        <p:txBody>
          <a:bodyPr wrap="square">
            <a:spAutoFit/>
          </a:bodyPr>
          <a:lstStyle/>
          <a:p>
            <a:pPr algn="l">
              <a:lnSpc>
                <a:spcPct val="120000"/>
              </a:lnSpc>
            </a:pPr>
            <a:r>
              <a:rPr lang="zh-CN" altLang="en-US" sz="2000" dirty="0">
                <a:solidFill>
                  <a:schemeClr val="bg1"/>
                </a:solidFill>
              </a:rPr>
              <a:t>股东直接干预企业决策</a:t>
            </a:r>
          </a:p>
        </p:txBody>
      </p:sp>
      <p:sp>
        <p:nvSpPr>
          <p:cNvPr id="47" name="文本框 46"/>
          <p:cNvSpPr txBox="1"/>
          <p:nvPr/>
        </p:nvSpPr>
        <p:spPr>
          <a:xfrm>
            <a:off x="2559050" y="5377180"/>
            <a:ext cx="6949440" cy="706755"/>
          </a:xfrm>
          <a:prstGeom prst="rect">
            <a:avLst/>
          </a:prstGeom>
        </p:spPr>
        <p:txBody>
          <a:bodyPr wrap="square">
            <a:spAutoFit/>
          </a:bodyPr>
          <a:lstStyle/>
          <a:p>
            <a:r>
              <a:rPr lang="zh-CN" altLang="en-US" sz="2000" dirty="0">
                <a:solidFill>
                  <a:schemeClr val="bg1"/>
                </a:solidFill>
              </a:rPr>
              <a:t>如果管理层工作严重失误或严重违反法律法规，可能会被股东大会解聘</a:t>
            </a:r>
            <a:endParaRPr lang="zh-CN" altLang="en-US" sz="2000" dirty="0">
              <a:solidFill>
                <a:schemeClr val="bg1"/>
              </a:solidFill>
              <a:latin typeface="FZSSK-GBK1-020000685-Identity-H"/>
              <a:ea typeface="FZSSK-GBK1-020000685-Identity-H"/>
            </a:endParaRPr>
          </a:p>
        </p:txBody>
      </p:sp>
      <p:grpSp>
        <p:nvGrpSpPr>
          <p:cNvPr id="20" name="组合 8">
            <a:extLst>
              <a:ext uri="{FF2B5EF4-FFF2-40B4-BE49-F238E27FC236}">
                <a16:creationId xmlns:a16="http://schemas.microsoft.com/office/drawing/2014/main" id="{24AF6BDB-8E47-41BF-B1E5-0CF7C3E01070}"/>
              </a:ext>
            </a:extLst>
          </p:cNvPr>
          <p:cNvGrpSpPr/>
          <p:nvPr/>
        </p:nvGrpSpPr>
        <p:grpSpPr>
          <a:xfrm>
            <a:off x="1035536" y="1275715"/>
            <a:ext cx="5289550" cy="609315"/>
            <a:chOff x="1187529" y="728666"/>
            <a:chExt cx="5211648" cy="555622"/>
          </a:xfrm>
        </p:grpSpPr>
        <p:grpSp>
          <p:nvGrpSpPr>
            <p:cNvPr id="21" name="组合 4">
              <a:extLst>
                <a:ext uri="{FF2B5EF4-FFF2-40B4-BE49-F238E27FC236}">
                  <a16:creationId xmlns:a16="http://schemas.microsoft.com/office/drawing/2014/main" id="{0CB92F97-8E56-441F-B29D-0FD0710E4EFA}"/>
                </a:ext>
              </a:extLst>
            </p:cNvPr>
            <p:cNvGrpSpPr/>
            <p:nvPr/>
          </p:nvGrpSpPr>
          <p:grpSpPr>
            <a:xfrm>
              <a:off x="1187529" y="728666"/>
              <a:ext cx="5211648" cy="524580"/>
              <a:chOff x="1187529" y="728666"/>
              <a:chExt cx="5211648" cy="524580"/>
            </a:xfrm>
          </p:grpSpPr>
          <p:sp>
            <p:nvSpPr>
              <p:cNvPr id="23" name="Rectangle 7">
                <a:extLst>
                  <a:ext uri="{FF2B5EF4-FFF2-40B4-BE49-F238E27FC236}">
                    <a16:creationId xmlns:a16="http://schemas.microsoft.com/office/drawing/2014/main" id="{DF9D2F4F-D87A-4F78-B41C-152E4DE9CE10}"/>
                  </a:ext>
                </a:extLst>
              </p:cNvPr>
              <p:cNvSpPr>
                <a:spLocks noChangeArrowheads="1"/>
              </p:cNvSpPr>
              <p:nvPr/>
            </p:nvSpPr>
            <p:spPr bwMode="gray">
              <a:xfrm rot="3419336">
                <a:off x="1208161" y="708033"/>
                <a:ext cx="479424" cy="520689"/>
              </a:xfrm>
              <a:prstGeom prst="rect">
                <a:avLst/>
              </a:prstGeom>
              <a:gradFill rotWithShape="1">
                <a:gsLst>
                  <a:gs pos="0">
                    <a:srgbClr val="D87AA5"/>
                  </a:gs>
                  <a:gs pos="100000">
                    <a:srgbClr val="D87AA5">
                      <a:gamma/>
                      <a:shade val="46275"/>
                      <a:invGamma/>
                    </a:srgbClr>
                  </a:gs>
                </a:gsLst>
                <a:lin ang="5400000" scaled="1"/>
              </a:gra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D87AA5"/>
                </a:extrusionClr>
              </a:sp3d>
            </p:spPr>
            <p:txBody>
              <a:bodyPr wrap="none" anchor="ctr">
                <a:flatTx/>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cs typeface="+mn-cs"/>
                </a:endParaRPr>
              </a:p>
            </p:txBody>
          </p:sp>
          <p:sp>
            <p:nvSpPr>
              <p:cNvPr id="24" name="Text Box 8">
                <a:extLst>
                  <a:ext uri="{FF2B5EF4-FFF2-40B4-BE49-F238E27FC236}">
                    <a16:creationId xmlns:a16="http://schemas.microsoft.com/office/drawing/2014/main" id="{B9B894BC-45A9-4BFB-B203-7A943D16E012}"/>
                  </a:ext>
                </a:extLst>
              </p:cNvPr>
              <p:cNvSpPr txBox="1"/>
              <p:nvPr/>
            </p:nvSpPr>
            <p:spPr>
              <a:xfrm>
                <a:off x="1691649" y="833439"/>
                <a:ext cx="4707528" cy="419807"/>
              </a:xfrm>
              <a:prstGeom prst="rect">
                <a:avLst/>
              </a:prstGeom>
              <a:noFill/>
              <a:ln w="9525">
                <a:noFill/>
              </a:ln>
            </p:spPr>
            <p:txBody>
              <a:bodyPr>
                <a:spAutoFit/>
              </a:bodyPr>
              <a:lstStyle/>
              <a:p>
                <a:pPr marL="342900" lvl="1" indent="0"/>
                <a:r>
                  <a:rPr lang="zh-CN" altLang="en-US" sz="2400" dirty="0">
                    <a:solidFill>
                      <a:srgbClr val="92D050"/>
                    </a:solidFill>
                    <a:latin typeface="微软雅黑" panose="020B0503020204020204" charset="-122"/>
                    <a:ea typeface="微软雅黑" panose="020B0503020204020204" charset="-122"/>
                  </a:rPr>
                  <a:t>冲突之一：股东与管理层</a:t>
                </a:r>
              </a:p>
            </p:txBody>
          </p:sp>
          <p:sp>
            <p:nvSpPr>
              <p:cNvPr id="25" name="Text Box 9">
                <a:extLst>
                  <a:ext uri="{FF2B5EF4-FFF2-40B4-BE49-F238E27FC236}">
                    <a16:creationId xmlns:a16="http://schemas.microsoft.com/office/drawing/2014/main" id="{940B57B6-9D65-4611-BAE0-EE17AD8AC03A}"/>
                  </a:ext>
                </a:extLst>
              </p:cNvPr>
              <p:cNvSpPr txBox="1">
                <a:spLocks noChangeArrowheads="1"/>
              </p:cNvSpPr>
              <p:nvPr/>
            </p:nvSpPr>
            <p:spPr bwMode="gray">
              <a:xfrm>
                <a:off x="1250550" y="750889"/>
                <a:ext cx="380357" cy="475974"/>
              </a:xfrm>
              <a:prstGeom prst="rect">
                <a:avLst/>
              </a:prstGeom>
              <a:noFill/>
              <a:ln>
                <a:noFill/>
              </a:ln>
              <a:effectLst/>
            </p:spPr>
            <p:txBody>
              <a:bodyPr wrap="square">
                <a:spAutoFit/>
              </a:bodyPr>
              <a:lstStyle/>
              <a:p>
                <a:pPr marR="0" algn="ctr" defTabSz="914400" fontAlgn="auto">
                  <a:spcBef>
                    <a:spcPts val="0"/>
                  </a:spcBef>
                  <a:spcAft>
                    <a:spcPts val="0"/>
                  </a:spcAft>
                  <a:buClrTx/>
                  <a:buSzTx/>
                  <a:buFontTx/>
                  <a:buNone/>
                  <a:defRPr/>
                </a:pPr>
                <a:r>
                  <a:rPr kumimoji="0" lang="en-US" altLang="zh-CN" sz="2800" kern="0" cap="none" spc="0" normalizeH="0" baseline="0" noProof="0" dirty="0">
                    <a:solidFill>
                      <a:srgbClr val="FFFFFF"/>
                    </a:solidFill>
                    <a:latin typeface="Arial" panose="020B0604020202020204" pitchFamily="34" charset="0"/>
                    <a:ea typeface="宋体" panose="02010600030101010101" pitchFamily="2" charset="-122"/>
                    <a:cs typeface="Arial" panose="020B0604020202020204" pitchFamily="34" charset="0"/>
                  </a:rPr>
                  <a:t>1</a:t>
                </a:r>
              </a:p>
            </p:txBody>
          </p:sp>
        </p:grpSp>
        <p:sp>
          <p:nvSpPr>
            <p:cNvPr id="22" name="Line 6">
              <a:extLst>
                <a:ext uri="{FF2B5EF4-FFF2-40B4-BE49-F238E27FC236}">
                  <a16:creationId xmlns:a16="http://schemas.microsoft.com/office/drawing/2014/main" id="{2162EBF6-EA9A-4117-BCDF-CAAC7052BD27}"/>
                </a:ext>
              </a:extLst>
            </p:cNvPr>
            <p:cNvSpPr>
              <a:spLocks noChangeShapeType="1"/>
            </p:cNvSpPr>
            <p:nvPr/>
          </p:nvSpPr>
          <p:spPr bwMode="gray">
            <a:xfrm flipV="1">
              <a:off x="1492322" y="1279525"/>
              <a:ext cx="3800392" cy="4763"/>
            </a:xfrm>
            <a:prstGeom prst="line">
              <a:avLst/>
            </a:prstGeom>
            <a:noFill/>
            <a:ln w="25400">
              <a:solidFill>
                <a:srgbClr val="FFCC99"/>
              </a:solidFill>
              <a:prstDash val="sysDot"/>
              <a:round/>
              <a:tailEnd type="oval" w="med" len="me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cs typeface="+mn-c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4294967295"/>
          </p:nvPr>
        </p:nvSpPr>
        <p:spPr>
          <a:xfrm>
            <a:off x="5078413" y="2986629"/>
            <a:ext cx="4573587" cy="1459454"/>
          </a:xfrm>
          <a:solidFill>
            <a:srgbClr val="FFFF99"/>
          </a:solidFill>
        </p:spPr>
        <p:txBody>
          <a:bodyPr vert="horz" wrap="square" lIns="91440" tIns="45720" rIns="91440" bIns="45720" numCol="1" anchor="t" anchorCtr="0" compatLnSpc="1">
            <a:normAutofit fontScale="77500" lnSpcReduction="20000"/>
          </a:bodyPr>
          <a:lstStyle/>
          <a:p>
            <a:pPr marL="342900" marR="0" lvl="0" indent="-342900" algn="l" defTabSz="914400" rtl="0" eaLnBrk="0" fontAlgn="base" latinLnBrk="0" hangingPunct="0">
              <a:lnSpc>
                <a:spcPct val="150000"/>
              </a:lnSpc>
              <a:spcBef>
                <a:spcPct val="20000"/>
              </a:spcBef>
              <a:spcAft>
                <a:spcPct val="0"/>
              </a:spcAft>
              <a:buClr>
                <a:schemeClr val="accent2"/>
              </a:buClr>
              <a:buSzPct val="60000"/>
              <a:buFont typeface="Wingdings" panose="05000000000000000000" pitchFamily="2" charset="2"/>
              <a:buChar char="l"/>
              <a:defRPr/>
            </a:pPr>
            <a:r>
              <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关联交易转移利润</a:t>
            </a:r>
          </a:p>
          <a:p>
            <a:pPr marL="342900" marR="0" lvl="0" indent="-342900" algn="l" defTabSz="914400" rtl="0" eaLnBrk="0" fontAlgn="base" latinLnBrk="0" hangingPunct="0">
              <a:lnSpc>
                <a:spcPct val="150000"/>
              </a:lnSpc>
              <a:spcBef>
                <a:spcPct val="20000"/>
              </a:spcBef>
              <a:spcAft>
                <a:spcPct val="0"/>
              </a:spcAft>
              <a:buClr>
                <a:schemeClr val="accent2"/>
              </a:buClr>
              <a:buSzPct val="60000"/>
              <a:buFont typeface="Wingdings" panose="05000000000000000000" pitchFamily="2" charset="2"/>
              <a:buChar char="l"/>
              <a:defRPr/>
            </a:pPr>
            <a:r>
              <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非法占用巨额资金、或以上市公司名义进行担保和恶意筹资</a:t>
            </a:r>
            <a:endPar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Wingdings" panose="05000000000000000000" pitchFamily="2" charset="2"/>
            </a:endParaRPr>
          </a:p>
          <a:p>
            <a:pPr marL="342900" marR="0" lvl="0" indent="-342900" algn="l" defTabSz="914400" rtl="0" eaLnBrk="0" fontAlgn="base" latinLnBrk="0" hangingPunct="0">
              <a:lnSpc>
                <a:spcPct val="150000"/>
              </a:lnSpc>
              <a:spcBef>
                <a:spcPct val="20000"/>
              </a:spcBef>
              <a:spcAft>
                <a:spcPct val="0"/>
              </a:spcAft>
              <a:buClr>
                <a:schemeClr val="accent2"/>
              </a:buClr>
              <a:buSzPct val="60000"/>
              <a:buFont typeface="Wingdings" panose="05000000000000000000" pitchFamily="2" charset="2"/>
              <a:buChar char="l"/>
              <a:defRPr/>
            </a:pPr>
            <a:r>
              <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发布虚假信息，操纵股价</a:t>
            </a:r>
            <a:endPar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Wingdings" panose="05000000000000000000" pitchFamily="2" charset="2"/>
            </a:endParaRPr>
          </a:p>
          <a:p>
            <a:pPr marL="342900" marR="0" lvl="0" indent="-342900" algn="l" defTabSz="914400" rtl="0" eaLnBrk="0" fontAlgn="base" latinLnBrk="0" hangingPunct="0">
              <a:lnSpc>
                <a:spcPct val="150000"/>
              </a:lnSpc>
              <a:spcBef>
                <a:spcPct val="20000"/>
              </a:spcBef>
              <a:spcAft>
                <a:spcPct val="0"/>
              </a:spcAft>
              <a:buClr>
                <a:schemeClr val="accent2"/>
              </a:buClr>
              <a:buSzPct val="60000"/>
              <a:buFont typeface="Wingdings" panose="05000000000000000000" pitchFamily="2" charset="2"/>
              <a:buChar char="l"/>
              <a:defRPr/>
            </a:pPr>
            <a:r>
              <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为大股东派出的高级管理者支付过高的报酬和特殊津贴</a:t>
            </a:r>
          </a:p>
          <a:p>
            <a:pPr marL="342900" marR="0" lvl="0" indent="-342900" algn="l" defTabSz="914400" rtl="0" eaLnBrk="0" fontAlgn="base" latinLnBrk="0" hangingPunct="0">
              <a:lnSpc>
                <a:spcPct val="150000"/>
              </a:lnSpc>
              <a:spcBef>
                <a:spcPct val="20000"/>
              </a:spcBef>
              <a:spcAft>
                <a:spcPct val="0"/>
              </a:spcAft>
              <a:buClr>
                <a:schemeClr val="accent2"/>
              </a:buClr>
              <a:buSzPct val="60000"/>
              <a:buFont typeface="Wingdings" panose="05000000000000000000" pitchFamily="2" charset="2"/>
              <a:buChar char="l"/>
              <a:defRPr/>
            </a:pPr>
            <a:r>
              <a:rPr kumimoji="0" lang="zh-CN" altLang="en-US" sz="16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Wingdings" panose="05000000000000000000" pitchFamily="2" charset="2"/>
              </a:rPr>
              <a:t>利用不合理的股利政策掠夺中小股东的既得利益</a:t>
            </a:r>
          </a:p>
          <a:p>
            <a:pPr marL="342900" marR="0" lvl="0" indent="-342900" algn="l" defTabSz="914400" rtl="0" eaLnBrk="0" fontAlgn="base" latinLnBrk="0" hangingPunct="0">
              <a:lnSpc>
                <a:spcPct val="150000"/>
              </a:lnSpc>
              <a:spcBef>
                <a:spcPct val="20000"/>
              </a:spcBef>
              <a:spcAft>
                <a:spcPct val="0"/>
              </a:spcAft>
              <a:buClr>
                <a:schemeClr val="tx2"/>
              </a:buClr>
              <a:buSzPct val="70000"/>
              <a:buFont typeface="Wingdings" panose="05000000000000000000" pitchFamily="2" charset="2"/>
              <a:buNone/>
              <a:defRPr/>
            </a:pPr>
            <a:endParaRPr kumimoji="0" lang="en-US" altLang="zh-CN" sz="2175"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27651" name="Text Box 5"/>
          <p:cNvSpPr txBox="1"/>
          <p:nvPr/>
        </p:nvSpPr>
        <p:spPr>
          <a:xfrm>
            <a:off x="3135313" y="2439670"/>
            <a:ext cx="1943100" cy="275590"/>
          </a:xfrm>
          <a:prstGeom prst="rect">
            <a:avLst/>
          </a:prstGeom>
          <a:noFill/>
          <a:ln w="9525">
            <a:noFill/>
          </a:ln>
        </p:spPr>
        <p:txBody>
          <a:bodyPr>
            <a:spAutoFit/>
          </a:bodyPr>
          <a:lstStyle/>
          <a:p>
            <a:pPr eaLnBrk="1" hangingPunct="1">
              <a:spcBef>
                <a:spcPct val="50000"/>
              </a:spcBef>
            </a:pPr>
            <a:endParaRPr lang="zh-CN" altLang="en-US" sz="1200" dirty="0">
              <a:latin typeface="Arial" panose="020B0604020202020204" pitchFamily="34" charset="0"/>
            </a:endParaRPr>
          </a:p>
        </p:txBody>
      </p:sp>
      <p:sp>
        <p:nvSpPr>
          <p:cNvPr id="27652" name="Text Box 6"/>
          <p:cNvSpPr txBox="1"/>
          <p:nvPr/>
        </p:nvSpPr>
        <p:spPr>
          <a:xfrm>
            <a:off x="1483519" y="2012272"/>
            <a:ext cx="7287736" cy="1345305"/>
          </a:xfrm>
          <a:prstGeom prst="rect">
            <a:avLst/>
          </a:prstGeom>
          <a:noFill/>
          <a:ln w="9525">
            <a:noFill/>
          </a:ln>
        </p:spPr>
        <p:txBody>
          <a:bodyPr wrap="square">
            <a:spAutoFit/>
          </a:bodyPr>
          <a:lstStyle/>
          <a:p>
            <a:pPr>
              <a:lnSpc>
                <a:spcPct val="150000"/>
              </a:lnSpc>
              <a:spcBef>
                <a:spcPct val="20000"/>
              </a:spcBef>
            </a:pPr>
            <a:r>
              <a:rPr lang="zh-CN" altLang="en-US" b="1" dirty="0">
                <a:solidFill>
                  <a:schemeClr val="bg1"/>
                </a:solidFill>
                <a:latin typeface="微软雅黑" panose="020B0503020204020204" charset="-122"/>
                <a:ea typeface="微软雅黑" panose="020B0503020204020204" charset="-122"/>
              </a:rPr>
              <a:t>大股东通常持有企业大多数的股份，能够左右股东大会和董事会的决议，委派企业的最高管理者</a:t>
            </a:r>
            <a:r>
              <a:rPr lang="en-US" altLang="zh-CN" b="1" dirty="0">
                <a:solidFill>
                  <a:schemeClr val="bg1"/>
                </a:solidFill>
                <a:latin typeface="微软雅黑" panose="020B0503020204020204" charset="-122"/>
                <a:ea typeface="微软雅黑" panose="020B0503020204020204" charset="-122"/>
              </a:rPr>
              <a:t>,</a:t>
            </a:r>
            <a:r>
              <a:rPr lang="zh-CN" altLang="en-US" b="1" dirty="0">
                <a:solidFill>
                  <a:schemeClr val="bg1"/>
                </a:solidFill>
                <a:latin typeface="微软雅黑" panose="020B0503020204020204" charset="-122"/>
                <a:ea typeface="微软雅黑" panose="020B0503020204020204" charset="-122"/>
              </a:rPr>
              <a:t> 掌握着企业重大经营决策的控制权 。</a:t>
            </a:r>
          </a:p>
          <a:p>
            <a:pPr>
              <a:lnSpc>
                <a:spcPct val="150000"/>
              </a:lnSpc>
              <a:spcBef>
                <a:spcPct val="20000"/>
              </a:spcBef>
            </a:pPr>
            <a:r>
              <a:rPr lang="zh-CN" altLang="en-US" b="1" dirty="0">
                <a:solidFill>
                  <a:schemeClr val="bg1"/>
                </a:solidFill>
                <a:latin typeface="微软雅黑" panose="020B0503020204020204" charset="-122"/>
                <a:ea typeface="微软雅黑" panose="020B0503020204020204" charset="-122"/>
              </a:rPr>
              <a:t>大股东侵害中小股东利益的形式：</a:t>
            </a:r>
          </a:p>
        </p:txBody>
      </p:sp>
      <p:grpSp>
        <p:nvGrpSpPr>
          <p:cNvPr id="27653" name="组合 7"/>
          <p:cNvGrpSpPr/>
          <p:nvPr/>
        </p:nvGrpSpPr>
        <p:grpSpPr>
          <a:xfrm>
            <a:off x="1420496" y="1233170"/>
            <a:ext cx="5510690" cy="555625"/>
            <a:chOff x="1187531" y="1566863"/>
            <a:chExt cx="5511045" cy="555625"/>
          </a:xfrm>
        </p:grpSpPr>
        <p:grpSp>
          <p:nvGrpSpPr>
            <p:cNvPr id="27655" name="组合 12"/>
            <p:cNvGrpSpPr/>
            <p:nvPr/>
          </p:nvGrpSpPr>
          <p:grpSpPr>
            <a:xfrm>
              <a:off x="1187531" y="1566863"/>
              <a:ext cx="5511045" cy="544195"/>
              <a:chOff x="1187531" y="1566863"/>
              <a:chExt cx="5511045" cy="544195"/>
            </a:xfrm>
          </p:grpSpPr>
          <p:sp>
            <p:nvSpPr>
              <p:cNvPr id="11" name="Rectangle 11"/>
              <p:cNvSpPr>
                <a:spLocks noChangeArrowheads="1"/>
              </p:cNvSpPr>
              <p:nvPr/>
            </p:nvSpPr>
            <p:spPr bwMode="gray">
              <a:xfrm rot="3419336">
                <a:off x="1208185" y="1546209"/>
                <a:ext cx="479425" cy="520734"/>
              </a:xfrm>
              <a:prstGeom prst="rect">
                <a:avLst/>
              </a:prstGeom>
              <a:gradFill rotWithShape="1">
                <a:gsLst>
                  <a:gs pos="0">
                    <a:srgbClr val="AC8CD0"/>
                  </a:gs>
                  <a:gs pos="100000">
                    <a:srgbClr val="AC8CD0">
                      <a:gamma/>
                      <a:shade val="46275"/>
                      <a:invGamma/>
                    </a:srgbClr>
                  </a:gs>
                </a:gsLst>
                <a:lin ang="5400000" scaled="1"/>
              </a:gra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AC8CD0"/>
                </a:extrusionClr>
              </a:sp3d>
            </p:spPr>
            <p:txBody>
              <a:bodyPr wrap="none" anchor="ctr">
                <a:flatTx/>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schemeClr val="bg1"/>
                  </a:solidFill>
                  <a:effectLst/>
                  <a:uLnTx/>
                  <a:uFillTx/>
                  <a:latin typeface="Arial" panose="020B0604020202020204" pitchFamily="34" charset="0"/>
                  <a:ea typeface="楷体_GB2312" pitchFamily="49" charset="-122"/>
                  <a:cs typeface="+mn-cs"/>
                </a:endParaRPr>
              </a:p>
            </p:txBody>
          </p:sp>
          <p:sp>
            <p:nvSpPr>
              <p:cNvPr id="12" name="Text Box 12"/>
              <p:cNvSpPr txBox="1">
                <a:spLocks noChangeArrowheads="1"/>
              </p:cNvSpPr>
              <p:nvPr/>
            </p:nvSpPr>
            <p:spPr bwMode="gray">
              <a:xfrm>
                <a:off x="1250558" y="1589088"/>
                <a:ext cx="380389" cy="521970"/>
              </a:xfrm>
              <a:prstGeom prst="rect">
                <a:avLst/>
              </a:prstGeom>
              <a:noFill/>
              <a:ln>
                <a:noFill/>
              </a:ln>
              <a:effectLst/>
            </p:spPr>
            <p:txBody>
              <a:bodyPr wrap="none">
                <a:spAutoFit/>
              </a:bodyPr>
              <a:lstStyle/>
              <a:p>
                <a:pPr marR="0" algn="ctr" defTabSz="914400" fontAlgn="auto">
                  <a:spcBef>
                    <a:spcPts val="0"/>
                  </a:spcBef>
                  <a:spcAft>
                    <a:spcPts val="0"/>
                  </a:spcAft>
                  <a:buClrTx/>
                  <a:buSzTx/>
                  <a:buFontTx/>
                  <a:buNone/>
                  <a:defRPr/>
                </a:pPr>
                <a:r>
                  <a:rPr kumimoji="0" lang="en-US" altLang="zh-CN" sz="2800" kern="0" cap="none" spc="0" normalizeH="0" baseline="0" noProof="0">
                    <a:solidFill>
                      <a:schemeClr val="bg1"/>
                    </a:solidFill>
                    <a:latin typeface="Arial" panose="020B0604020202020204" pitchFamily="34" charset="0"/>
                    <a:ea typeface="宋体" panose="02010600030101010101" pitchFamily="2" charset="-122"/>
                    <a:cs typeface="Arial" panose="020B0604020202020204" pitchFamily="34" charset="0"/>
                  </a:rPr>
                  <a:t>2</a:t>
                </a:r>
              </a:p>
            </p:txBody>
          </p:sp>
          <p:sp>
            <p:nvSpPr>
              <p:cNvPr id="27659" name="Text Box 19"/>
              <p:cNvSpPr txBox="1"/>
              <p:nvPr/>
            </p:nvSpPr>
            <p:spPr>
              <a:xfrm>
                <a:off x="1630948" y="1610266"/>
                <a:ext cx="5067628" cy="460375"/>
              </a:xfrm>
              <a:prstGeom prst="rect">
                <a:avLst/>
              </a:prstGeom>
              <a:noFill/>
              <a:ln w="9525">
                <a:noFill/>
              </a:ln>
            </p:spPr>
            <p:txBody>
              <a:bodyPr>
                <a:spAutoFit/>
              </a:bodyPr>
              <a:lstStyle/>
              <a:p>
                <a:pPr marL="342900" lvl="1" indent="0"/>
                <a:r>
                  <a:rPr lang="zh-CN" altLang="en-US" sz="2400" dirty="0">
                    <a:solidFill>
                      <a:srgbClr val="92D050"/>
                    </a:solidFill>
                    <a:latin typeface="微软雅黑" panose="020B0503020204020204" charset="-122"/>
                    <a:ea typeface="微软雅黑" panose="020B0503020204020204" charset="-122"/>
                  </a:rPr>
                  <a:t>冲突之二：大股东与中小股东</a:t>
                </a:r>
              </a:p>
            </p:txBody>
          </p:sp>
        </p:grpSp>
        <p:sp>
          <p:nvSpPr>
            <p:cNvPr id="10" name="Line 10"/>
            <p:cNvSpPr>
              <a:spLocks noChangeShapeType="1"/>
            </p:cNvSpPr>
            <p:nvPr/>
          </p:nvSpPr>
          <p:spPr bwMode="gray">
            <a:xfrm flipV="1">
              <a:off x="1492350" y="2117726"/>
              <a:ext cx="3799133" cy="4762"/>
            </a:xfrm>
            <a:prstGeom prst="line">
              <a:avLst/>
            </a:prstGeom>
            <a:noFill/>
            <a:ln w="25400">
              <a:solidFill>
                <a:srgbClr val="FFCC99"/>
              </a:solidFill>
              <a:prstDash val="sysDot"/>
              <a:round/>
              <a:tailEnd type="oval" w="med" len="me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grpSp>
      <p:sp>
        <p:nvSpPr>
          <p:cNvPr id="13" name="Text Box 6"/>
          <p:cNvSpPr txBox="1"/>
          <p:nvPr/>
        </p:nvSpPr>
        <p:spPr>
          <a:xfrm>
            <a:off x="1549260" y="4581820"/>
            <a:ext cx="9803317" cy="1395831"/>
          </a:xfrm>
          <a:prstGeom prst="rect">
            <a:avLst/>
          </a:prstGeom>
          <a:noFill/>
          <a:ln w="9525">
            <a:noFill/>
          </a:ln>
        </p:spPr>
        <p:txBody>
          <a:bodyPr wrap="square">
            <a:spAutoFit/>
          </a:bodyPr>
          <a:lstStyle/>
          <a:p>
            <a:pPr>
              <a:lnSpc>
                <a:spcPct val="150000"/>
              </a:lnSpc>
              <a:spcBef>
                <a:spcPct val="20000"/>
              </a:spcBef>
            </a:pPr>
            <a:r>
              <a:rPr lang="zh-CN" altLang="en-US" b="1" dirty="0">
                <a:solidFill>
                  <a:schemeClr val="bg1"/>
                </a:solidFill>
                <a:latin typeface="微软雅黑" panose="020B0503020204020204" charset="-122"/>
                <a:ea typeface="微软雅黑" panose="020B0503020204020204" charset="-122"/>
              </a:rPr>
              <a:t>应对：</a:t>
            </a:r>
            <a:endParaRPr lang="en-US" altLang="zh-CN" b="1" dirty="0">
              <a:solidFill>
                <a:schemeClr val="bg1"/>
              </a:solidFill>
              <a:latin typeface="微软雅黑" panose="020B0503020204020204" charset="-122"/>
              <a:ea typeface="微软雅黑" panose="020B0503020204020204" charset="-122"/>
            </a:endParaRPr>
          </a:p>
          <a:p>
            <a:pPr indent="0">
              <a:lnSpc>
                <a:spcPct val="150000"/>
              </a:lnSpc>
              <a:spcBef>
                <a:spcPct val="20000"/>
              </a:spcBef>
              <a:buFont typeface="Arial" panose="020B0604020202020204" pitchFamily="34" charset="0"/>
              <a:buNone/>
            </a:pPr>
            <a:r>
              <a:rPr lang="zh-CN" altLang="zh-CN" dirty="0">
                <a:solidFill>
                  <a:schemeClr val="bg1"/>
                </a:solidFill>
                <a:latin typeface="微软雅黑" panose="020B0503020204020204" charset="-122"/>
                <a:ea typeface="微软雅黑" panose="020B0503020204020204" charset="-122"/>
              </a:rPr>
              <a:t>1.完善上市公司的治理结构</a:t>
            </a:r>
            <a:r>
              <a:rPr lang="zh-CN" altLang="en-US" dirty="0">
                <a:solidFill>
                  <a:schemeClr val="bg1"/>
                </a:solidFill>
                <a:latin typeface="微软雅黑" panose="020B0503020204020204" charset="-122"/>
                <a:ea typeface="微软雅黑" panose="020B0503020204020204" charset="-122"/>
              </a:rPr>
              <a:t>，</a:t>
            </a:r>
            <a:r>
              <a:rPr lang="zh-CN" altLang="zh-CN" dirty="0">
                <a:solidFill>
                  <a:schemeClr val="bg1"/>
                </a:solidFill>
                <a:latin typeface="微软雅黑" panose="020B0503020204020204" charset="-122"/>
                <a:ea typeface="微软雅黑" panose="020B0503020204020204" charset="-122"/>
              </a:rPr>
              <a:t>使股东大会、董事会和监事会三者有效运作</a:t>
            </a:r>
            <a:r>
              <a:rPr lang="zh-CN" altLang="en-US" dirty="0">
                <a:solidFill>
                  <a:schemeClr val="bg1"/>
                </a:solidFill>
                <a:latin typeface="微软雅黑" panose="020B0503020204020204" charset="-122"/>
                <a:ea typeface="微软雅黑" panose="020B0503020204020204" charset="-122"/>
              </a:rPr>
              <a:t>，</a:t>
            </a:r>
            <a:r>
              <a:rPr lang="zh-CN" altLang="zh-CN" dirty="0">
                <a:solidFill>
                  <a:schemeClr val="bg1"/>
                </a:solidFill>
                <a:latin typeface="微软雅黑" panose="020B0503020204020204" charset="-122"/>
                <a:ea typeface="微软雅黑" panose="020B0503020204020204" charset="-122"/>
              </a:rPr>
              <a:t>形成相互制约的机制</a:t>
            </a:r>
            <a:endParaRPr lang="en-US" altLang="zh-CN" dirty="0">
              <a:solidFill>
                <a:schemeClr val="bg1"/>
              </a:solidFill>
              <a:latin typeface="微软雅黑" panose="020B0503020204020204" charset="-122"/>
              <a:ea typeface="微软雅黑" panose="020B0503020204020204" charset="-122"/>
            </a:endParaRPr>
          </a:p>
          <a:p>
            <a:pPr>
              <a:lnSpc>
                <a:spcPct val="150000"/>
              </a:lnSpc>
              <a:spcBef>
                <a:spcPct val="20000"/>
              </a:spcBef>
            </a:pPr>
            <a:r>
              <a:rPr lang="en-US" altLang="zh-CN" dirty="0">
                <a:solidFill>
                  <a:schemeClr val="bg1"/>
                </a:solidFill>
                <a:latin typeface="微软雅黑" panose="020B0503020204020204" charset="-122"/>
                <a:ea typeface="微软雅黑" panose="020B0503020204020204" charset="-122"/>
              </a:rPr>
              <a:t>2.</a:t>
            </a:r>
            <a:r>
              <a:rPr lang="zh-CN" altLang="zh-CN" dirty="0">
                <a:solidFill>
                  <a:schemeClr val="bg1"/>
                </a:solidFill>
                <a:latin typeface="微软雅黑" panose="020B0503020204020204" charset="-122"/>
                <a:ea typeface="微软雅黑" panose="020B0503020204020204" charset="-122"/>
              </a:rPr>
              <a:t>规范上市公司的信息披露制度</a:t>
            </a:r>
            <a:r>
              <a:rPr lang="zh-CN" altLang="en-US" dirty="0">
                <a:solidFill>
                  <a:schemeClr val="bg1"/>
                </a:solidFill>
                <a:latin typeface="微软雅黑" panose="020B0503020204020204" charset="-122"/>
                <a:ea typeface="微软雅黑" panose="020B0503020204020204" charset="-122"/>
              </a:rPr>
              <a:t>，</a:t>
            </a:r>
            <a:r>
              <a:rPr lang="zh-CN" altLang="zh-CN" dirty="0">
                <a:solidFill>
                  <a:schemeClr val="bg1"/>
                </a:solidFill>
                <a:latin typeface="微软雅黑" panose="020B0503020204020204" charset="-122"/>
                <a:ea typeface="微软雅黑" panose="020B0503020204020204" charset="-122"/>
              </a:rPr>
              <a:t>保证信息的完整性、真实性和及时性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795">
                                            <p:bg/>
                                          </p:spTgt>
                                        </p:tgtEl>
                                        <p:attrNameLst>
                                          <p:attrName>style.visibility</p:attrName>
                                        </p:attrNameLst>
                                      </p:cBhvr>
                                      <p:to>
                                        <p:strVal val="visible"/>
                                      </p:to>
                                    </p:set>
                                    <p:animEffect transition="in" filter="fade">
                                      <p:cBhvr>
                                        <p:cTn id="7" dur="500"/>
                                        <p:tgtEl>
                                          <p:spTgt spid="3379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795">
                                            <p:txEl>
                                              <p:pRg st="0" end="0"/>
                                            </p:txEl>
                                          </p:spTgt>
                                        </p:tgtEl>
                                        <p:attrNameLst>
                                          <p:attrName>style.visibility</p:attrName>
                                        </p:attrNameLst>
                                      </p:cBhvr>
                                      <p:to>
                                        <p:strVal val="visible"/>
                                      </p:to>
                                    </p:set>
                                    <p:animEffect transition="in" filter="fade">
                                      <p:cBhvr>
                                        <p:cTn id="12" dur="500"/>
                                        <p:tgtEl>
                                          <p:spTgt spid="337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795">
                                            <p:txEl>
                                              <p:pRg st="1" end="1"/>
                                            </p:txEl>
                                          </p:spTgt>
                                        </p:tgtEl>
                                        <p:attrNameLst>
                                          <p:attrName>style.visibility</p:attrName>
                                        </p:attrNameLst>
                                      </p:cBhvr>
                                      <p:to>
                                        <p:strVal val="visible"/>
                                      </p:to>
                                    </p:set>
                                    <p:animEffect transition="in" filter="fade">
                                      <p:cBhvr>
                                        <p:cTn id="17" dur="500"/>
                                        <p:tgtEl>
                                          <p:spTgt spid="337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795">
                                            <p:txEl>
                                              <p:pRg st="2" end="2"/>
                                            </p:txEl>
                                          </p:spTgt>
                                        </p:tgtEl>
                                        <p:attrNameLst>
                                          <p:attrName>style.visibility</p:attrName>
                                        </p:attrNameLst>
                                      </p:cBhvr>
                                      <p:to>
                                        <p:strVal val="visible"/>
                                      </p:to>
                                    </p:set>
                                    <p:animEffect transition="in" filter="fade">
                                      <p:cBhvr>
                                        <p:cTn id="22" dur="500"/>
                                        <p:tgtEl>
                                          <p:spTgt spid="337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795">
                                            <p:txEl>
                                              <p:pRg st="3" end="3"/>
                                            </p:txEl>
                                          </p:spTgt>
                                        </p:tgtEl>
                                        <p:attrNameLst>
                                          <p:attrName>style.visibility</p:attrName>
                                        </p:attrNameLst>
                                      </p:cBhvr>
                                      <p:to>
                                        <p:strVal val="visible"/>
                                      </p:to>
                                    </p:set>
                                    <p:animEffect transition="in" filter="fade">
                                      <p:cBhvr>
                                        <p:cTn id="27" dur="500"/>
                                        <p:tgtEl>
                                          <p:spTgt spid="3379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795">
                                            <p:txEl>
                                              <p:pRg st="4" end="4"/>
                                            </p:txEl>
                                          </p:spTgt>
                                        </p:tgtEl>
                                        <p:attrNameLst>
                                          <p:attrName>style.visibility</p:attrName>
                                        </p:attrNameLst>
                                      </p:cBhvr>
                                      <p:to>
                                        <p:strVal val="visible"/>
                                      </p:to>
                                    </p:set>
                                    <p:animEffect transition="in" filter="fade">
                                      <p:cBhvr>
                                        <p:cTn id="32" dur="500"/>
                                        <p:tgtEl>
                                          <p:spTgt spid="3379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animBg="1"/>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组合 8"/>
          <p:cNvGrpSpPr/>
          <p:nvPr/>
        </p:nvGrpSpPr>
        <p:grpSpPr>
          <a:xfrm>
            <a:off x="1591628" y="1219520"/>
            <a:ext cx="5211762" cy="565148"/>
            <a:chOff x="1187529" y="728666"/>
            <a:chExt cx="5211648" cy="565147"/>
          </a:xfrm>
        </p:grpSpPr>
        <p:grpSp>
          <p:nvGrpSpPr>
            <p:cNvPr id="28677" name="组合 4"/>
            <p:cNvGrpSpPr/>
            <p:nvPr/>
          </p:nvGrpSpPr>
          <p:grpSpPr>
            <a:xfrm>
              <a:off x="1187529" y="728666"/>
              <a:ext cx="5211648" cy="565147"/>
              <a:chOff x="1187529" y="728666"/>
              <a:chExt cx="5211648" cy="565147"/>
            </a:xfrm>
          </p:grpSpPr>
          <p:sp>
            <p:nvSpPr>
              <p:cNvPr id="8" name="Rectangle 7"/>
              <p:cNvSpPr>
                <a:spLocks noChangeArrowheads="1"/>
              </p:cNvSpPr>
              <p:nvPr/>
            </p:nvSpPr>
            <p:spPr bwMode="gray">
              <a:xfrm rot="3419336">
                <a:off x="1208161" y="708033"/>
                <a:ext cx="479424" cy="520689"/>
              </a:xfrm>
              <a:prstGeom prst="rect">
                <a:avLst/>
              </a:prstGeom>
              <a:gradFill rotWithShape="1">
                <a:gsLst>
                  <a:gs pos="0">
                    <a:srgbClr val="D87AA5"/>
                  </a:gs>
                  <a:gs pos="100000">
                    <a:srgbClr val="D87AA5">
                      <a:gamma/>
                      <a:shade val="46275"/>
                      <a:invGamma/>
                    </a:srgbClr>
                  </a:gs>
                </a:gsLst>
                <a:lin ang="5400000" scaled="1"/>
              </a:gra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D87AA5"/>
                </a:extrusionClr>
              </a:sp3d>
            </p:spPr>
            <p:txBody>
              <a:bodyPr wrap="none" anchor="ctr">
                <a:flatTx/>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b="1"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cs typeface="+mn-cs"/>
                </a:endParaRPr>
              </a:p>
            </p:txBody>
          </p:sp>
          <p:sp>
            <p:nvSpPr>
              <p:cNvPr id="28680" name="Text Box 8"/>
              <p:cNvSpPr txBox="1"/>
              <p:nvPr/>
            </p:nvSpPr>
            <p:spPr>
              <a:xfrm>
                <a:off x="1691649" y="833439"/>
                <a:ext cx="4707528" cy="460374"/>
              </a:xfrm>
              <a:prstGeom prst="rect">
                <a:avLst/>
              </a:prstGeom>
              <a:noFill/>
              <a:ln w="9525">
                <a:noFill/>
              </a:ln>
            </p:spPr>
            <p:txBody>
              <a:bodyPr>
                <a:spAutoFit/>
              </a:bodyPr>
              <a:lstStyle/>
              <a:p>
                <a:pPr marL="342900" lvl="1" indent="0"/>
                <a:r>
                  <a:rPr lang="zh-CN" altLang="en-US" sz="2400" dirty="0">
                    <a:solidFill>
                      <a:srgbClr val="92D050"/>
                    </a:solidFill>
                    <a:latin typeface="微软雅黑" panose="020B0503020204020204" charset="-122"/>
                    <a:ea typeface="微软雅黑" panose="020B0503020204020204" charset="-122"/>
                  </a:rPr>
                  <a:t>冲突之三：股东与债权人</a:t>
                </a:r>
              </a:p>
            </p:txBody>
          </p:sp>
          <p:sp>
            <p:nvSpPr>
              <p:cNvPr id="10" name="Text Box 9"/>
              <p:cNvSpPr txBox="1">
                <a:spLocks noChangeArrowheads="1"/>
              </p:cNvSpPr>
              <p:nvPr/>
            </p:nvSpPr>
            <p:spPr bwMode="gray">
              <a:xfrm>
                <a:off x="1250550" y="750889"/>
                <a:ext cx="380357" cy="521969"/>
              </a:xfrm>
              <a:prstGeom prst="rect">
                <a:avLst/>
              </a:prstGeom>
              <a:noFill/>
              <a:ln>
                <a:noFill/>
              </a:ln>
              <a:effectLst/>
            </p:spPr>
            <p:txBody>
              <a:bodyPr wrap="none">
                <a:spAutoFit/>
              </a:bodyPr>
              <a:lstStyle/>
              <a:p>
                <a:pPr marR="0" algn="ctr" defTabSz="914400" fontAlgn="auto">
                  <a:spcBef>
                    <a:spcPts val="0"/>
                  </a:spcBef>
                  <a:spcAft>
                    <a:spcPts val="0"/>
                  </a:spcAft>
                  <a:buClrTx/>
                  <a:buSzTx/>
                  <a:buFontTx/>
                  <a:buNone/>
                  <a:defRPr/>
                </a:pPr>
                <a:r>
                  <a:rPr kumimoji="0" lang="en-US" altLang="zh-CN" sz="2800" kern="0" cap="none" spc="0" normalizeH="0" baseline="0" noProof="0" dirty="0">
                    <a:solidFill>
                      <a:srgbClr val="FFFFFF"/>
                    </a:solidFill>
                    <a:latin typeface="Arial" panose="020B0604020202020204" pitchFamily="34" charset="0"/>
                    <a:ea typeface="宋体" panose="02010600030101010101" pitchFamily="2" charset="-122"/>
                    <a:cs typeface="Arial" panose="020B0604020202020204" pitchFamily="34" charset="0"/>
                  </a:rPr>
                  <a:t>3</a:t>
                </a:r>
              </a:p>
            </p:txBody>
          </p:sp>
        </p:grpSp>
        <p:sp>
          <p:nvSpPr>
            <p:cNvPr id="7" name="Line 6"/>
            <p:cNvSpPr>
              <a:spLocks noChangeShapeType="1"/>
            </p:cNvSpPr>
            <p:nvPr/>
          </p:nvSpPr>
          <p:spPr bwMode="gray">
            <a:xfrm flipV="1">
              <a:off x="1492322" y="1279525"/>
              <a:ext cx="3800392" cy="4763"/>
            </a:xfrm>
            <a:prstGeom prst="line">
              <a:avLst/>
            </a:prstGeom>
            <a:noFill/>
            <a:ln w="25400">
              <a:solidFill>
                <a:srgbClr val="FFCC99"/>
              </a:solidFill>
              <a:prstDash val="sysDot"/>
              <a:round/>
              <a:tailEnd type="oval" w="med" len="me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cs typeface="+mn-cs"/>
              </a:endParaRPr>
            </a:p>
          </p:txBody>
        </p:sp>
      </p:grpSp>
      <p:sp>
        <p:nvSpPr>
          <p:cNvPr id="28675" name="矩形 10"/>
          <p:cNvSpPr/>
          <p:nvPr/>
        </p:nvSpPr>
        <p:spPr>
          <a:xfrm>
            <a:off x="1996440" y="2010410"/>
            <a:ext cx="7117715" cy="1476375"/>
          </a:xfrm>
          <a:prstGeom prst="rect">
            <a:avLst/>
          </a:prstGeom>
          <a:noFill/>
          <a:ln w="9525">
            <a:noFill/>
          </a:ln>
        </p:spPr>
        <p:txBody>
          <a:bodyPr wrap="square">
            <a:spAutoFit/>
          </a:bodyPr>
          <a:lstStyle/>
          <a:p>
            <a:pPr algn="just">
              <a:lnSpc>
                <a:spcPct val="150000"/>
              </a:lnSpc>
              <a:buNone/>
            </a:pPr>
            <a:r>
              <a:rPr lang="zh-CN" altLang="zh-CN" sz="2000" b="0" dirty="0">
                <a:solidFill>
                  <a:schemeClr val="bg1"/>
                </a:solidFill>
                <a:latin typeface="NEU-BZ-S92"/>
                <a:ea typeface="方正书宋_GBK"/>
              </a:rPr>
              <a:t>当企业向债权人借入资金后</a:t>
            </a:r>
            <a:r>
              <a:rPr lang="zh-CN" altLang="en-US" sz="2000" b="0" dirty="0">
                <a:solidFill>
                  <a:schemeClr val="bg1"/>
                </a:solidFill>
                <a:latin typeface="方正书宋_GBK"/>
                <a:ea typeface="方正书宋_GBK"/>
              </a:rPr>
              <a:t>，</a:t>
            </a:r>
            <a:r>
              <a:rPr lang="zh-CN" altLang="zh-CN" sz="2000" b="0" dirty="0">
                <a:solidFill>
                  <a:schemeClr val="bg1"/>
                </a:solidFill>
                <a:latin typeface="NEU-BZ-S92"/>
                <a:ea typeface="方正书宋_GBK"/>
              </a:rPr>
              <a:t>两者就形成了委托</a:t>
            </a:r>
            <a:r>
              <a:rPr lang="en-US" altLang="zh-CN" sz="2000" b="0" dirty="0">
                <a:solidFill>
                  <a:schemeClr val="bg1"/>
                </a:solidFill>
                <a:latin typeface="NEU-BZ-S92"/>
                <a:ea typeface="方正书宋_GBK"/>
              </a:rPr>
              <a:t>-</a:t>
            </a:r>
            <a:r>
              <a:rPr lang="zh-CN" altLang="zh-CN" sz="2000" b="0" dirty="0">
                <a:solidFill>
                  <a:schemeClr val="bg1"/>
                </a:solidFill>
                <a:latin typeface="NEU-BZ-S92"/>
                <a:ea typeface="方正书宋_GBK"/>
              </a:rPr>
              <a:t>代理关系。但是</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股东在获得债权人的资金后</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在实施其财富最大化目标时会在一定程度上损害债权人的利益。</a:t>
            </a:r>
          </a:p>
        </p:txBody>
      </p:sp>
      <p:sp>
        <p:nvSpPr>
          <p:cNvPr id="12" name="矩形 11"/>
          <p:cNvSpPr/>
          <p:nvPr/>
        </p:nvSpPr>
        <p:spPr>
          <a:xfrm>
            <a:off x="2035175" y="3695065"/>
            <a:ext cx="7002780" cy="1938020"/>
          </a:xfrm>
          <a:prstGeom prst="rect">
            <a:avLst/>
          </a:prstGeom>
          <a:noFill/>
          <a:ln w="9525">
            <a:noFill/>
          </a:ln>
        </p:spPr>
        <p:txBody>
          <a:bodyPr wrap="square">
            <a:spAutoFit/>
          </a:bodyPr>
          <a:lstStyle/>
          <a:p>
            <a:pPr algn="just">
              <a:lnSpc>
                <a:spcPct val="150000"/>
              </a:lnSpc>
              <a:buNone/>
            </a:pPr>
            <a:r>
              <a:rPr lang="zh-CN" altLang="zh-CN" sz="2000" b="0" dirty="0">
                <a:solidFill>
                  <a:schemeClr val="bg1"/>
                </a:solidFill>
                <a:latin typeface="NEU-BZ-S92"/>
                <a:ea typeface="方正书宋_GBK"/>
              </a:rPr>
              <a:t>债权人的对策通常有两种</a:t>
            </a:r>
            <a:r>
              <a:rPr lang="zh-CN" altLang="en-US" sz="2000" b="0" dirty="0">
                <a:solidFill>
                  <a:schemeClr val="bg1"/>
                </a:solidFill>
                <a:latin typeface="方正书宋_GBK"/>
                <a:ea typeface="方正书宋_GBK"/>
              </a:rPr>
              <a:t>：</a:t>
            </a:r>
            <a:r>
              <a:rPr lang="zh-CN" altLang="zh-CN" sz="2000" b="0" dirty="0">
                <a:solidFill>
                  <a:schemeClr val="bg1"/>
                </a:solidFill>
                <a:latin typeface="NEU-BZ-S92"/>
                <a:ea typeface="方正书宋_GBK"/>
              </a:rPr>
              <a:t>第一</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债权人会在债务协议中设定限定性条款来保护其利益免受侵害。第二</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债权人一旦发现利益被侵占</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便会拒绝与该企业有进一步的业务往来</a:t>
            </a:r>
            <a:r>
              <a:rPr lang="zh-CN" altLang="en-US" sz="2000" b="0" dirty="0">
                <a:solidFill>
                  <a:schemeClr val="bg1"/>
                </a:solidFill>
                <a:latin typeface="方正书宋_GBK"/>
                <a:cs typeface="Times New Roman" panose="02020603050405020304" pitchFamily="18" charset="0"/>
              </a:rPr>
              <a:t>，</a:t>
            </a:r>
            <a:r>
              <a:rPr lang="zh-CN" altLang="zh-CN" sz="2000" b="0" dirty="0">
                <a:solidFill>
                  <a:schemeClr val="bg1"/>
                </a:solidFill>
                <a:latin typeface="NEU-BZ-S92"/>
                <a:ea typeface="方正书宋_GBK"/>
              </a:rPr>
              <a:t>或者要求较高的利率以补偿可能遭受的损失。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p:nvPr/>
        </p:nvSpPr>
        <p:spPr>
          <a:xfrm>
            <a:off x="2346643" y="3142426"/>
            <a:ext cx="6378669" cy="400110"/>
          </a:xfrm>
          <a:prstGeom prst="rect">
            <a:avLst/>
          </a:prstGeom>
          <a:noFill/>
          <a:ln w="9525">
            <a:noFill/>
          </a:ln>
        </p:spPr>
        <p:txBody>
          <a:bodyPr wrap="none" anchor="ctr" anchorCtr="0">
            <a:spAutoFit/>
          </a:bodyPr>
          <a:lstStyle/>
          <a:p>
            <a:pPr eaLnBrk="1" hangingPunct="1"/>
            <a:r>
              <a:rPr lang="zh-CN" altLang="zh-CN" sz="2000" b="1" dirty="0">
                <a:solidFill>
                  <a:schemeClr val="bg1"/>
                </a:solidFill>
                <a:latin typeface="Arial" panose="020B0604020202020204" pitchFamily="34" charset="0"/>
                <a:ea typeface="宋体" panose="02010600030101010101" pitchFamily="2" charset="-122"/>
              </a:rPr>
              <a:t>实现股东财富最大化与其承担的社会责任是息息相关的</a:t>
            </a:r>
          </a:p>
        </p:txBody>
      </p:sp>
      <p:sp>
        <p:nvSpPr>
          <p:cNvPr id="36872" name="Rectangle 8"/>
          <p:cNvSpPr/>
          <p:nvPr/>
        </p:nvSpPr>
        <p:spPr>
          <a:xfrm>
            <a:off x="2346008" y="2297494"/>
            <a:ext cx="1709420" cy="664210"/>
          </a:xfrm>
          <a:prstGeom prst="rect">
            <a:avLst/>
          </a:prstGeom>
          <a:noFill/>
          <a:ln w="9525">
            <a:noFill/>
          </a:ln>
        </p:spPr>
        <p:txBody>
          <a:bodyPr wrap="none" anchor="ctr" anchorCtr="0"/>
          <a:lstStyle/>
          <a:p>
            <a:r>
              <a:rPr lang="zh-CN" altLang="en-US" sz="2400" b="1" dirty="0">
                <a:solidFill>
                  <a:schemeClr val="bg1"/>
                </a:solidFill>
                <a:latin typeface="Arial" panose="020B0604020202020204" pitchFamily="34" charset="0"/>
                <a:ea typeface="宋体" panose="02010600030101010101" pitchFamily="2" charset="-122"/>
              </a:rPr>
              <a:t>　股东利益</a:t>
            </a:r>
          </a:p>
        </p:txBody>
      </p:sp>
      <p:sp>
        <p:nvSpPr>
          <p:cNvPr id="36873" name="Rectangle 9"/>
          <p:cNvSpPr/>
          <p:nvPr/>
        </p:nvSpPr>
        <p:spPr>
          <a:xfrm>
            <a:off x="5967132" y="2297494"/>
            <a:ext cx="1882140" cy="664210"/>
          </a:xfrm>
          <a:prstGeom prst="rect">
            <a:avLst/>
          </a:prstGeom>
          <a:noFill/>
          <a:ln w="9525">
            <a:noFill/>
          </a:ln>
        </p:spPr>
        <p:txBody>
          <a:bodyPr wrap="none" anchor="ctr" anchorCtr="0"/>
          <a:lstStyle/>
          <a:p>
            <a:r>
              <a:rPr lang="zh-CN" altLang="en-US" sz="2400" b="1" dirty="0">
                <a:solidFill>
                  <a:schemeClr val="bg1"/>
                </a:solidFill>
                <a:latin typeface="Arial" panose="020B0604020202020204" pitchFamily="34" charset="0"/>
                <a:ea typeface="宋体" panose="02010600030101010101" pitchFamily="2" charset="-122"/>
              </a:rPr>
              <a:t>　社会责任</a:t>
            </a:r>
          </a:p>
        </p:txBody>
      </p:sp>
      <p:sp>
        <p:nvSpPr>
          <p:cNvPr id="50184" name="AutoShape 11"/>
          <p:cNvSpPr/>
          <p:nvPr/>
        </p:nvSpPr>
        <p:spPr>
          <a:xfrm>
            <a:off x="4481831" y="2477082"/>
            <a:ext cx="1366520" cy="331470"/>
          </a:xfrm>
          <a:prstGeom prst="leftRightArrow">
            <a:avLst>
              <a:gd name="adj1" fmla="val 50000"/>
              <a:gd name="adj2" fmla="val 106666"/>
            </a:avLst>
          </a:prstGeom>
          <a:solidFill>
            <a:srgbClr val="FFC000"/>
          </a:solidFill>
          <a:ln w="9525" cap="flat" cmpd="sng">
            <a:solidFill>
              <a:srgbClr val="FFC000"/>
            </a:solidFill>
            <a:prstDash val="solid"/>
            <a:miter/>
            <a:headEnd type="none" w="med" len="med"/>
            <a:tailEnd type="none" w="med" len="med"/>
          </a:ln>
        </p:spPr>
        <p:txBody>
          <a:bodyPr wrap="none" anchor="ctr" anchorCtr="0"/>
          <a:lstStyle/>
          <a:p>
            <a:pPr eaLnBrk="1" hangingPunct="1"/>
            <a:r>
              <a:rPr lang="zh-CN" altLang="en-US" sz="2000" dirty="0">
                <a:solidFill>
                  <a:schemeClr val="bg1"/>
                </a:solidFill>
                <a:latin typeface="Arial" panose="020B0604020202020204" pitchFamily="34" charset="0"/>
              </a:rPr>
              <a:t>  </a:t>
            </a:r>
            <a:r>
              <a:rPr lang="en-US" altLang="zh-CN" sz="2000" dirty="0">
                <a:solidFill>
                  <a:schemeClr val="bg1"/>
                </a:solidFill>
                <a:latin typeface="Arial" panose="020B0604020202020204" pitchFamily="34" charset="0"/>
              </a:rPr>
              <a:t>   </a:t>
            </a:r>
            <a:r>
              <a:rPr lang="zh-CN" altLang="en-US" sz="2400" b="1" dirty="0">
                <a:solidFill>
                  <a:srgbClr val="FF0000"/>
                </a:solidFill>
                <a:latin typeface="Arial" panose="020B0604020202020204" pitchFamily="34" charset="0"/>
              </a:rPr>
              <a:t>？</a:t>
            </a:r>
          </a:p>
        </p:txBody>
      </p:sp>
      <p:sp>
        <p:nvSpPr>
          <p:cNvPr id="2" name="矩形 1"/>
          <p:cNvSpPr/>
          <p:nvPr/>
        </p:nvSpPr>
        <p:spPr>
          <a:xfrm>
            <a:off x="1757083" y="3981675"/>
            <a:ext cx="7919981" cy="1428211"/>
          </a:xfrm>
          <a:prstGeom prst="rect">
            <a:avLst/>
          </a:prstGeom>
          <a:noFill/>
          <a:ln w="9525">
            <a:noFill/>
          </a:ln>
        </p:spPr>
        <p:txBody>
          <a:bodyPr wrap="square">
            <a:spAutoFit/>
          </a:bodyPr>
          <a:lstStyle/>
          <a:p>
            <a:pPr algn="just">
              <a:lnSpc>
                <a:spcPct val="150000"/>
              </a:lnSpc>
              <a:buNone/>
            </a:pPr>
            <a:r>
              <a:rPr lang="zh-CN" altLang="zh-CN" sz="2000" dirty="0">
                <a:solidFill>
                  <a:schemeClr val="bg1"/>
                </a:solidFill>
                <a:latin typeface="NEU-BZ-S92"/>
                <a:ea typeface="方正书宋_GBK"/>
              </a:rPr>
              <a:t>在要求企业自觉承担大部分社会责任的同时</a:t>
            </a:r>
            <a:r>
              <a:rPr lang="zh-CN" altLang="en-US" sz="2000" dirty="0">
                <a:solidFill>
                  <a:schemeClr val="bg1"/>
                </a:solidFill>
                <a:latin typeface="方正书宋_GBK"/>
                <a:ea typeface="方正书宋_GBK"/>
              </a:rPr>
              <a:t>，</a:t>
            </a:r>
            <a:r>
              <a:rPr lang="zh-CN" altLang="zh-CN" sz="2000" dirty="0">
                <a:solidFill>
                  <a:schemeClr val="bg1"/>
                </a:solidFill>
                <a:latin typeface="NEU-BZ-S92"/>
                <a:ea typeface="方正书宋_GBK"/>
              </a:rPr>
              <a:t>也要通过法律等强制命令规范企业的社会责任</a:t>
            </a:r>
            <a:r>
              <a:rPr lang="zh-CN" altLang="en-US" sz="2000" dirty="0">
                <a:solidFill>
                  <a:schemeClr val="bg1"/>
                </a:solidFill>
                <a:latin typeface="方正书宋_GBK"/>
                <a:cs typeface="Times New Roman" panose="02020603050405020304" pitchFamily="18" charset="0"/>
              </a:rPr>
              <a:t>，</a:t>
            </a:r>
            <a:r>
              <a:rPr lang="zh-CN" altLang="zh-CN" sz="2000" dirty="0">
                <a:solidFill>
                  <a:schemeClr val="bg1"/>
                </a:solidFill>
                <a:latin typeface="NEU-BZ-S92"/>
                <a:ea typeface="方正书宋_GBK"/>
              </a:rPr>
              <a:t>并让所有企业均衡地分担社会责任的成本</a:t>
            </a:r>
            <a:r>
              <a:rPr lang="zh-CN" altLang="en-US" sz="2000" dirty="0">
                <a:solidFill>
                  <a:schemeClr val="bg1"/>
                </a:solidFill>
                <a:latin typeface="方正书宋_GBK"/>
                <a:cs typeface="Times New Roman" panose="02020603050405020304" pitchFamily="18" charset="0"/>
              </a:rPr>
              <a:t>，</a:t>
            </a:r>
            <a:r>
              <a:rPr lang="zh-CN" altLang="zh-CN" sz="2000" dirty="0">
                <a:solidFill>
                  <a:schemeClr val="bg1"/>
                </a:solidFill>
                <a:latin typeface="NEU-BZ-S92"/>
                <a:ea typeface="方正书宋_GBK"/>
              </a:rPr>
              <a:t>以维护那些自觉承担社会责任的企业的利益。</a:t>
            </a: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7" name="矩形 6"/>
          <p:cNvSpPr/>
          <p:nvPr/>
        </p:nvSpPr>
        <p:spPr>
          <a:xfrm>
            <a:off x="679368" y="991032"/>
            <a:ext cx="31546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社会责任与利益冲突</a:t>
            </a:r>
          </a:p>
        </p:txBody>
      </p:sp>
      <p:cxnSp>
        <p:nvCxnSpPr>
          <p:cNvPr id="6" name="直接连接符 5"/>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872"/>
                                        </p:tgtEl>
                                        <p:attrNameLst>
                                          <p:attrName>style.visibility</p:attrName>
                                        </p:attrNameLst>
                                      </p:cBhvr>
                                      <p:to>
                                        <p:strVal val="visible"/>
                                      </p:to>
                                    </p:set>
                                    <p:animEffect transition="in" filter="fade">
                                      <p:cBhvr>
                                        <p:cTn id="7" dur="500"/>
                                        <p:tgtEl>
                                          <p:spTgt spid="3687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873"/>
                                        </p:tgtEl>
                                        <p:attrNameLst>
                                          <p:attrName>style.visibility</p:attrName>
                                        </p:attrNameLst>
                                      </p:cBhvr>
                                      <p:to>
                                        <p:strVal val="visible"/>
                                      </p:to>
                                    </p:set>
                                    <p:animEffect transition="in" filter="fade">
                                      <p:cBhvr>
                                        <p:cTn id="10" dur="500"/>
                                        <p:tgtEl>
                                          <p:spTgt spid="3687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184"/>
                                        </p:tgtEl>
                                        <p:attrNameLst>
                                          <p:attrName>style.visibility</p:attrName>
                                        </p:attrNameLst>
                                      </p:cBhvr>
                                      <p:to>
                                        <p:strVal val="visible"/>
                                      </p:to>
                                    </p:set>
                                    <p:animEffect transition="in" filter="fade">
                                      <p:cBhvr>
                                        <p:cTn id="13" dur="500"/>
                                        <p:tgtEl>
                                          <p:spTgt spid="5018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0180"/>
                                        </p:tgtEl>
                                        <p:attrNameLst>
                                          <p:attrName>style.visibility</p:attrName>
                                        </p:attrNameLst>
                                      </p:cBhvr>
                                      <p:to>
                                        <p:strVal val="visible"/>
                                      </p:to>
                                    </p:set>
                                    <p:animEffect transition="in" filter="fade">
                                      <p:cBhvr>
                                        <p:cTn id="18" dur="500"/>
                                        <p:tgtEl>
                                          <p:spTgt spid="5018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p:bldP spid="36872" grpId="0"/>
      <p:bldP spid="36873" grpId="0"/>
      <p:bldP spid="50184" grpId="0" bldLvl="0" animBg="1"/>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425825" y="2084705"/>
            <a:ext cx="4996180" cy="3218180"/>
            <a:chOff x="2542877" y="804814"/>
            <a:chExt cx="4477048" cy="2736805"/>
          </a:xfrm>
        </p:grpSpPr>
        <p:grpSp>
          <p:nvGrpSpPr>
            <p:cNvPr id="32783" name="组合 4"/>
            <p:cNvGrpSpPr/>
            <p:nvPr/>
          </p:nvGrpSpPr>
          <p:grpSpPr>
            <a:xfrm>
              <a:off x="4040209" y="804814"/>
              <a:ext cx="1457470" cy="1452487"/>
              <a:chOff x="4040209" y="804814"/>
              <a:chExt cx="1457470" cy="1452487"/>
            </a:xfrm>
          </p:grpSpPr>
          <p:grpSp>
            <p:nvGrpSpPr>
              <p:cNvPr id="32802" name="Group 2"/>
              <p:cNvGrpSpPr/>
              <p:nvPr/>
            </p:nvGrpSpPr>
            <p:grpSpPr>
              <a:xfrm>
                <a:off x="4040209" y="804814"/>
                <a:ext cx="1457470" cy="1452487"/>
                <a:chOff x="549" y="2205"/>
                <a:chExt cx="1406" cy="1402"/>
              </a:xfrm>
            </p:grpSpPr>
            <p:sp>
              <p:nvSpPr>
                <p:cNvPr id="26" name="Oval 3"/>
                <p:cNvSpPr>
                  <a:spLocks noChangeArrowheads="1"/>
                </p:cNvSpPr>
                <p:nvPr/>
              </p:nvSpPr>
              <p:spPr bwMode="auto">
                <a:xfrm>
                  <a:off x="549" y="2205"/>
                  <a:ext cx="1406" cy="1402"/>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w="9525" algn="ctr">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sp>
              <p:nvSpPr>
                <p:cNvPr id="27" name="Oval 4"/>
                <p:cNvSpPr>
                  <a:spLocks noChangeArrowheads="1"/>
                </p:cNvSpPr>
                <p:nvPr/>
              </p:nvSpPr>
              <p:spPr bwMode="auto">
                <a:xfrm>
                  <a:off x="828" y="2381"/>
                  <a:ext cx="236" cy="234"/>
                </a:xfrm>
                <a:prstGeom prst="ellipse">
                  <a:avLst/>
                </a:prstGeom>
                <a:gradFill rotWithShape="1">
                  <a:gsLst>
                    <a:gs pos="0">
                      <a:srgbClr val="FFFFFF"/>
                    </a:gs>
                    <a:gs pos="100000">
                      <a:srgbClr val="67ABF5">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sp>
            <p:nvSpPr>
              <p:cNvPr id="25" name="Freeform 16"/>
              <p:cNvSpPr/>
              <p:nvPr/>
            </p:nvSpPr>
            <p:spPr bwMode="auto">
              <a:xfrm>
                <a:off x="4152709" y="815926"/>
                <a:ext cx="1243096" cy="412743"/>
              </a:xfrm>
              <a:custGeom>
                <a:avLst/>
                <a:gdLst>
                  <a:gd name="T0" fmla="*/ 0 w 4756"/>
                  <a:gd name="T1" fmla="*/ 525462 h 1576"/>
                  <a:gd name="T2" fmla="*/ 16656 w 4756"/>
                  <a:gd name="T3" fmla="*/ 487453 h 1576"/>
                  <a:gd name="T4" fmla="*/ 35977 w 4756"/>
                  <a:gd name="T5" fmla="*/ 450110 h 1576"/>
                  <a:gd name="T6" fmla="*/ 56631 w 4756"/>
                  <a:gd name="T7" fmla="*/ 414101 h 1576"/>
                  <a:gd name="T8" fmla="*/ 79283 w 4756"/>
                  <a:gd name="T9" fmla="*/ 379426 h 1576"/>
                  <a:gd name="T10" fmla="*/ 103268 w 4756"/>
                  <a:gd name="T11" fmla="*/ 345418 h 1576"/>
                  <a:gd name="T12" fmla="*/ 128585 w 4756"/>
                  <a:gd name="T13" fmla="*/ 313410 h 1576"/>
                  <a:gd name="T14" fmla="*/ 155901 w 4756"/>
                  <a:gd name="T15" fmla="*/ 282069 h 1576"/>
                  <a:gd name="T16" fmla="*/ 183883 w 4756"/>
                  <a:gd name="T17" fmla="*/ 252062 h 1576"/>
                  <a:gd name="T18" fmla="*/ 198540 w 4756"/>
                  <a:gd name="T19" fmla="*/ 237391 h 1576"/>
                  <a:gd name="T20" fmla="*/ 229187 w 4756"/>
                  <a:gd name="T21" fmla="*/ 210051 h 1576"/>
                  <a:gd name="T22" fmla="*/ 261167 w 4756"/>
                  <a:gd name="T23" fmla="*/ 183378 h 1576"/>
                  <a:gd name="T24" fmla="*/ 294479 w 4756"/>
                  <a:gd name="T25" fmla="*/ 158706 h 1576"/>
                  <a:gd name="T26" fmla="*/ 328458 w 4756"/>
                  <a:gd name="T27" fmla="*/ 135366 h 1576"/>
                  <a:gd name="T28" fmla="*/ 363768 w 4756"/>
                  <a:gd name="T29" fmla="*/ 114028 h 1576"/>
                  <a:gd name="T30" fmla="*/ 400412 w 4756"/>
                  <a:gd name="T31" fmla="*/ 94023 h 1576"/>
                  <a:gd name="T32" fmla="*/ 438388 w 4756"/>
                  <a:gd name="T33" fmla="*/ 76019 h 1576"/>
                  <a:gd name="T34" fmla="*/ 457709 w 4756"/>
                  <a:gd name="T35" fmla="*/ 67350 h 1576"/>
                  <a:gd name="T36" fmla="*/ 496351 w 4756"/>
                  <a:gd name="T37" fmla="*/ 52013 h 1576"/>
                  <a:gd name="T38" fmla="*/ 536325 w 4756"/>
                  <a:gd name="T39" fmla="*/ 38676 h 1576"/>
                  <a:gd name="T40" fmla="*/ 576966 w 4756"/>
                  <a:gd name="T41" fmla="*/ 26673 h 1576"/>
                  <a:gd name="T42" fmla="*/ 618939 w 4756"/>
                  <a:gd name="T43" fmla="*/ 17338 h 1576"/>
                  <a:gd name="T44" fmla="*/ 660913 w 4756"/>
                  <a:gd name="T45" fmla="*/ 10002 h 1576"/>
                  <a:gd name="T46" fmla="*/ 704218 w 4756"/>
                  <a:gd name="T47" fmla="*/ 4001 h 1576"/>
                  <a:gd name="T48" fmla="*/ 748190 w 4756"/>
                  <a:gd name="T49" fmla="*/ 667 h 1576"/>
                  <a:gd name="T50" fmla="*/ 792163 w 4756"/>
                  <a:gd name="T51" fmla="*/ 0 h 1576"/>
                  <a:gd name="T52" fmla="*/ 814149 w 4756"/>
                  <a:gd name="T53" fmla="*/ 0 h 1576"/>
                  <a:gd name="T54" fmla="*/ 858121 w 4756"/>
                  <a:gd name="T55" fmla="*/ 2667 h 1576"/>
                  <a:gd name="T56" fmla="*/ 901426 w 4756"/>
                  <a:gd name="T57" fmla="*/ 6668 h 1576"/>
                  <a:gd name="T58" fmla="*/ 944066 w 4756"/>
                  <a:gd name="T59" fmla="*/ 13337 h 1576"/>
                  <a:gd name="T60" fmla="*/ 986705 w 4756"/>
                  <a:gd name="T61" fmla="*/ 22005 h 1576"/>
                  <a:gd name="T62" fmla="*/ 1027346 w 4756"/>
                  <a:gd name="T63" fmla="*/ 32675 h 1576"/>
                  <a:gd name="T64" fmla="*/ 1067987 w 4756"/>
                  <a:gd name="T65" fmla="*/ 45344 h 1576"/>
                  <a:gd name="T66" fmla="*/ 1107295 w 4756"/>
                  <a:gd name="T67" fmla="*/ 59348 h 1576"/>
                  <a:gd name="T68" fmla="*/ 1126616 w 4756"/>
                  <a:gd name="T69" fmla="*/ 67350 h 1576"/>
                  <a:gd name="T70" fmla="*/ 1165258 w 4756"/>
                  <a:gd name="T71" fmla="*/ 84687 h 1576"/>
                  <a:gd name="T72" fmla="*/ 1201902 w 4756"/>
                  <a:gd name="T73" fmla="*/ 104025 h 1576"/>
                  <a:gd name="T74" fmla="*/ 1237879 w 4756"/>
                  <a:gd name="T75" fmla="*/ 124697 h 1576"/>
                  <a:gd name="T76" fmla="*/ 1273190 w 4756"/>
                  <a:gd name="T77" fmla="*/ 146703 h 1576"/>
                  <a:gd name="T78" fmla="*/ 1306502 w 4756"/>
                  <a:gd name="T79" fmla="*/ 170708 h 1576"/>
                  <a:gd name="T80" fmla="*/ 1339148 w 4756"/>
                  <a:gd name="T81" fmla="*/ 196715 h 1576"/>
                  <a:gd name="T82" fmla="*/ 1370461 w 4756"/>
                  <a:gd name="T83" fmla="*/ 223388 h 1576"/>
                  <a:gd name="T84" fmla="*/ 1400442 w 4756"/>
                  <a:gd name="T85" fmla="*/ 252062 h 1576"/>
                  <a:gd name="T86" fmla="*/ 1414433 w 4756"/>
                  <a:gd name="T87" fmla="*/ 266732 h 1576"/>
                  <a:gd name="T88" fmla="*/ 1442415 w 4756"/>
                  <a:gd name="T89" fmla="*/ 297406 h 1576"/>
                  <a:gd name="T90" fmla="*/ 1469065 w 4756"/>
                  <a:gd name="T91" fmla="*/ 329414 h 1576"/>
                  <a:gd name="T92" fmla="*/ 1493716 w 4756"/>
                  <a:gd name="T93" fmla="*/ 362089 h 1576"/>
                  <a:gd name="T94" fmla="*/ 1516368 w 4756"/>
                  <a:gd name="T95" fmla="*/ 396764 h 1576"/>
                  <a:gd name="T96" fmla="*/ 1538354 w 4756"/>
                  <a:gd name="T97" fmla="*/ 432106 h 1576"/>
                  <a:gd name="T98" fmla="*/ 1558342 w 4756"/>
                  <a:gd name="T99" fmla="*/ 468781 h 1576"/>
                  <a:gd name="T100" fmla="*/ 1576330 w 4756"/>
                  <a:gd name="T101" fmla="*/ 506124 h 1576"/>
                  <a:gd name="T102" fmla="*/ 0 w 4756"/>
                  <a:gd name="T103" fmla="*/ 525462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w="12700">
                <a:noFill/>
                <a:round/>
              </a:ln>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Verdana" panose="020B0604030504040204"/>
                  <a:ea typeface="微软雅黑" panose="020B0503020204020204" charset="-122"/>
                  <a:cs typeface="+mn-cs"/>
                </a:endParaRPr>
              </a:p>
            </p:txBody>
          </p:sp>
        </p:grpSp>
        <p:grpSp>
          <p:nvGrpSpPr>
            <p:cNvPr id="32784" name="组合 5"/>
            <p:cNvGrpSpPr/>
            <p:nvPr/>
          </p:nvGrpSpPr>
          <p:grpSpPr>
            <a:xfrm>
              <a:off x="2542877" y="1301897"/>
              <a:ext cx="4477048" cy="2239722"/>
              <a:chOff x="2542877" y="1301897"/>
              <a:chExt cx="4477048" cy="2239722"/>
            </a:xfrm>
          </p:grpSpPr>
          <p:sp>
            <p:nvSpPr>
              <p:cNvPr id="32785" name="Text Box 14"/>
              <p:cNvSpPr txBox="1"/>
              <p:nvPr/>
            </p:nvSpPr>
            <p:spPr>
              <a:xfrm>
                <a:off x="4187096" y="1301897"/>
                <a:ext cx="1160539" cy="339131"/>
              </a:xfrm>
              <a:prstGeom prst="rect">
                <a:avLst/>
              </a:prstGeom>
              <a:noFill/>
              <a:ln w="9525">
                <a:noFill/>
              </a:ln>
            </p:spPr>
            <p:txBody>
              <a:bodyPr>
                <a:spAutoFit/>
              </a:bodyPr>
              <a:lstStyle/>
              <a:p>
                <a:pPr algn="ctr" eaLnBrk="1" hangingPunct="1"/>
                <a:r>
                  <a:rPr lang="zh-CN" altLang="en-US" sz="2000" dirty="0">
                    <a:solidFill>
                      <a:srgbClr val="FFFFFF"/>
                    </a:solidFill>
                    <a:latin typeface="微软雅黑" panose="020B0503020204020204" charset="-122"/>
                    <a:ea typeface="微软雅黑" panose="020B0503020204020204" charset="-122"/>
                  </a:rPr>
                  <a:t>合伙企业</a:t>
                </a:r>
              </a:p>
            </p:txBody>
          </p:sp>
          <p:grpSp>
            <p:nvGrpSpPr>
              <p:cNvPr id="32786" name="Group 17"/>
              <p:cNvGrpSpPr/>
              <p:nvPr/>
            </p:nvGrpSpPr>
            <p:grpSpPr>
              <a:xfrm>
                <a:off x="2542877" y="1369116"/>
                <a:ext cx="1509789" cy="2172503"/>
                <a:chOff x="839" y="1482"/>
                <a:chExt cx="1212" cy="1744"/>
              </a:xfrm>
            </p:grpSpPr>
            <p:grpSp>
              <p:nvGrpSpPr>
                <p:cNvPr id="32795" name="Group 18"/>
                <p:cNvGrpSpPr/>
                <p:nvPr/>
              </p:nvGrpSpPr>
              <p:grpSpPr>
                <a:xfrm>
                  <a:off x="839" y="1482"/>
                  <a:ext cx="1212" cy="1744"/>
                  <a:chOff x="625" y="2205"/>
                  <a:chExt cx="1212" cy="1744"/>
                </a:xfrm>
              </p:grpSpPr>
              <p:sp>
                <p:nvSpPr>
                  <p:cNvPr id="20" name="Oval 19"/>
                  <p:cNvSpPr>
                    <a:spLocks noChangeArrowheads="1"/>
                  </p:cNvSpPr>
                  <p:nvPr/>
                </p:nvSpPr>
                <p:spPr bwMode="auto">
                  <a:xfrm>
                    <a:off x="625" y="3447"/>
                    <a:ext cx="1212" cy="502"/>
                  </a:xfrm>
                  <a:prstGeom prst="ellipse">
                    <a:avLst/>
                  </a:prstGeom>
                  <a:gradFill rotWithShape="1">
                    <a:gsLst>
                      <a:gs pos="0">
                        <a:srgbClr val="000000">
                          <a:alpha val="25000"/>
                        </a:srgbClr>
                      </a:gs>
                      <a:gs pos="100000">
                        <a:srgbClr val="FFFFFF">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nvGrpSpPr>
                  <p:cNvPr id="32799" name="Group 20"/>
                  <p:cNvGrpSpPr/>
                  <p:nvPr/>
                </p:nvGrpSpPr>
                <p:grpSpPr>
                  <a:xfrm>
                    <a:off x="635" y="2205"/>
                    <a:ext cx="1170" cy="1166"/>
                    <a:chOff x="549" y="2205"/>
                    <a:chExt cx="1406" cy="1402"/>
                  </a:xfrm>
                </p:grpSpPr>
                <p:sp>
                  <p:nvSpPr>
                    <p:cNvPr id="22" name="Oval 21"/>
                    <p:cNvSpPr>
                      <a:spLocks noChangeArrowheads="1"/>
                    </p:cNvSpPr>
                    <p:nvPr/>
                  </p:nvSpPr>
                  <p:spPr bwMode="auto">
                    <a:xfrm>
                      <a:off x="549" y="2203"/>
                      <a:ext cx="1406" cy="1402"/>
                    </a:xfrm>
                    <a:prstGeom prst="ellipse">
                      <a:avLst/>
                    </a:prstGeom>
                    <a:gradFill flip="none" rotWithShape="1">
                      <a:gsLst>
                        <a:gs pos="0">
                          <a:srgbClr val="D60000">
                            <a:shade val="30000"/>
                            <a:satMod val="115000"/>
                          </a:srgbClr>
                        </a:gs>
                        <a:gs pos="50000">
                          <a:srgbClr val="D60000">
                            <a:shade val="67500"/>
                            <a:satMod val="115000"/>
                          </a:srgbClr>
                        </a:gs>
                        <a:gs pos="100000">
                          <a:srgbClr val="D60000">
                            <a:shade val="100000"/>
                            <a:satMod val="115000"/>
                          </a:srgbClr>
                        </a:gs>
                      </a:gsLst>
                      <a:lin ang="16200000" scaled="1"/>
                      <a:tileRect/>
                    </a:gradFill>
                    <a:ln w="9525" algn="ctr">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sp>
                  <p:nvSpPr>
                    <p:cNvPr id="23" name="Oval 22"/>
                    <p:cNvSpPr>
                      <a:spLocks noChangeArrowheads="1"/>
                    </p:cNvSpPr>
                    <p:nvPr/>
                  </p:nvSpPr>
                  <p:spPr bwMode="auto">
                    <a:xfrm>
                      <a:off x="828" y="2379"/>
                      <a:ext cx="236" cy="233"/>
                    </a:xfrm>
                    <a:prstGeom prst="ellipse">
                      <a:avLst/>
                    </a:prstGeom>
                    <a:gradFill rotWithShape="1">
                      <a:gsLst>
                        <a:gs pos="0">
                          <a:srgbClr val="FFFFFF"/>
                        </a:gs>
                        <a:gs pos="100000">
                          <a:srgbClr val="67ABF5">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grpSp>
            <p:sp>
              <p:nvSpPr>
                <p:cNvPr id="32796" name="Text Box 23"/>
                <p:cNvSpPr txBox="1"/>
                <p:nvPr/>
              </p:nvSpPr>
              <p:spPr>
                <a:xfrm>
                  <a:off x="944" y="1805"/>
                  <a:ext cx="952" cy="482"/>
                </a:xfrm>
                <a:prstGeom prst="rect">
                  <a:avLst/>
                </a:prstGeom>
                <a:noFill/>
                <a:ln w="9525">
                  <a:noFill/>
                </a:ln>
              </p:spPr>
              <p:txBody>
                <a:bodyPr>
                  <a:spAutoFit/>
                </a:bodyPr>
                <a:lstStyle/>
                <a:p>
                  <a:pPr algn="ctr" eaLnBrk="1" hangingPunct="1"/>
                  <a:r>
                    <a:rPr lang="zh-CN" altLang="en-US" sz="2000" dirty="0">
                      <a:solidFill>
                        <a:srgbClr val="FFFFFF"/>
                      </a:solidFill>
                      <a:latin typeface="微软雅黑" panose="020B0503020204020204" charset="-122"/>
                      <a:ea typeface="微软雅黑" panose="020B0503020204020204" charset="-122"/>
                    </a:rPr>
                    <a:t>个人独资企业</a:t>
                  </a:r>
                </a:p>
              </p:txBody>
            </p:sp>
            <p:sp>
              <p:nvSpPr>
                <p:cNvPr id="19" name="Freeform 24"/>
                <p:cNvSpPr/>
                <p:nvPr/>
              </p:nvSpPr>
              <p:spPr bwMode="auto">
                <a:xfrm>
                  <a:off x="929" y="1492"/>
                  <a:ext cx="998" cy="331"/>
                </a:xfrm>
                <a:custGeom>
                  <a:avLst/>
                  <a:gdLst>
                    <a:gd name="T0" fmla="*/ 0 w 4756"/>
                    <a:gd name="T1" fmla="*/ 331 h 1576"/>
                    <a:gd name="T2" fmla="*/ 10 w 4756"/>
                    <a:gd name="T3" fmla="*/ 307 h 1576"/>
                    <a:gd name="T4" fmla="*/ 23 w 4756"/>
                    <a:gd name="T5" fmla="*/ 284 h 1576"/>
                    <a:gd name="T6" fmla="*/ 36 w 4756"/>
                    <a:gd name="T7" fmla="*/ 261 h 1576"/>
                    <a:gd name="T8" fmla="*/ 50 w 4756"/>
                    <a:gd name="T9" fmla="*/ 239 h 1576"/>
                    <a:gd name="T10" fmla="*/ 65 w 4756"/>
                    <a:gd name="T11" fmla="*/ 218 h 1576"/>
                    <a:gd name="T12" fmla="*/ 81 w 4756"/>
                    <a:gd name="T13" fmla="*/ 197 h 1576"/>
                    <a:gd name="T14" fmla="*/ 98 w 4756"/>
                    <a:gd name="T15" fmla="*/ 178 h 1576"/>
                    <a:gd name="T16" fmla="*/ 116 w 4756"/>
                    <a:gd name="T17" fmla="*/ 159 h 1576"/>
                    <a:gd name="T18" fmla="*/ 125 w 4756"/>
                    <a:gd name="T19" fmla="*/ 150 h 1576"/>
                    <a:gd name="T20" fmla="*/ 144 w 4756"/>
                    <a:gd name="T21" fmla="*/ 132 h 1576"/>
                    <a:gd name="T22" fmla="*/ 165 w 4756"/>
                    <a:gd name="T23" fmla="*/ 116 h 1576"/>
                    <a:gd name="T24" fmla="*/ 185 w 4756"/>
                    <a:gd name="T25" fmla="*/ 100 h 1576"/>
                    <a:gd name="T26" fmla="*/ 207 w 4756"/>
                    <a:gd name="T27" fmla="*/ 85 h 1576"/>
                    <a:gd name="T28" fmla="*/ 229 w 4756"/>
                    <a:gd name="T29" fmla="*/ 72 h 1576"/>
                    <a:gd name="T30" fmla="*/ 252 w 4756"/>
                    <a:gd name="T31" fmla="*/ 59 h 1576"/>
                    <a:gd name="T32" fmla="*/ 276 w 4756"/>
                    <a:gd name="T33" fmla="*/ 48 h 1576"/>
                    <a:gd name="T34" fmla="*/ 288 w 4756"/>
                    <a:gd name="T35" fmla="*/ 42 h 1576"/>
                    <a:gd name="T36" fmla="*/ 313 w 4756"/>
                    <a:gd name="T37" fmla="*/ 33 h 1576"/>
                    <a:gd name="T38" fmla="*/ 338 w 4756"/>
                    <a:gd name="T39" fmla="*/ 24 h 1576"/>
                    <a:gd name="T40" fmla="*/ 363 w 4756"/>
                    <a:gd name="T41" fmla="*/ 17 h 1576"/>
                    <a:gd name="T42" fmla="*/ 390 w 4756"/>
                    <a:gd name="T43" fmla="*/ 11 h 1576"/>
                    <a:gd name="T44" fmla="*/ 416 w 4756"/>
                    <a:gd name="T45" fmla="*/ 6 h 1576"/>
                    <a:gd name="T46" fmla="*/ 444 w 4756"/>
                    <a:gd name="T47" fmla="*/ 3 h 1576"/>
                    <a:gd name="T48" fmla="*/ 471 w 4756"/>
                    <a:gd name="T49" fmla="*/ 0 h 1576"/>
                    <a:gd name="T50" fmla="*/ 499 w 4756"/>
                    <a:gd name="T51" fmla="*/ 0 h 1576"/>
                    <a:gd name="T52" fmla="*/ 513 w 4756"/>
                    <a:gd name="T53" fmla="*/ 0 h 1576"/>
                    <a:gd name="T54" fmla="*/ 541 w 4756"/>
                    <a:gd name="T55" fmla="*/ 2 h 1576"/>
                    <a:gd name="T56" fmla="*/ 568 w 4756"/>
                    <a:gd name="T57" fmla="*/ 4 h 1576"/>
                    <a:gd name="T58" fmla="*/ 595 w 4756"/>
                    <a:gd name="T59" fmla="*/ 8 h 1576"/>
                    <a:gd name="T60" fmla="*/ 622 w 4756"/>
                    <a:gd name="T61" fmla="*/ 14 h 1576"/>
                    <a:gd name="T62" fmla="*/ 647 w 4756"/>
                    <a:gd name="T63" fmla="*/ 21 h 1576"/>
                    <a:gd name="T64" fmla="*/ 673 w 4756"/>
                    <a:gd name="T65" fmla="*/ 29 h 1576"/>
                    <a:gd name="T66" fmla="*/ 698 w 4756"/>
                    <a:gd name="T67" fmla="*/ 37 h 1576"/>
                    <a:gd name="T68" fmla="*/ 710 w 4756"/>
                    <a:gd name="T69" fmla="*/ 42 h 1576"/>
                    <a:gd name="T70" fmla="*/ 734 w 4756"/>
                    <a:gd name="T71" fmla="*/ 53 h 1576"/>
                    <a:gd name="T72" fmla="*/ 757 w 4756"/>
                    <a:gd name="T73" fmla="*/ 66 h 1576"/>
                    <a:gd name="T74" fmla="*/ 780 w 4756"/>
                    <a:gd name="T75" fmla="*/ 79 h 1576"/>
                    <a:gd name="T76" fmla="*/ 802 w 4756"/>
                    <a:gd name="T77" fmla="*/ 92 h 1576"/>
                    <a:gd name="T78" fmla="*/ 823 w 4756"/>
                    <a:gd name="T79" fmla="*/ 108 h 1576"/>
                    <a:gd name="T80" fmla="*/ 844 w 4756"/>
                    <a:gd name="T81" fmla="*/ 124 h 1576"/>
                    <a:gd name="T82" fmla="*/ 863 w 4756"/>
                    <a:gd name="T83" fmla="*/ 141 h 1576"/>
                    <a:gd name="T84" fmla="*/ 882 w 4756"/>
                    <a:gd name="T85" fmla="*/ 159 h 1576"/>
                    <a:gd name="T86" fmla="*/ 891 w 4756"/>
                    <a:gd name="T87" fmla="*/ 168 h 1576"/>
                    <a:gd name="T88" fmla="*/ 909 w 4756"/>
                    <a:gd name="T89" fmla="*/ 187 h 1576"/>
                    <a:gd name="T90" fmla="*/ 925 w 4756"/>
                    <a:gd name="T91" fmla="*/ 208 h 1576"/>
                    <a:gd name="T92" fmla="*/ 941 w 4756"/>
                    <a:gd name="T93" fmla="*/ 228 h 1576"/>
                    <a:gd name="T94" fmla="*/ 955 w 4756"/>
                    <a:gd name="T95" fmla="*/ 250 h 1576"/>
                    <a:gd name="T96" fmla="*/ 969 w 4756"/>
                    <a:gd name="T97" fmla="*/ 272 h 1576"/>
                    <a:gd name="T98" fmla="*/ 982 w 4756"/>
                    <a:gd name="T99" fmla="*/ 295 h 1576"/>
                    <a:gd name="T100" fmla="*/ 993 w 4756"/>
                    <a:gd name="T101" fmla="*/ 319 h 1576"/>
                    <a:gd name="T102" fmla="*/ 0 w 4756"/>
                    <a:gd name="T103" fmla="*/ 331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w="12700">
                  <a:noFill/>
                  <a:round/>
                </a:ln>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Verdana" panose="020B0604030504040204"/>
                    <a:ea typeface="微软雅黑" panose="020B0503020204020204" charset="-122"/>
                    <a:cs typeface="+mn-cs"/>
                  </a:endParaRPr>
                </a:p>
              </p:txBody>
            </p:sp>
          </p:grpSp>
          <p:grpSp>
            <p:nvGrpSpPr>
              <p:cNvPr id="32787" name="Group 25"/>
              <p:cNvGrpSpPr/>
              <p:nvPr/>
            </p:nvGrpSpPr>
            <p:grpSpPr>
              <a:xfrm>
                <a:off x="5510136" y="1369116"/>
                <a:ext cx="1509789" cy="2172503"/>
                <a:chOff x="3765" y="1482"/>
                <a:chExt cx="1212" cy="1744"/>
              </a:xfrm>
            </p:grpSpPr>
            <p:grpSp>
              <p:nvGrpSpPr>
                <p:cNvPr id="32788" name="Group 26"/>
                <p:cNvGrpSpPr/>
                <p:nvPr/>
              </p:nvGrpSpPr>
              <p:grpSpPr>
                <a:xfrm>
                  <a:off x="3765" y="1482"/>
                  <a:ext cx="1212" cy="1744"/>
                  <a:chOff x="625" y="2205"/>
                  <a:chExt cx="1212" cy="1744"/>
                </a:xfrm>
              </p:grpSpPr>
              <p:sp>
                <p:nvSpPr>
                  <p:cNvPr id="13" name="Oval 27"/>
                  <p:cNvSpPr>
                    <a:spLocks noChangeArrowheads="1"/>
                  </p:cNvSpPr>
                  <p:nvPr/>
                </p:nvSpPr>
                <p:spPr bwMode="auto">
                  <a:xfrm>
                    <a:off x="625" y="3447"/>
                    <a:ext cx="1212" cy="502"/>
                  </a:xfrm>
                  <a:prstGeom prst="ellipse">
                    <a:avLst/>
                  </a:prstGeom>
                  <a:gradFill rotWithShape="1">
                    <a:gsLst>
                      <a:gs pos="0">
                        <a:srgbClr val="000000">
                          <a:alpha val="25000"/>
                        </a:srgbClr>
                      </a:gs>
                      <a:gs pos="100000">
                        <a:srgbClr val="FFFFFF">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nvGrpSpPr>
                  <p:cNvPr id="32792" name="Group 28"/>
                  <p:cNvGrpSpPr/>
                  <p:nvPr/>
                </p:nvGrpSpPr>
                <p:grpSpPr>
                  <a:xfrm>
                    <a:off x="635" y="2205"/>
                    <a:ext cx="1170" cy="1166"/>
                    <a:chOff x="549" y="2205"/>
                    <a:chExt cx="1406" cy="1402"/>
                  </a:xfrm>
                </p:grpSpPr>
                <p:sp>
                  <p:nvSpPr>
                    <p:cNvPr id="15" name="Oval 29"/>
                    <p:cNvSpPr>
                      <a:spLocks noChangeArrowheads="1"/>
                    </p:cNvSpPr>
                    <p:nvPr/>
                  </p:nvSpPr>
                  <p:spPr bwMode="auto">
                    <a:xfrm>
                      <a:off x="549" y="2203"/>
                      <a:ext cx="1406" cy="1402"/>
                    </a:xfrm>
                    <a:prstGeom prst="ellipse">
                      <a:avLst/>
                    </a:prstGeom>
                    <a:gradFill flip="none" rotWithShape="1">
                      <a:gsLst>
                        <a:gs pos="0">
                          <a:srgbClr val="FF6600"/>
                        </a:gs>
                        <a:gs pos="50000">
                          <a:srgbClr val="FFC000"/>
                        </a:gs>
                        <a:gs pos="100000">
                          <a:srgbClr val="FFFF00"/>
                        </a:gs>
                      </a:gsLst>
                      <a:lin ang="16200000" scaled="1"/>
                      <a:tileRect/>
                    </a:gradFill>
                    <a:ln w="9525" algn="ctr">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sp>
                  <p:nvSpPr>
                    <p:cNvPr id="16" name="Oval 30"/>
                    <p:cNvSpPr>
                      <a:spLocks noChangeArrowheads="1"/>
                    </p:cNvSpPr>
                    <p:nvPr/>
                  </p:nvSpPr>
                  <p:spPr bwMode="auto">
                    <a:xfrm>
                      <a:off x="828" y="2379"/>
                      <a:ext cx="236" cy="233"/>
                    </a:xfrm>
                    <a:prstGeom prst="ellipse">
                      <a:avLst/>
                    </a:prstGeom>
                    <a:gradFill rotWithShape="1">
                      <a:gsLst>
                        <a:gs pos="0">
                          <a:srgbClr val="FFFFFF"/>
                        </a:gs>
                        <a:gs pos="100000">
                          <a:srgbClr val="67ABF5">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grpSp>
            <p:sp>
              <p:nvSpPr>
                <p:cNvPr id="32789" name="Text Box 31"/>
                <p:cNvSpPr txBox="1"/>
                <p:nvPr/>
              </p:nvSpPr>
              <p:spPr>
                <a:xfrm>
                  <a:off x="3999" y="1831"/>
                  <a:ext cx="748" cy="482"/>
                </a:xfrm>
                <a:prstGeom prst="rect">
                  <a:avLst/>
                </a:prstGeom>
                <a:noFill/>
                <a:ln w="9525">
                  <a:noFill/>
                </a:ln>
              </p:spPr>
              <p:txBody>
                <a:bodyPr>
                  <a:spAutoFit/>
                </a:bodyPr>
                <a:lstStyle/>
                <a:p>
                  <a:pPr algn="ctr" eaLnBrk="1" hangingPunct="1"/>
                  <a:r>
                    <a:rPr lang="zh-CN" altLang="en-US" sz="2000" dirty="0">
                      <a:solidFill>
                        <a:srgbClr val="FFFFFF"/>
                      </a:solidFill>
                      <a:latin typeface="微软雅黑" panose="020B0503020204020204" charset="-122"/>
                      <a:ea typeface="微软雅黑" panose="020B0503020204020204" charset="-122"/>
                    </a:rPr>
                    <a:t>公司制企业</a:t>
                  </a:r>
                </a:p>
              </p:txBody>
            </p:sp>
            <p:sp>
              <p:nvSpPr>
                <p:cNvPr id="12" name="Freeform 32"/>
                <p:cNvSpPr/>
                <p:nvPr/>
              </p:nvSpPr>
              <p:spPr bwMode="auto">
                <a:xfrm>
                  <a:off x="3855" y="1492"/>
                  <a:ext cx="998" cy="331"/>
                </a:xfrm>
                <a:custGeom>
                  <a:avLst/>
                  <a:gdLst>
                    <a:gd name="T0" fmla="*/ 0 w 4756"/>
                    <a:gd name="T1" fmla="*/ 331 h 1576"/>
                    <a:gd name="T2" fmla="*/ 10 w 4756"/>
                    <a:gd name="T3" fmla="*/ 307 h 1576"/>
                    <a:gd name="T4" fmla="*/ 23 w 4756"/>
                    <a:gd name="T5" fmla="*/ 284 h 1576"/>
                    <a:gd name="T6" fmla="*/ 36 w 4756"/>
                    <a:gd name="T7" fmla="*/ 261 h 1576"/>
                    <a:gd name="T8" fmla="*/ 50 w 4756"/>
                    <a:gd name="T9" fmla="*/ 239 h 1576"/>
                    <a:gd name="T10" fmla="*/ 65 w 4756"/>
                    <a:gd name="T11" fmla="*/ 218 h 1576"/>
                    <a:gd name="T12" fmla="*/ 81 w 4756"/>
                    <a:gd name="T13" fmla="*/ 197 h 1576"/>
                    <a:gd name="T14" fmla="*/ 98 w 4756"/>
                    <a:gd name="T15" fmla="*/ 178 h 1576"/>
                    <a:gd name="T16" fmla="*/ 116 w 4756"/>
                    <a:gd name="T17" fmla="*/ 159 h 1576"/>
                    <a:gd name="T18" fmla="*/ 125 w 4756"/>
                    <a:gd name="T19" fmla="*/ 150 h 1576"/>
                    <a:gd name="T20" fmla="*/ 144 w 4756"/>
                    <a:gd name="T21" fmla="*/ 132 h 1576"/>
                    <a:gd name="T22" fmla="*/ 165 w 4756"/>
                    <a:gd name="T23" fmla="*/ 116 h 1576"/>
                    <a:gd name="T24" fmla="*/ 185 w 4756"/>
                    <a:gd name="T25" fmla="*/ 100 h 1576"/>
                    <a:gd name="T26" fmla="*/ 207 w 4756"/>
                    <a:gd name="T27" fmla="*/ 85 h 1576"/>
                    <a:gd name="T28" fmla="*/ 229 w 4756"/>
                    <a:gd name="T29" fmla="*/ 72 h 1576"/>
                    <a:gd name="T30" fmla="*/ 252 w 4756"/>
                    <a:gd name="T31" fmla="*/ 59 h 1576"/>
                    <a:gd name="T32" fmla="*/ 276 w 4756"/>
                    <a:gd name="T33" fmla="*/ 48 h 1576"/>
                    <a:gd name="T34" fmla="*/ 288 w 4756"/>
                    <a:gd name="T35" fmla="*/ 42 h 1576"/>
                    <a:gd name="T36" fmla="*/ 313 w 4756"/>
                    <a:gd name="T37" fmla="*/ 33 h 1576"/>
                    <a:gd name="T38" fmla="*/ 338 w 4756"/>
                    <a:gd name="T39" fmla="*/ 24 h 1576"/>
                    <a:gd name="T40" fmla="*/ 363 w 4756"/>
                    <a:gd name="T41" fmla="*/ 17 h 1576"/>
                    <a:gd name="T42" fmla="*/ 390 w 4756"/>
                    <a:gd name="T43" fmla="*/ 11 h 1576"/>
                    <a:gd name="T44" fmla="*/ 416 w 4756"/>
                    <a:gd name="T45" fmla="*/ 6 h 1576"/>
                    <a:gd name="T46" fmla="*/ 444 w 4756"/>
                    <a:gd name="T47" fmla="*/ 3 h 1576"/>
                    <a:gd name="T48" fmla="*/ 471 w 4756"/>
                    <a:gd name="T49" fmla="*/ 0 h 1576"/>
                    <a:gd name="T50" fmla="*/ 499 w 4756"/>
                    <a:gd name="T51" fmla="*/ 0 h 1576"/>
                    <a:gd name="T52" fmla="*/ 513 w 4756"/>
                    <a:gd name="T53" fmla="*/ 0 h 1576"/>
                    <a:gd name="T54" fmla="*/ 541 w 4756"/>
                    <a:gd name="T55" fmla="*/ 2 h 1576"/>
                    <a:gd name="T56" fmla="*/ 568 w 4756"/>
                    <a:gd name="T57" fmla="*/ 4 h 1576"/>
                    <a:gd name="T58" fmla="*/ 595 w 4756"/>
                    <a:gd name="T59" fmla="*/ 8 h 1576"/>
                    <a:gd name="T60" fmla="*/ 622 w 4756"/>
                    <a:gd name="T61" fmla="*/ 14 h 1576"/>
                    <a:gd name="T62" fmla="*/ 647 w 4756"/>
                    <a:gd name="T63" fmla="*/ 21 h 1576"/>
                    <a:gd name="T64" fmla="*/ 673 w 4756"/>
                    <a:gd name="T65" fmla="*/ 29 h 1576"/>
                    <a:gd name="T66" fmla="*/ 698 w 4756"/>
                    <a:gd name="T67" fmla="*/ 37 h 1576"/>
                    <a:gd name="T68" fmla="*/ 710 w 4756"/>
                    <a:gd name="T69" fmla="*/ 42 h 1576"/>
                    <a:gd name="T70" fmla="*/ 734 w 4756"/>
                    <a:gd name="T71" fmla="*/ 53 h 1576"/>
                    <a:gd name="T72" fmla="*/ 757 w 4756"/>
                    <a:gd name="T73" fmla="*/ 66 h 1576"/>
                    <a:gd name="T74" fmla="*/ 780 w 4756"/>
                    <a:gd name="T75" fmla="*/ 79 h 1576"/>
                    <a:gd name="T76" fmla="*/ 802 w 4756"/>
                    <a:gd name="T77" fmla="*/ 92 h 1576"/>
                    <a:gd name="T78" fmla="*/ 823 w 4756"/>
                    <a:gd name="T79" fmla="*/ 108 h 1576"/>
                    <a:gd name="T80" fmla="*/ 844 w 4756"/>
                    <a:gd name="T81" fmla="*/ 124 h 1576"/>
                    <a:gd name="T82" fmla="*/ 863 w 4756"/>
                    <a:gd name="T83" fmla="*/ 141 h 1576"/>
                    <a:gd name="T84" fmla="*/ 882 w 4756"/>
                    <a:gd name="T85" fmla="*/ 159 h 1576"/>
                    <a:gd name="T86" fmla="*/ 891 w 4756"/>
                    <a:gd name="T87" fmla="*/ 168 h 1576"/>
                    <a:gd name="T88" fmla="*/ 909 w 4756"/>
                    <a:gd name="T89" fmla="*/ 187 h 1576"/>
                    <a:gd name="T90" fmla="*/ 925 w 4756"/>
                    <a:gd name="T91" fmla="*/ 208 h 1576"/>
                    <a:gd name="T92" fmla="*/ 941 w 4756"/>
                    <a:gd name="T93" fmla="*/ 228 h 1576"/>
                    <a:gd name="T94" fmla="*/ 955 w 4756"/>
                    <a:gd name="T95" fmla="*/ 250 h 1576"/>
                    <a:gd name="T96" fmla="*/ 969 w 4756"/>
                    <a:gd name="T97" fmla="*/ 272 h 1576"/>
                    <a:gd name="T98" fmla="*/ 982 w 4756"/>
                    <a:gd name="T99" fmla="*/ 295 h 1576"/>
                    <a:gd name="T100" fmla="*/ 993 w 4756"/>
                    <a:gd name="T101" fmla="*/ 319 h 1576"/>
                    <a:gd name="T102" fmla="*/ 0 w 4756"/>
                    <a:gd name="T103" fmla="*/ 331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w="12700">
                  <a:noFill/>
                  <a:round/>
                </a:ln>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Verdana" panose="020B0604030504040204"/>
                    <a:ea typeface="微软雅黑" panose="020B0503020204020204" charset="-122"/>
                    <a:cs typeface="+mn-cs"/>
                  </a:endParaRPr>
                </a:p>
              </p:txBody>
            </p:sp>
          </p:grpSp>
        </p:grpSp>
      </p:grpSp>
      <p:grpSp>
        <p:nvGrpSpPr>
          <p:cNvPr id="28" name="组合 27"/>
          <p:cNvGrpSpPr/>
          <p:nvPr/>
        </p:nvGrpSpPr>
        <p:grpSpPr>
          <a:xfrm>
            <a:off x="3743960" y="4063365"/>
            <a:ext cx="4319270" cy="2164080"/>
            <a:chOff x="2825650" y="2704508"/>
            <a:chExt cx="3870393" cy="1840055"/>
          </a:xfrm>
        </p:grpSpPr>
        <p:sp>
          <p:nvSpPr>
            <p:cNvPr id="29" name="Oval 5"/>
            <p:cNvSpPr>
              <a:spLocks noChangeArrowheads="1"/>
            </p:cNvSpPr>
            <p:nvPr/>
          </p:nvSpPr>
          <p:spPr bwMode="auto">
            <a:xfrm>
              <a:off x="2825650" y="3534835"/>
              <a:ext cx="3870393" cy="1009728"/>
            </a:xfrm>
            <a:prstGeom prst="ellipse">
              <a:avLst/>
            </a:prstGeom>
            <a:gradFill rotWithShape="1">
              <a:gsLst>
                <a:gs pos="0">
                  <a:srgbClr val="000000"/>
                </a:gs>
                <a:gs pos="100000">
                  <a:srgbClr val="FFFFFF">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nvGrpSpPr>
            <p:cNvPr id="32778" name="组合 31"/>
            <p:cNvGrpSpPr/>
            <p:nvPr/>
          </p:nvGrpSpPr>
          <p:grpSpPr>
            <a:xfrm>
              <a:off x="3544420" y="2704508"/>
              <a:ext cx="2445310" cy="1528623"/>
              <a:chOff x="3544420" y="2704508"/>
              <a:chExt cx="2445310" cy="1528623"/>
            </a:xfrm>
          </p:grpSpPr>
          <p:grpSp>
            <p:nvGrpSpPr>
              <p:cNvPr id="32779" name="Group 10"/>
              <p:cNvGrpSpPr/>
              <p:nvPr/>
            </p:nvGrpSpPr>
            <p:grpSpPr>
              <a:xfrm>
                <a:off x="3544420" y="2704508"/>
                <a:ext cx="2445310" cy="1528623"/>
                <a:chOff x="1610" y="2838"/>
                <a:chExt cx="1089" cy="681"/>
              </a:xfrm>
            </p:grpSpPr>
            <p:sp>
              <p:nvSpPr>
                <p:cNvPr id="33" name="Freeform 11"/>
                <p:cNvSpPr/>
                <p:nvPr/>
              </p:nvSpPr>
              <p:spPr bwMode="auto">
                <a:xfrm>
                  <a:off x="1610" y="2838"/>
                  <a:ext cx="1089" cy="681"/>
                </a:xfrm>
                <a:custGeom>
                  <a:avLst/>
                  <a:gdLst>
                    <a:gd name="T0" fmla="*/ 1089 w 1862"/>
                    <a:gd name="T1" fmla="*/ 544 h 1164"/>
                    <a:gd name="T2" fmla="*/ 1085 w 1862"/>
                    <a:gd name="T3" fmla="*/ 558 h 1164"/>
                    <a:gd name="T4" fmla="*/ 1077 w 1862"/>
                    <a:gd name="T5" fmla="*/ 572 h 1164"/>
                    <a:gd name="T6" fmla="*/ 1064 w 1862"/>
                    <a:gd name="T7" fmla="*/ 585 h 1164"/>
                    <a:gd name="T8" fmla="*/ 1046 w 1862"/>
                    <a:gd name="T9" fmla="*/ 597 h 1164"/>
                    <a:gd name="T10" fmla="*/ 995 w 1862"/>
                    <a:gd name="T11" fmla="*/ 620 h 1164"/>
                    <a:gd name="T12" fmla="*/ 929 w 1862"/>
                    <a:gd name="T13" fmla="*/ 640 h 1164"/>
                    <a:gd name="T14" fmla="*/ 849 w 1862"/>
                    <a:gd name="T15" fmla="*/ 658 h 1164"/>
                    <a:gd name="T16" fmla="*/ 757 w 1862"/>
                    <a:gd name="T17" fmla="*/ 669 h 1164"/>
                    <a:gd name="T18" fmla="*/ 654 w 1862"/>
                    <a:gd name="T19" fmla="*/ 677 h 1164"/>
                    <a:gd name="T20" fmla="*/ 544 w 1862"/>
                    <a:gd name="T21" fmla="*/ 681 h 1164"/>
                    <a:gd name="T22" fmla="*/ 489 w 1862"/>
                    <a:gd name="T23" fmla="*/ 680 h 1164"/>
                    <a:gd name="T24" fmla="*/ 382 w 1862"/>
                    <a:gd name="T25" fmla="*/ 674 h 1164"/>
                    <a:gd name="T26" fmla="*/ 285 w 1862"/>
                    <a:gd name="T27" fmla="*/ 663 h 1164"/>
                    <a:gd name="T28" fmla="*/ 198 w 1862"/>
                    <a:gd name="T29" fmla="*/ 649 h 1164"/>
                    <a:gd name="T30" fmla="*/ 124 w 1862"/>
                    <a:gd name="T31" fmla="*/ 631 h 1164"/>
                    <a:gd name="T32" fmla="*/ 66 w 1862"/>
                    <a:gd name="T33" fmla="*/ 610 h 1164"/>
                    <a:gd name="T34" fmla="*/ 33 w 1862"/>
                    <a:gd name="T35" fmla="*/ 591 h 1164"/>
                    <a:gd name="T36" fmla="*/ 18 w 1862"/>
                    <a:gd name="T37" fmla="*/ 578 h 1164"/>
                    <a:gd name="T38" fmla="*/ 6 w 1862"/>
                    <a:gd name="T39" fmla="*/ 565 h 1164"/>
                    <a:gd name="T40" fmla="*/ 1 w 1862"/>
                    <a:gd name="T41" fmla="*/ 551 h 1164"/>
                    <a:gd name="T42" fmla="*/ 0 w 1862"/>
                    <a:gd name="T43" fmla="*/ 544 h 1164"/>
                    <a:gd name="T44" fmla="*/ 2 w 1862"/>
                    <a:gd name="T45" fmla="*/ 489 h 1164"/>
                    <a:gd name="T46" fmla="*/ 11 w 1862"/>
                    <a:gd name="T47" fmla="*/ 434 h 1164"/>
                    <a:gd name="T48" fmla="*/ 25 w 1862"/>
                    <a:gd name="T49" fmla="*/ 383 h 1164"/>
                    <a:gd name="T50" fmla="*/ 43 w 1862"/>
                    <a:gd name="T51" fmla="*/ 332 h 1164"/>
                    <a:gd name="T52" fmla="*/ 66 w 1862"/>
                    <a:gd name="T53" fmla="*/ 284 h 1164"/>
                    <a:gd name="T54" fmla="*/ 92 w 1862"/>
                    <a:gd name="T55" fmla="*/ 240 h 1164"/>
                    <a:gd name="T56" fmla="*/ 124 w 1862"/>
                    <a:gd name="T57" fmla="*/ 198 h 1164"/>
                    <a:gd name="T58" fmla="*/ 159 w 1862"/>
                    <a:gd name="T59" fmla="*/ 159 h 1164"/>
                    <a:gd name="T60" fmla="*/ 198 w 1862"/>
                    <a:gd name="T61" fmla="*/ 124 h 1164"/>
                    <a:gd name="T62" fmla="*/ 240 w 1862"/>
                    <a:gd name="T63" fmla="*/ 92 h 1164"/>
                    <a:gd name="T64" fmla="*/ 285 w 1862"/>
                    <a:gd name="T65" fmla="*/ 66 h 1164"/>
                    <a:gd name="T66" fmla="*/ 332 w 1862"/>
                    <a:gd name="T67" fmla="*/ 42 h 1164"/>
                    <a:gd name="T68" fmla="*/ 382 w 1862"/>
                    <a:gd name="T69" fmla="*/ 25 h 1164"/>
                    <a:gd name="T70" fmla="*/ 435 w 1862"/>
                    <a:gd name="T71" fmla="*/ 11 h 1164"/>
                    <a:gd name="T72" fmla="*/ 489 w 1862"/>
                    <a:gd name="T73" fmla="*/ 2 h 1164"/>
                    <a:gd name="T74" fmla="*/ 544 w 1862"/>
                    <a:gd name="T75" fmla="*/ 0 h 1164"/>
                    <a:gd name="T76" fmla="*/ 572 w 1862"/>
                    <a:gd name="T77" fmla="*/ 0 h 1164"/>
                    <a:gd name="T78" fmla="*/ 627 w 1862"/>
                    <a:gd name="T79" fmla="*/ 6 h 1164"/>
                    <a:gd name="T80" fmla="*/ 681 w 1862"/>
                    <a:gd name="T81" fmla="*/ 16 h 1164"/>
                    <a:gd name="T82" fmla="*/ 731 w 1862"/>
                    <a:gd name="T83" fmla="*/ 33 h 1164"/>
                    <a:gd name="T84" fmla="*/ 780 w 1862"/>
                    <a:gd name="T85" fmla="*/ 54 h 1164"/>
                    <a:gd name="T86" fmla="*/ 827 w 1862"/>
                    <a:gd name="T87" fmla="*/ 78 h 1164"/>
                    <a:gd name="T88" fmla="*/ 870 w 1862"/>
                    <a:gd name="T89" fmla="*/ 108 h 1164"/>
                    <a:gd name="T90" fmla="*/ 910 w 1862"/>
                    <a:gd name="T91" fmla="*/ 142 h 1164"/>
                    <a:gd name="T92" fmla="*/ 947 w 1862"/>
                    <a:gd name="T93" fmla="*/ 178 h 1164"/>
                    <a:gd name="T94" fmla="*/ 980 w 1862"/>
                    <a:gd name="T95" fmla="*/ 219 h 1164"/>
                    <a:gd name="T96" fmla="*/ 1009 w 1862"/>
                    <a:gd name="T97" fmla="*/ 262 h 1164"/>
                    <a:gd name="T98" fmla="*/ 1035 w 1862"/>
                    <a:gd name="T99" fmla="*/ 308 h 1164"/>
                    <a:gd name="T100" fmla="*/ 1056 w 1862"/>
                    <a:gd name="T101" fmla="*/ 357 h 1164"/>
                    <a:gd name="T102" fmla="*/ 1071 w 1862"/>
                    <a:gd name="T103" fmla="*/ 408 h 1164"/>
                    <a:gd name="T104" fmla="*/ 1082 w 1862"/>
                    <a:gd name="T105" fmla="*/ 461 h 1164"/>
                    <a:gd name="T106" fmla="*/ 1088 w 1862"/>
                    <a:gd name="T107" fmla="*/ 516 h 1164"/>
                    <a:gd name="T108" fmla="*/ 1089 w 1862"/>
                    <a:gd name="T109" fmla="*/ 544 h 116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862"/>
                    <a:gd name="T166" fmla="*/ 0 h 1164"/>
                    <a:gd name="T167" fmla="*/ 1862 w 1862"/>
                    <a:gd name="T168" fmla="*/ 1164 h 1164"/>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862" h="1164">
                      <a:moveTo>
                        <a:pt x="1862" y="930"/>
                      </a:moveTo>
                      <a:lnTo>
                        <a:pt x="1862" y="930"/>
                      </a:lnTo>
                      <a:lnTo>
                        <a:pt x="1860" y="942"/>
                      </a:lnTo>
                      <a:lnTo>
                        <a:pt x="1856" y="954"/>
                      </a:lnTo>
                      <a:lnTo>
                        <a:pt x="1850" y="966"/>
                      </a:lnTo>
                      <a:lnTo>
                        <a:pt x="1842" y="978"/>
                      </a:lnTo>
                      <a:lnTo>
                        <a:pt x="1832" y="988"/>
                      </a:lnTo>
                      <a:lnTo>
                        <a:pt x="1820" y="1000"/>
                      </a:lnTo>
                      <a:lnTo>
                        <a:pt x="1806" y="1010"/>
                      </a:lnTo>
                      <a:lnTo>
                        <a:pt x="1788" y="1020"/>
                      </a:lnTo>
                      <a:lnTo>
                        <a:pt x="1750" y="1042"/>
                      </a:lnTo>
                      <a:lnTo>
                        <a:pt x="1702" y="1060"/>
                      </a:lnTo>
                      <a:lnTo>
                        <a:pt x="1650" y="1078"/>
                      </a:lnTo>
                      <a:lnTo>
                        <a:pt x="1588" y="1094"/>
                      </a:lnTo>
                      <a:lnTo>
                        <a:pt x="1522" y="1110"/>
                      </a:lnTo>
                      <a:lnTo>
                        <a:pt x="1452" y="1124"/>
                      </a:lnTo>
                      <a:lnTo>
                        <a:pt x="1374" y="1134"/>
                      </a:lnTo>
                      <a:lnTo>
                        <a:pt x="1294" y="1144"/>
                      </a:lnTo>
                      <a:lnTo>
                        <a:pt x="1208" y="1152"/>
                      </a:lnTo>
                      <a:lnTo>
                        <a:pt x="1118" y="1158"/>
                      </a:lnTo>
                      <a:lnTo>
                        <a:pt x="1026" y="1162"/>
                      </a:lnTo>
                      <a:lnTo>
                        <a:pt x="930" y="1164"/>
                      </a:lnTo>
                      <a:lnTo>
                        <a:pt x="836" y="1162"/>
                      </a:lnTo>
                      <a:lnTo>
                        <a:pt x="744" y="1158"/>
                      </a:lnTo>
                      <a:lnTo>
                        <a:pt x="654" y="1152"/>
                      </a:lnTo>
                      <a:lnTo>
                        <a:pt x="568" y="1144"/>
                      </a:lnTo>
                      <a:lnTo>
                        <a:pt x="488" y="1134"/>
                      </a:lnTo>
                      <a:lnTo>
                        <a:pt x="410" y="1124"/>
                      </a:lnTo>
                      <a:lnTo>
                        <a:pt x="338" y="1110"/>
                      </a:lnTo>
                      <a:lnTo>
                        <a:pt x="272" y="1094"/>
                      </a:lnTo>
                      <a:lnTo>
                        <a:pt x="212" y="1078"/>
                      </a:lnTo>
                      <a:lnTo>
                        <a:pt x="158" y="1060"/>
                      </a:lnTo>
                      <a:lnTo>
                        <a:pt x="112" y="1042"/>
                      </a:lnTo>
                      <a:lnTo>
                        <a:pt x="74" y="1020"/>
                      </a:lnTo>
                      <a:lnTo>
                        <a:pt x="56" y="1010"/>
                      </a:lnTo>
                      <a:lnTo>
                        <a:pt x="42" y="1000"/>
                      </a:lnTo>
                      <a:lnTo>
                        <a:pt x="30" y="988"/>
                      </a:lnTo>
                      <a:lnTo>
                        <a:pt x="18" y="978"/>
                      </a:lnTo>
                      <a:lnTo>
                        <a:pt x="10" y="966"/>
                      </a:lnTo>
                      <a:lnTo>
                        <a:pt x="4" y="954"/>
                      </a:lnTo>
                      <a:lnTo>
                        <a:pt x="2" y="942"/>
                      </a:lnTo>
                      <a:lnTo>
                        <a:pt x="0" y="930"/>
                      </a:lnTo>
                      <a:lnTo>
                        <a:pt x="2" y="882"/>
                      </a:lnTo>
                      <a:lnTo>
                        <a:pt x="4" y="836"/>
                      </a:lnTo>
                      <a:lnTo>
                        <a:pt x="10" y="788"/>
                      </a:lnTo>
                      <a:lnTo>
                        <a:pt x="18" y="742"/>
                      </a:lnTo>
                      <a:lnTo>
                        <a:pt x="30" y="698"/>
                      </a:lnTo>
                      <a:lnTo>
                        <a:pt x="42" y="654"/>
                      </a:lnTo>
                      <a:lnTo>
                        <a:pt x="56" y="610"/>
                      </a:lnTo>
                      <a:lnTo>
                        <a:pt x="74" y="568"/>
                      </a:lnTo>
                      <a:lnTo>
                        <a:pt x="92" y="526"/>
                      </a:lnTo>
                      <a:lnTo>
                        <a:pt x="112" y="486"/>
                      </a:lnTo>
                      <a:lnTo>
                        <a:pt x="134" y="448"/>
                      </a:lnTo>
                      <a:lnTo>
                        <a:pt x="158" y="410"/>
                      </a:lnTo>
                      <a:lnTo>
                        <a:pt x="184" y="374"/>
                      </a:lnTo>
                      <a:lnTo>
                        <a:pt x="212" y="338"/>
                      </a:lnTo>
                      <a:lnTo>
                        <a:pt x="242" y="304"/>
                      </a:lnTo>
                      <a:lnTo>
                        <a:pt x="272" y="272"/>
                      </a:lnTo>
                      <a:lnTo>
                        <a:pt x="304" y="242"/>
                      </a:lnTo>
                      <a:lnTo>
                        <a:pt x="338" y="212"/>
                      </a:lnTo>
                      <a:lnTo>
                        <a:pt x="374" y="184"/>
                      </a:lnTo>
                      <a:lnTo>
                        <a:pt x="410" y="158"/>
                      </a:lnTo>
                      <a:lnTo>
                        <a:pt x="448" y="134"/>
                      </a:lnTo>
                      <a:lnTo>
                        <a:pt x="488" y="112"/>
                      </a:lnTo>
                      <a:lnTo>
                        <a:pt x="528" y="92"/>
                      </a:lnTo>
                      <a:lnTo>
                        <a:pt x="568" y="72"/>
                      </a:lnTo>
                      <a:lnTo>
                        <a:pt x="610" y="56"/>
                      </a:lnTo>
                      <a:lnTo>
                        <a:pt x="654" y="42"/>
                      </a:lnTo>
                      <a:lnTo>
                        <a:pt x="698" y="28"/>
                      </a:lnTo>
                      <a:lnTo>
                        <a:pt x="744" y="18"/>
                      </a:lnTo>
                      <a:lnTo>
                        <a:pt x="790" y="10"/>
                      </a:lnTo>
                      <a:lnTo>
                        <a:pt x="836" y="4"/>
                      </a:lnTo>
                      <a:lnTo>
                        <a:pt x="882" y="0"/>
                      </a:lnTo>
                      <a:lnTo>
                        <a:pt x="930" y="0"/>
                      </a:lnTo>
                      <a:lnTo>
                        <a:pt x="978" y="0"/>
                      </a:lnTo>
                      <a:lnTo>
                        <a:pt x="1026" y="4"/>
                      </a:lnTo>
                      <a:lnTo>
                        <a:pt x="1072" y="10"/>
                      </a:lnTo>
                      <a:lnTo>
                        <a:pt x="1118" y="18"/>
                      </a:lnTo>
                      <a:lnTo>
                        <a:pt x="1164" y="28"/>
                      </a:lnTo>
                      <a:lnTo>
                        <a:pt x="1208" y="42"/>
                      </a:lnTo>
                      <a:lnTo>
                        <a:pt x="1250" y="56"/>
                      </a:lnTo>
                      <a:lnTo>
                        <a:pt x="1294" y="72"/>
                      </a:lnTo>
                      <a:lnTo>
                        <a:pt x="1334" y="92"/>
                      </a:lnTo>
                      <a:lnTo>
                        <a:pt x="1374" y="112"/>
                      </a:lnTo>
                      <a:lnTo>
                        <a:pt x="1414" y="134"/>
                      </a:lnTo>
                      <a:lnTo>
                        <a:pt x="1452" y="158"/>
                      </a:lnTo>
                      <a:lnTo>
                        <a:pt x="1488" y="184"/>
                      </a:lnTo>
                      <a:lnTo>
                        <a:pt x="1522" y="212"/>
                      </a:lnTo>
                      <a:lnTo>
                        <a:pt x="1556" y="242"/>
                      </a:lnTo>
                      <a:lnTo>
                        <a:pt x="1588" y="272"/>
                      </a:lnTo>
                      <a:lnTo>
                        <a:pt x="1620" y="304"/>
                      </a:lnTo>
                      <a:lnTo>
                        <a:pt x="1650" y="338"/>
                      </a:lnTo>
                      <a:lnTo>
                        <a:pt x="1676" y="374"/>
                      </a:lnTo>
                      <a:lnTo>
                        <a:pt x="1702" y="410"/>
                      </a:lnTo>
                      <a:lnTo>
                        <a:pt x="1726" y="448"/>
                      </a:lnTo>
                      <a:lnTo>
                        <a:pt x="1750" y="486"/>
                      </a:lnTo>
                      <a:lnTo>
                        <a:pt x="1770" y="526"/>
                      </a:lnTo>
                      <a:lnTo>
                        <a:pt x="1788" y="568"/>
                      </a:lnTo>
                      <a:lnTo>
                        <a:pt x="1806" y="610"/>
                      </a:lnTo>
                      <a:lnTo>
                        <a:pt x="1820" y="654"/>
                      </a:lnTo>
                      <a:lnTo>
                        <a:pt x="1832" y="698"/>
                      </a:lnTo>
                      <a:lnTo>
                        <a:pt x="1842" y="742"/>
                      </a:lnTo>
                      <a:lnTo>
                        <a:pt x="1850" y="788"/>
                      </a:lnTo>
                      <a:lnTo>
                        <a:pt x="1856" y="836"/>
                      </a:lnTo>
                      <a:lnTo>
                        <a:pt x="1860" y="882"/>
                      </a:lnTo>
                      <a:lnTo>
                        <a:pt x="1862" y="930"/>
                      </a:lnTo>
                      <a:close/>
                    </a:path>
                  </a:pathLst>
                </a:custGeom>
                <a:gradFill rotWithShape="1">
                  <a:gsLst>
                    <a:gs pos="0">
                      <a:srgbClr val="EAEAEA"/>
                    </a:gs>
                    <a:gs pos="100000">
                      <a:srgbClr val="B2B2B2"/>
                    </a:gs>
                  </a:gsLst>
                  <a:lin ang="5400000" scaled="1"/>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Verdana" panose="020B0604030504040204"/>
                    <a:ea typeface="微软雅黑" panose="020B0503020204020204" charset="-122"/>
                    <a:cs typeface="+mn-cs"/>
                  </a:endParaRPr>
                </a:p>
              </p:txBody>
            </p:sp>
            <p:sp>
              <p:nvSpPr>
                <p:cNvPr id="34" name="Oval 12"/>
                <p:cNvSpPr>
                  <a:spLocks noChangeArrowheads="1"/>
                </p:cNvSpPr>
                <p:nvPr/>
              </p:nvSpPr>
              <p:spPr bwMode="auto">
                <a:xfrm>
                  <a:off x="1835" y="2976"/>
                  <a:ext cx="183" cy="182"/>
                </a:xfrm>
                <a:prstGeom prst="ellipse">
                  <a:avLst/>
                </a:prstGeom>
                <a:gradFill rotWithShape="1">
                  <a:gsLst>
                    <a:gs pos="0">
                      <a:srgbClr val="FFFFFF">
                        <a:alpha val="50000"/>
                      </a:srgbClr>
                    </a:gs>
                    <a:gs pos="100000">
                      <a:srgbClr val="67ABF5">
                        <a:alpha val="0"/>
                      </a:srgbClr>
                    </a:gs>
                  </a:gsLst>
                  <a:path path="shape">
                    <a:fillToRect l="50000" t="50000" r="50000" b="50000"/>
                  </a:path>
                </a:gradFill>
                <a:ln w="9525">
                  <a:noFill/>
                  <a:roun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sp>
            <p:nvSpPr>
              <p:cNvPr id="32" name="Freeform 33"/>
              <p:cNvSpPr/>
              <p:nvPr/>
            </p:nvSpPr>
            <p:spPr bwMode="auto">
              <a:xfrm>
                <a:off x="3616239" y="2761662"/>
                <a:ext cx="2289215" cy="827152"/>
              </a:xfrm>
              <a:custGeom>
                <a:avLst/>
                <a:gdLst>
                  <a:gd name="T0" fmla="*/ 0 w 4756"/>
                  <a:gd name="T1" fmla="*/ 1054100 h 1576"/>
                  <a:gd name="T2" fmla="*/ 30675 w 4756"/>
                  <a:gd name="T3" fmla="*/ 977852 h 1576"/>
                  <a:gd name="T4" fmla="*/ 66258 w 4756"/>
                  <a:gd name="T5" fmla="*/ 902941 h 1576"/>
                  <a:gd name="T6" fmla="*/ 104296 w 4756"/>
                  <a:gd name="T7" fmla="*/ 830706 h 1576"/>
                  <a:gd name="T8" fmla="*/ 146014 w 4756"/>
                  <a:gd name="T9" fmla="*/ 761146 h 1576"/>
                  <a:gd name="T10" fmla="*/ 190186 w 4756"/>
                  <a:gd name="T11" fmla="*/ 692924 h 1576"/>
                  <a:gd name="T12" fmla="*/ 236813 w 4756"/>
                  <a:gd name="T13" fmla="*/ 628714 h 1576"/>
                  <a:gd name="T14" fmla="*/ 287120 w 4756"/>
                  <a:gd name="T15" fmla="*/ 565843 h 1576"/>
                  <a:gd name="T16" fmla="*/ 338654 w 4756"/>
                  <a:gd name="T17" fmla="*/ 505647 h 1576"/>
                  <a:gd name="T18" fmla="*/ 365648 w 4756"/>
                  <a:gd name="T19" fmla="*/ 476218 h 1576"/>
                  <a:gd name="T20" fmla="*/ 422091 w 4756"/>
                  <a:gd name="T21" fmla="*/ 421372 h 1576"/>
                  <a:gd name="T22" fmla="*/ 480987 w 4756"/>
                  <a:gd name="T23" fmla="*/ 367865 h 1576"/>
                  <a:gd name="T24" fmla="*/ 542338 w 4756"/>
                  <a:gd name="T25" fmla="*/ 318370 h 1576"/>
                  <a:gd name="T26" fmla="*/ 604915 w 4756"/>
                  <a:gd name="T27" fmla="*/ 271551 h 1576"/>
                  <a:gd name="T28" fmla="*/ 669946 w 4756"/>
                  <a:gd name="T29" fmla="*/ 228745 h 1576"/>
                  <a:gd name="T30" fmla="*/ 737432 w 4756"/>
                  <a:gd name="T31" fmla="*/ 188614 h 1576"/>
                  <a:gd name="T32" fmla="*/ 807371 w 4756"/>
                  <a:gd name="T33" fmla="*/ 152497 h 1576"/>
                  <a:gd name="T34" fmla="*/ 842954 w 4756"/>
                  <a:gd name="T35" fmla="*/ 135107 h 1576"/>
                  <a:gd name="T36" fmla="*/ 914121 w 4756"/>
                  <a:gd name="T37" fmla="*/ 104340 h 1576"/>
                  <a:gd name="T38" fmla="*/ 987741 w 4756"/>
                  <a:gd name="T39" fmla="*/ 77586 h 1576"/>
                  <a:gd name="T40" fmla="*/ 1062589 w 4756"/>
                  <a:gd name="T41" fmla="*/ 53508 h 1576"/>
                  <a:gd name="T42" fmla="*/ 1139890 w 4756"/>
                  <a:gd name="T43" fmla="*/ 34780 h 1576"/>
                  <a:gd name="T44" fmla="*/ 1217192 w 4756"/>
                  <a:gd name="T45" fmla="*/ 20065 h 1576"/>
                  <a:gd name="T46" fmla="*/ 1296947 w 4756"/>
                  <a:gd name="T47" fmla="*/ 8026 h 1576"/>
                  <a:gd name="T48" fmla="*/ 1377930 w 4756"/>
                  <a:gd name="T49" fmla="*/ 1338 h 1576"/>
                  <a:gd name="T50" fmla="*/ 1458913 w 4756"/>
                  <a:gd name="T51" fmla="*/ 0 h 1576"/>
                  <a:gd name="T52" fmla="*/ 1499404 w 4756"/>
                  <a:gd name="T53" fmla="*/ 0 h 1576"/>
                  <a:gd name="T54" fmla="*/ 1580386 w 4756"/>
                  <a:gd name="T55" fmla="*/ 5351 h 1576"/>
                  <a:gd name="T56" fmla="*/ 1660142 w 4756"/>
                  <a:gd name="T57" fmla="*/ 13377 h 1576"/>
                  <a:gd name="T58" fmla="*/ 1738670 w 4756"/>
                  <a:gd name="T59" fmla="*/ 26754 h 1576"/>
                  <a:gd name="T60" fmla="*/ 1817199 w 4756"/>
                  <a:gd name="T61" fmla="*/ 44144 h 1576"/>
                  <a:gd name="T62" fmla="*/ 1892046 w 4756"/>
                  <a:gd name="T63" fmla="*/ 65547 h 1576"/>
                  <a:gd name="T64" fmla="*/ 1966894 w 4756"/>
                  <a:gd name="T65" fmla="*/ 90963 h 1576"/>
                  <a:gd name="T66" fmla="*/ 2039287 w 4756"/>
                  <a:gd name="T67" fmla="*/ 119054 h 1576"/>
                  <a:gd name="T68" fmla="*/ 2074871 w 4756"/>
                  <a:gd name="T69" fmla="*/ 135107 h 1576"/>
                  <a:gd name="T70" fmla="*/ 2146037 w 4756"/>
                  <a:gd name="T71" fmla="*/ 169887 h 1576"/>
                  <a:gd name="T72" fmla="*/ 2213522 w 4756"/>
                  <a:gd name="T73" fmla="*/ 208680 h 1576"/>
                  <a:gd name="T74" fmla="*/ 2279781 w 4756"/>
                  <a:gd name="T75" fmla="*/ 250148 h 1576"/>
                  <a:gd name="T76" fmla="*/ 2344812 w 4756"/>
                  <a:gd name="T77" fmla="*/ 294292 h 1576"/>
                  <a:gd name="T78" fmla="*/ 2406163 w 4756"/>
                  <a:gd name="T79" fmla="*/ 342449 h 1576"/>
                  <a:gd name="T80" fmla="*/ 2466286 w 4756"/>
                  <a:gd name="T81" fmla="*/ 394619 h 1576"/>
                  <a:gd name="T82" fmla="*/ 2523955 w 4756"/>
                  <a:gd name="T83" fmla="*/ 448126 h 1576"/>
                  <a:gd name="T84" fmla="*/ 2579171 w 4756"/>
                  <a:gd name="T85" fmla="*/ 505647 h 1576"/>
                  <a:gd name="T86" fmla="*/ 2604938 w 4756"/>
                  <a:gd name="T87" fmla="*/ 535076 h 1576"/>
                  <a:gd name="T88" fmla="*/ 2656472 w 4756"/>
                  <a:gd name="T89" fmla="*/ 596610 h 1576"/>
                  <a:gd name="T90" fmla="*/ 2705553 w 4756"/>
                  <a:gd name="T91" fmla="*/ 660819 h 1576"/>
                  <a:gd name="T92" fmla="*/ 2750952 w 4756"/>
                  <a:gd name="T93" fmla="*/ 726366 h 1576"/>
                  <a:gd name="T94" fmla="*/ 2792670 w 4756"/>
                  <a:gd name="T95" fmla="*/ 795926 h 1576"/>
                  <a:gd name="T96" fmla="*/ 2833161 w 4756"/>
                  <a:gd name="T97" fmla="*/ 866823 h 1576"/>
                  <a:gd name="T98" fmla="*/ 2869972 w 4756"/>
                  <a:gd name="T99" fmla="*/ 940396 h 1576"/>
                  <a:gd name="T100" fmla="*/ 2903101 w 4756"/>
                  <a:gd name="T101" fmla="*/ 1015307 h 1576"/>
                  <a:gd name="T102" fmla="*/ 0 w 4756"/>
                  <a:gd name="T103" fmla="*/ 1054100 h 15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756"/>
                  <a:gd name="T157" fmla="*/ 0 h 1576"/>
                  <a:gd name="T158" fmla="*/ 4756 w 4756"/>
                  <a:gd name="T159" fmla="*/ 1576 h 15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756" h="1576">
                    <a:moveTo>
                      <a:pt x="0" y="1576"/>
                    </a:moveTo>
                    <a:lnTo>
                      <a:pt x="0" y="1576"/>
                    </a:lnTo>
                    <a:lnTo>
                      <a:pt x="24" y="1518"/>
                    </a:lnTo>
                    <a:lnTo>
                      <a:pt x="50" y="1462"/>
                    </a:lnTo>
                    <a:lnTo>
                      <a:pt x="78" y="1406"/>
                    </a:lnTo>
                    <a:lnTo>
                      <a:pt x="108" y="1350"/>
                    </a:lnTo>
                    <a:lnTo>
                      <a:pt x="138" y="1296"/>
                    </a:lnTo>
                    <a:lnTo>
                      <a:pt x="170" y="1242"/>
                    </a:lnTo>
                    <a:lnTo>
                      <a:pt x="204" y="1190"/>
                    </a:lnTo>
                    <a:lnTo>
                      <a:pt x="238" y="1138"/>
                    </a:lnTo>
                    <a:lnTo>
                      <a:pt x="272" y="1086"/>
                    </a:lnTo>
                    <a:lnTo>
                      <a:pt x="310" y="1036"/>
                    </a:lnTo>
                    <a:lnTo>
                      <a:pt x="348" y="988"/>
                    </a:lnTo>
                    <a:lnTo>
                      <a:pt x="386" y="940"/>
                    </a:lnTo>
                    <a:lnTo>
                      <a:pt x="426" y="892"/>
                    </a:lnTo>
                    <a:lnTo>
                      <a:pt x="468" y="846"/>
                    </a:lnTo>
                    <a:lnTo>
                      <a:pt x="510" y="800"/>
                    </a:lnTo>
                    <a:lnTo>
                      <a:pt x="552" y="756"/>
                    </a:lnTo>
                    <a:lnTo>
                      <a:pt x="596" y="712"/>
                    </a:lnTo>
                    <a:lnTo>
                      <a:pt x="642" y="670"/>
                    </a:lnTo>
                    <a:lnTo>
                      <a:pt x="688" y="630"/>
                    </a:lnTo>
                    <a:lnTo>
                      <a:pt x="736" y="590"/>
                    </a:lnTo>
                    <a:lnTo>
                      <a:pt x="784" y="550"/>
                    </a:lnTo>
                    <a:lnTo>
                      <a:pt x="834" y="512"/>
                    </a:lnTo>
                    <a:lnTo>
                      <a:pt x="884" y="476"/>
                    </a:lnTo>
                    <a:lnTo>
                      <a:pt x="934" y="440"/>
                    </a:lnTo>
                    <a:lnTo>
                      <a:pt x="986" y="406"/>
                    </a:lnTo>
                    <a:lnTo>
                      <a:pt x="1040" y="374"/>
                    </a:lnTo>
                    <a:lnTo>
                      <a:pt x="1092" y="342"/>
                    </a:lnTo>
                    <a:lnTo>
                      <a:pt x="1148" y="312"/>
                    </a:lnTo>
                    <a:lnTo>
                      <a:pt x="1202" y="282"/>
                    </a:lnTo>
                    <a:lnTo>
                      <a:pt x="1258" y="254"/>
                    </a:lnTo>
                    <a:lnTo>
                      <a:pt x="1316" y="228"/>
                    </a:lnTo>
                    <a:lnTo>
                      <a:pt x="1374" y="202"/>
                    </a:lnTo>
                    <a:lnTo>
                      <a:pt x="1432" y="178"/>
                    </a:lnTo>
                    <a:lnTo>
                      <a:pt x="1490" y="156"/>
                    </a:lnTo>
                    <a:lnTo>
                      <a:pt x="1550" y="136"/>
                    </a:lnTo>
                    <a:lnTo>
                      <a:pt x="1610" y="116"/>
                    </a:lnTo>
                    <a:lnTo>
                      <a:pt x="1672" y="98"/>
                    </a:lnTo>
                    <a:lnTo>
                      <a:pt x="1732" y="80"/>
                    </a:lnTo>
                    <a:lnTo>
                      <a:pt x="1794" y="66"/>
                    </a:lnTo>
                    <a:lnTo>
                      <a:pt x="1858" y="52"/>
                    </a:lnTo>
                    <a:lnTo>
                      <a:pt x="1922" y="40"/>
                    </a:lnTo>
                    <a:lnTo>
                      <a:pt x="1984" y="30"/>
                    </a:lnTo>
                    <a:lnTo>
                      <a:pt x="2050" y="20"/>
                    </a:lnTo>
                    <a:lnTo>
                      <a:pt x="2114" y="12"/>
                    </a:lnTo>
                    <a:lnTo>
                      <a:pt x="2180" y="8"/>
                    </a:lnTo>
                    <a:lnTo>
                      <a:pt x="2246" y="2"/>
                    </a:lnTo>
                    <a:lnTo>
                      <a:pt x="2312" y="0"/>
                    </a:lnTo>
                    <a:lnTo>
                      <a:pt x="2378" y="0"/>
                    </a:lnTo>
                    <a:lnTo>
                      <a:pt x="2444" y="0"/>
                    </a:lnTo>
                    <a:lnTo>
                      <a:pt x="2510" y="2"/>
                    </a:lnTo>
                    <a:lnTo>
                      <a:pt x="2576" y="8"/>
                    </a:lnTo>
                    <a:lnTo>
                      <a:pt x="2642" y="12"/>
                    </a:lnTo>
                    <a:lnTo>
                      <a:pt x="2706" y="20"/>
                    </a:lnTo>
                    <a:lnTo>
                      <a:pt x="2772" y="30"/>
                    </a:lnTo>
                    <a:lnTo>
                      <a:pt x="2834" y="40"/>
                    </a:lnTo>
                    <a:lnTo>
                      <a:pt x="2898" y="52"/>
                    </a:lnTo>
                    <a:lnTo>
                      <a:pt x="2962" y="66"/>
                    </a:lnTo>
                    <a:lnTo>
                      <a:pt x="3024" y="80"/>
                    </a:lnTo>
                    <a:lnTo>
                      <a:pt x="3084" y="98"/>
                    </a:lnTo>
                    <a:lnTo>
                      <a:pt x="3146" y="116"/>
                    </a:lnTo>
                    <a:lnTo>
                      <a:pt x="3206" y="136"/>
                    </a:lnTo>
                    <a:lnTo>
                      <a:pt x="3266" y="156"/>
                    </a:lnTo>
                    <a:lnTo>
                      <a:pt x="3324" y="178"/>
                    </a:lnTo>
                    <a:lnTo>
                      <a:pt x="3382" y="202"/>
                    </a:lnTo>
                    <a:lnTo>
                      <a:pt x="3440" y="228"/>
                    </a:lnTo>
                    <a:lnTo>
                      <a:pt x="3498" y="254"/>
                    </a:lnTo>
                    <a:lnTo>
                      <a:pt x="3554" y="282"/>
                    </a:lnTo>
                    <a:lnTo>
                      <a:pt x="3608" y="312"/>
                    </a:lnTo>
                    <a:lnTo>
                      <a:pt x="3664" y="342"/>
                    </a:lnTo>
                    <a:lnTo>
                      <a:pt x="3716" y="374"/>
                    </a:lnTo>
                    <a:lnTo>
                      <a:pt x="3770" y="406"/>
                    </a:lnTo>
                    <a:lnTo>
                      <a:pt x="3822" y="440"/>
                    </a:lnTo>
                    <a:lnTo>
                      <a:pt x="3872" y="476"/>
                    </a:lnTo>
                    <a:lnTo>
                      <a:pt x="3922" y="512"/>
                    </a:lnTo>
                    <a:lnTo>
                      <a:pt x="3972" y="550"/>
                    </a:lnTo>
                    <a:lnTo>
                      <a:pt x="4020" y="590"/>
                    </a:lnTo>
                    <a:lnTo>
                      <a:pt x="4068" y="630"/>
                    </a:lnTo>
                    <a:lnTo>
                      <a:pt x="4114" y="670"/>
                    </a:lnTo>
                    <a:lnTo>
                      <a:pt x="4160" y="712"/>
                    </a:lnTo>
                    <a:lnTo>
                      <a:pt x="4204" y="756"/>
                    </a:lnTo>
                    <a:lnTo>
                      <a:pt x="4246" y="800"/>
                    </a:lnTo>
                    <a:lnTo>
                      <a:pt x="4288" y="846"/>
                    </a:lnTo>
                    <a:lnTo>
                      <a:pt x="4330" y="892"/>
                    </a:lnTo>
                    <a:lnTo>
                      <a:pt x="4370" y="940"/>
                    </a:lnTo>
                    <a:lnTo>
                      <a:pt x="4410" y="988"/>
                    </a:lnTo>
                    <a:lnTo>
                      <a:pt x="4446" y="1036"/>
                    </a:lnTo>
                    <a:lnTo>
                      <a:pt x="4484" y="1086"/>
                    </a:lnTo>
                    <a:lnTo>
                      <a:pt x="4518" y="1138"/>
                    </a:lnTo>
                    <a:lnTo>
                      <a:pt x="4552" y="1190"/>
                    </a:lnTo>
                    <a:lnTo>
                      <a:pt x="4586" y="1242"/>
                    </a:lnTo>
                    <a:lnTo>
                      <a:pt x="4618" y="1296"/>
                    </a:lnTo>
                    <a:lnTo>
                      <a:pt x="4648" y="1350"/>
                    </a:lnTo>
                    <a:lnTo>
                      <a:pt x="4678" y="1406"/>
                    </a:lnTo>
                    <a:lnTo>
                      <a:pt x="4706" y="1462"/>
                    </a:lnTo>
                    <a:lnTo>
                      <a:pt x="4732" y="1518"/>
                    </a:lnTo>
                    <a:lnTo>
                      <a:pt x="4756" y="1576"/>
                    </a:lnTo>
                    <a:lnTo>
                      <a:pt x="0" y="1576"/>
                    </a:lnTo>
                    <a:close/>
                  </a:path>
                </a:pathLst>
              </a:custGeom>
              <a:gradFill rotWithShape="1">
                <a:gsLst>
                  <a:gs pos="0">
                    <a:srgbClr val="FFFFFF"/>
                  </a:gs>
                  <a:gs pos="100000">
                    <a:srgbClr val="767676">
                      <a:alpha val="0"/>
                    </a:srgbClr>
                  </a:gs>
                </a:gsLst>
                <a:lin ang="5400000" scaled="1"/>
              </a:gradFill>
              <a:ln w="12700">
                <a:noFill/>
                <a:round/>
              </a:ln>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Verdana" panose="020B0604030504040204"/>
                  <a:ea typeface="微软雅黑" panose="020B0503020204020204" charset="-122"/>
                  <a:cs typeface="+mn-cs"/>
                </a:endParaRPr>
              </a:p>
            </p:txBody>
          </p:sp>
        </p:grpSp>
      </p:grpSp>
      <p:grpSp>
        <p:nvGrpSpPr>
          <p:cNvPr id="35" name="组合 34"/>
          <p:cNvGrpSpPr/>
          <p:nvPr/>
        </p:nvGrpSpPr>
        <p:grpSpPr>
          <a:xfrm>
            <a:off x="4471035" y="3573145"/>
            <a:ext cx="2848610" cy="1061720"/>
            <a:chOff x="3475906" y="2132731"/>
            <a:chExt cx="2553687" cy="903134"/>
          </a:xfrm>
        </p:grpSpPr>
        <p:sp>
          <p:nvSpPr>
            <p:cNvPr id="36" name="AutoShape 15"/>
            <p:cNvSpPr>
              <a:spLocks noChangeArrowheads="1"/>
            </p:cNvSpPr>
            <p:nvPr/>
          </p:nvSpPr>
          <p:spPr bwMode="auto">
            <a:xfrm>
              <a:off x="4408129" y="2132731"/>
              <a:ext cx="717827" cy="592037"/>
            </a:xfrm>
            <a:prstGeom prst="upArrow">
              <a:avLst>
                <a:gd name="adj1" fmla="val 52833"/>
                <a:gd name="adj2" fmla="val 45940"/>
              </a:avLst>
            </a:prstGeom>
            <a:gradFill rotWithShape="1">
              <a:gsLst>
                <a:gs pos="0">
                  <a:srgbClr val="FF6600"/>
                </a:gs>
                <a:gs pos="100000">
                  <a:srgbClr val="FFFFFF">
                    <a:alpha val="0"/>
                  </a:srgbClr>
                </a:gs>
              </a:gsLst>
              <a:lin ang="5400000" scaled="1"/>
            </a:gradFill>
            <a:ln w="9525" algn="ctr">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sp>
          <p:nvSpPr>
            <p:cNvPr id="37" name="AutoShape 34"/>
            <p:cNvSpPr>
              <a:spLocks noChangeArrowheads="1"/>
            </p:cNvSpPr>
            <p:nvPr/>
          </p:nvSpPr>
          <p:spPr bwMode="auto">
            <a:xfrm rot="19232580">
              <a:off x="3475906" y="2443828"/>
              <a:ext cx="717827" cy="592037"/>
            </a:xfrm>
            <a:prstGeom prst="upArrow">
              <a:avLst>
                <a:gd name="adj1" fmla="val 52833"/>
                <a:gd name="adj2" fmla="val 45940"/>
              </a:avLst>
            </a:prstGeom>
            <a:gradFill rotWithShape="1">
              <a:gsLst>
                <a:gs pos="0">
                  <a:srgbClr val="FF6600"/>
                </a:gs>
                <a:gs pos="100000">
                  <a:srgbClr val="FFFFFF">
                    <a:alpha val="0"/>
                  </a:srgbClr>
                </a:gs>
              </a:gsLst>
              <a:lin ang="5400000" scaled="1"/>
            </a:gradFill>
            <a:ln w="9525" algn="ctr">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sp>
          <p:nvSpPr>
            <p:cNvPr id="38" name="AutoShape 35"/>
            <p:cNvSpPr>
              <a:spLocks noChangeArrowheads="1"/>
            </p:cNvSpPr>
            <p:nvPr/>
          </p:nvSpPr>
          <p:spPr bwMode="auto">
            <a:xfrm rot="2480061">
              <a:off x="5311766" y="2442241"/>
              <a:ext cx="717827" cy="592038"/>
            </a:xfrm>
            <a:prstGeom prst="upArrow">
              <a:avLst>
                <a:gd name="adj1" fmla="val 52833"/>
                <a:gd name="adj2" fmla="val 45940"/>
              </a:avLst>
            </a:prstGeom>
            <a:gradFill rotWithShape="1">
              <a:gsLst>
                <a:gs pos="0">
                  <a:srgbClr val="FF6600"/>
                </a:gs>
                <a:gs pos="100000">
                  <a:srgbClr val="FFFFFF">
                    <a:alpha val="0"/>
                  </a:srgbClr>
                </a:gs>
              </a:gsLst>
              <a:lin ang="5400000" scaled="1"/>
            </a:gradFill>
            <a:ln w="9525" algn="ctr">
              <a:noFill/>
              <a:miter lim="800000"/>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cs"/>
              </a:endParaRPr>
            </a:p>
          </p:txBody>
        </p:sp>
      </p:grpSp>
      <p:sp>
        <p:nvSpPr>
          <p:cNvPr id="2" name="平行四边形 1"/>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24" name="矩形 23"/>
          <p:cNvSpPr/>
          <p:nvPr/>
        </p:nvSpPr>
        <p:spPr>
          <a:xfrm>
            <a:off x="679368" y="991032"/>
            <a:ext cx="21640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企业组织形式</a:t>
            </a:r>
          </a:p>
        </p:txBody>
      </p:sp>
      <p:cxnSp>
        <p:nvCxnSpPr>
          <p:cNvPr id="3" name="直接连接符 2"/>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5"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3"/>
          <p:cNvGrpSpPr/>
          <p:nvPr/>
        </p:nvGrpSpPr>
        <p:grpSpPr>
          <a:xfrm>
            <a:off x="6644640" y="3051493"/>
            <a:ext cx="2625725" cy="2356485"/>
            <a:chOff x="6549748" y="1993781"/>
            <a:chExt cx="3916500" cy="4488110"/>
          </a:xfrm>
        </p:grpSpPr>
        <p:sp>
          <p:nvSpPr>
            <p:cNvPr id="3" name="矩形 2"/>
            <p:cNvSpPr/>
            <p:nvPr/>
          </p:nvSpPr>
          <p:spPr>
            <a:xfrm>
              <a:off x="6549748" y="1993781"/>
              <a:ext cx="3916500" cy="4488110"/>
            </a:xfrm>
            <a:prstGeom prst="rect">
              <a:avLst/>
            </a:prstGeom>
            <a:solidFill>
              <a:srgbClr val="8EC83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cs"/>
              </a:endParaRPr>
            </a:p>
          </p:txBody>
        </p:sp>
        <p:sp>
          <p:nvSpPr>
            <p:cNvPr id="33803" name="文本框 21"/>
            <p:cNvSpPr txBox="1"/>
            <p:nvPr/>
          </p:nvSpPr>
          <p:spPr>
            <a:xfrm>
              <a:off x="6549775" y="2353272"/>
              <a:ext cx="3779653" cy="847794"/>
            </a:xfrm>
            <a:prstGeom prst="rect">
              <a:avLst/>
            </a:prstGeom>
            <a:noFill/>
            <a:ln w="9525">
              <a:noFill/>
            </a:ln>
          </p:spPr>
          <p:txBody>
            <a:bodyPr>
              <a:spAutoFit/>
            </a:bodyPr>
            <a:lstStyle/>
            <a:p>
              <a:pPr algn="ctr" eaLnBrk="1" hangingPunct="1"/>
              <a:r>
                <a:rPr lang="zh-CN" altLang="en-US" sz="2300" b="1" dirty="0">
                  <a:solidFill>
                    <a:schemeClr val="bg1"/>
                  </a:solidFill>
                  <a:latin typeface="微软雅黑" panose="020B0503020204020204" charset="-122"/>
                  <a:ea typeface="微软雅黑" panose="020B0503020204020204" charset="-122"/>
                </a:rPr>
                <a:t>缺点</a:t>
              </a:r>
            </a:p>
          </p:txBody>
        </p:sp>
        <p:cxnSp>
          <p:nvCxnSpPr>
            <p:cNvPr id="5" name="直接连接符 4"/>
            <p:cNvCxnSpPr/>
            <p:nvPr/>
          </p:nvCxnSpPr>
          <p:spPr>
            <a:xfrm>
              <a:off x="7253014" y="3142718"/>
              <a:ext cx="250997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805" name="矩形 6"/>
            <p:cNvSpPr/>
            <p:nvPr/>
          </p:nvSpPr>
          <p:spPr>
            <a:xfrm>
              <a:off x="6700346" y="3141508"/>
              <a:ext cx="3496909" cy="2548221"/>
            </a:xfrm>
            <a:prstGeom prst="rect">
              <a:avLst/>
            </a:prstGeom>
            <a:noFill/>
            <a:ln w="9525">
              <a:noFill/>
            </a:ln>
          </p:spPr>
          <p:txBody>
            <a:bodyPr wrap="square">
              <a:spAutoFit/>
            </a:bodyPr>
            <a:lstStyle/>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1</a:t>
              </a:r>
              <a:r>
                <a:rPr lang="zh-CN" altLang="en-US" b="1" dirty="0">
                  <a:solidFill>
                    <a:schemeClr val="bg1"/>
                  </a:solidFill>
                  <a:latin typeface="微软雅黑" panose="020B0503020204020204" charset="-122"/>
                  <a:ea typeface="微软雅黑" panose="020B0503020204020204" charset="-122"/>
                </a:rPr>
                <a:t>）风险巨大</a:t>
              </a:r>
              <a:endParaRPr lang="en-US" altLang="zh-CN"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2</a:t>
              </a:r>
              <a:r>
                <a:rPr lang="zh-CN" altLang="en-US" b="1" dirty="0">
                  <a:solidFill>
                    <a:schemeClr val="bg1"/>
                  </a:solidFill>
                  <a:latin typeface="微软雅黑" panose="020B0503020204020204" charset="-122"/>
                  <a:ea typeface="微软雅黑" panose="020B0503020204020204" charset="-122"/>
                </a:rPr>
                <a:t>）筹资困难</a:t>
              </a:r>
              <a:endParaRPr lang="en-US" altLang="zh-CN"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3</a:t>
              </a:r>
              <a:r>
                <a:rPr lang="zh-CN" altLang="en-US" b="1" dirty="0">
                  <a:solidFill>
                    <a:schemeClr val="bg1"/>
                  </a:solidFill>
                  <a:latin typeface="微软雅黑" panose="020B0503020204020204" charset="-122"/>
                  <a:ea typeface="微软雅黑" panose="020B0503020204020204" charset="-122"/>
                </a:rPr>
                <a:t>）企业寿命有限</a:t>
              </a:r>
            </a:p>
          </p:txBody>
        </p:sp>
      </p:grpSp>
      <p:grpSp>
        <p:nvGrpSpPr>
          <p:cNvPr id="8" name="组合 7"/>
          <p:cNvGrpSpPr/>
          <p:nvPr/>
        </p:nvGrpSpPr>
        <p:grpSpPr>
          <a:xfrm>
            <a:off x="2395220" y="3051810"/>
            <a:ext cx="3487420" cy="3122295"/>
            <a:chOff x="1697983" y="2009594"/>
            <a:chExt cx="3946682" cy="6085284"/>
          </a:xfrm>
        </p:grpSpPr>
        <p:sp>
          <p:nvSpPr>
            <p:cNvPr id="9" name="矩形 8"/>
            <p:cNvSpPr/>
            <p:nvPr/>
          </p:nvSpPr>
          <p:spPr>
            <a:xfrm>
              <a:off x="1697983" y="2009594"/>
              <a:ext cx="3946682" cy="6085283"/>
            </a:xfrm>
            <a:prstGeom prst="rect">
              <a:avLst/>
            </a:prstGeom>
            <a:solidFill>
              <a:srgbClr val="30B9E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33799" name="文本框 16"/>
            <p:cNvSpPr txBox="1"/>
            <p:nvPr/>
          </p:nvSpPr>
          <p:spPr>
            <a:xfrm>
              <a:off x="1697983" y="2310657"/>
              <a:ext cx="3779654" cy="867558"/>
            </a:xfrm>
            <a:prstGeom prst="rect">
              <a:avLst/>
            </a:prstGeom>
            <a:noFill/>
            <a:ln w="9525">
              <a:noFill/>
            </a:ln>
          </p:spPr>
          <p:txBody>
            <a:bodyPr>
              <a:spAutoFit/>
            </a:bodyPr>
            <a:lstStyle/>
            <a:p>
              <a:pPr algn="ctr" eaLnBrk="1" hangingPunct="1"/>
              <a:r>
                <a:rPr lang="zh-CN" altLang="en-US" sz="2300" b="1" dirty="0">
                  <a:solidFill>
                    <a:schemeClr val="bg1"/>
                  </a:solidFill>
                  <a:latin typeface="微软雅黑" panose="020B0503020204020204" charset="-122"/>
                  <a:ea typeface="微软雅黑" panose="020B0503020204020204" charset="-122"/>
                </a:rPr>
                <a:t>优点</a:t>
              </a:r>
            </a:p>
          </p:txBody>
        </p:sp>
        <p:cxnSp>
          <p:nvCxnSpPr>
            <p:cNvPr id="11" name="直接连接符 10"/>
            <p:cNvCxnSpPr/>
            <p:nvPr/>
          </p:nvCxnSpPr>
          <p:spPr>
            <a:xfrm>
              <a:off x="2400437" y="3186757"/>
              <a:ext cx="251159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3801" name="矩形 6"/>
            <p:cNvSpPr/>
            <p:nvPr/>
          </p:nvSpPr>
          <p:spPr>
            <a:xfrm>
              <a:off x="1751161" y="3148854"/>
              <a:ext cx="3672887" cy="4946024"/>
            </a:xfrm>
            <a:prstGeom prst="rect">
              <a:avLst/>
            </a:prstGeom>
            <a:noFill/>
            <a:ln w="9525">
              <a:noFill/>
            </a:ln>
          </p:spPr>
          <p:txBody>
            <a:bodyPr>
              <a:noAutofit/>
            </a:bodyPr>
            <a:lstStyle/>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1</a:t>
              </a:r>
              <a:r>
                <a:rPr lang="zh-CN" altLang="en-US" b="1" dirty="0">
                  <a:solidFill>
                    <a:schemeClr val="bg1"/>
                  </a:solidFill>
                  <a:latin typeface="微软雅黑" panose="020B0503020204020204" charset="-122"/>
                  <a:ea typeface="微软雅黑" panose="020B0503020204020204" charset="-122"/>
                </a:rPr>
                <a:t>）手续简便</a:t>
              </a:r>
              <a:endParaRPr lang="en-US" altLang="zh-CN"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2</a:t>
              </a:r>
              <a:r>
                <a:rPr lang="zh-CN" altLang="en-US" b="1" dirty="0">
                  <a:solidFill>
                    <a:schemeClr val="bg1"/>
                  </a:solidFill>
                  <a:latin typeface="微软雅黑" panose="020B0503020204020204" charset="-122"/>
                  <a:ea typeface="微软雅黑" panose="020B0503020204020204" charset="-122"/>
                </a:rPr>
                <a:t>）企业主承担无限责任，因此会竭力把企业经营好</a:t>
              </a:r>
              <a:endParaRPr lang="en-US" altLang="zh-CN"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3</a:t>
              </a:r>
              <a:r>
                <a:rPr lang="zh-CN" altLang="en-US" b="1" dirty="0">
                  <a:solidFill>
                    <a:schemeClr val="bg1"/>
                  </a:solidFill>
                  <a:latin typeface="微软雅黑" panose="020B0503020204020204" charset="-122"/>
                  <a:ea typeface="微软雅黑" panose="020B0503020204020204" charset="-122"/>
                </a:rPr>
                <a:t>）税负较轻</a:t>
              </a:r>
              <a:endParaRPr lang="en-US" altLang="zh-CN"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4</a:t>
              </a:r>
              <a:r>
                <a:rPr lang="zh-CN" altLang="en-US" b="1" dirty="0">
                  <a:solidFill>
                    <a:schemeClr val="bg1"/>
                  </a:solidFill>
                  <a:latin typeface="微软雅黑" panose="020B0503020204020204" charset="-122"/>
                  <a:ea typeface="微软雅黑" panose="020B0503020204020204" charset="-122"/>
                </a:rPr>
                <a:t>）经营方式灵活</a:t>
              </a:r>
              <a:endParaRPr lang="en-US" altLang="zh-CN"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b="1" dirty="0">
                  <a:solidFill>
                    <a:schemeClr val="bg1"/>
                  </a:solidFill>
                  <a:latin typeface="微软雅黑" panose="020B0503020204020204" charset="-122"/>
                  <a:ea typeface="微软雅黑" panose="020B0503020204020204" charset="-122"/>
                </a:rPr>
                <a:t>（</a:t>
              </a:r>
              <a:r>
                <a:rPr lang="en-US" altLang="zh-CN" b="1" dirty="0">
                  <a:solidFill>
                    <a:schemeClr val="bg1"/>
                  </a:solidFill>
                  <a:latin typeface="微软雅黑" panose="020B0503020204020204" charset="-122"/>
                  <a:ea typeface="微软雅黑" panose="020B0503020204020204" charset="-122"/>
                </a:rPr>
                <a:t>5</a:t>
              </a:r>
              <a:r>
                <a:rPr lang="zh-CN" altLang="en-US" b="1" dirty="0">
                  <a:solidFill>
                    <a:schemeClr val="bg1"/>
                  </a:solidFill>
                  <a:latin typeface="微软雅黑" panose="020B0503020204020204" charset="-122"/>
                  <a:ea typeface="微软雅黑" panose="020B0503020204020204" charset="-122"/>
                </a:rPr>
                <a:t>）容易保密</a:t>
              </a:r>
            </a:p>
          </p:txBody>
        </p:sp>
      </p:grpSp>
      <p:sp>
        <p:nvSpPr>
          <p:cNvPr id="33797" name="矩形 3"/>
          <p:cNvSpPr/>
          <p:nvPr/>
        </p:nvSpPr>
        <p:spPr>
          <a:xfrm>
            <a:off x="1045883" y="2080274"/>
            <a:ext cx="9807388" cy="430887"/>
          </a:xfrm>
          <a:prstGeom prst="rect">
            <a:avLst/>
          </a:prstGeom>
          <a:noFill/>
          <a:ln w="9525">
            <a:noFill/>
          </a:ln>
        </p:spPr>
        <p:txBody>
          <a:bodyPr wrap="square">
            <a:spAutoFit/>
          </a:bodyPr>
          <a:lstStyle/>
          <a:p>
            <a:pPr algn="just" eaLnBrk="1" hangingPunct="1"/>
            <a:r>
              <a:rPr lang="zh-CN" altLang="en-US" sz="2200" dirty="0">
                <a:solidFill>
                  <a:schemeClr val="bg1"/>
                </a:solidFill>
                <a:latin typeface="微软雅黑" panose="020B0503020204020204" charset="-122"/>
                <a:ea typeface="微软雅黑" panose="020B0503020204020204" charset="-122"/>
              </a:rPr>
              <a:t>一个自然人投资兴办的企业，业主享有全部的经营所得，同时对债务完全负责</a:t>
            </a: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7" name="矩形 6"/>
          <p:cNvSpPr/>
          <p:nvPr/>
        </p:nvSpPr>
        <p:spPr>
          <a:xfrm>
            <a:off x="679368" y="991032"/>
            <a:ext cx="21640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个人独资企业</a:t>
            </a:r>
          </a:p>
        </p:txBody>
      </p:sp>
      <p:cxnSp>
        <p:nvCxnSpPr>
          <p:cNvPr id="6" name="直接连接符 5"/>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75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125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3"/>
          <p:cNvGrpSpPr/>
          <p:nvPr>
            <p:custDataLst>
              <p:tags r:id="rId1"/>
            </p:custDataLst>
          </p:nvPr>
        </p:nvGrpSpPr>
        <p:grpSpPr>
          <a:xfrm>
            <a:off x="5951537" y="3291840"/>
            <a:ext cx="2834930" cy="2476500"/>
            <a:chOff x="6549776" y="2045278"/>
            <a:chExt cx="4097259" cy="4160361"/>
          </a:xfrm>
        </p:grpSpPr>
        <p:sp>
          <p:nvSpPr>
            <p:cNvPr id="4" name="矩形 3"/>
            <p:cNvSpPr/>
            <p:nvPr>
              <p:custDataLst>
                <p:tags r:id="rId7"/>
              </p:custDataLst>
            </p:nvPr>
          </p:nvSpPr>
          <p:spPr>
            <a:xfrm>
              <a:off x="6549776" y="2045278"/>
              <a:ext cx="3916501" cy="4160361"/>
            </a:xfrm>
            <a:prstGeom prst="rect">
              <a:avLst/>
            </a:prstGeom>
            <a:solidFill>
              <a:srgbClr val="8EC83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b="1"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cs"/>
              </a:endParaRPr>
            </a:p>
          </p:txBody>
        </p:sp>
        <p:sp>
          <p:nvSpPr>
            <p:cNvPr id="34827" name="文本框 21"/>
            <p:cNvSpPr txBox="1"/>
            <p:nvPr>
              <p:custDataLst>
                <p:tags r:id="rId8"/>
              </p:custDataLst>
            </p:nvPr>
          </p:nvSpPr>
          <p:spPr>
            <a:xfrm>
              <a:off x="6627720" y="2613605"/>
              <a:ext cx="3779653" cy="773400"/>
            </a:xfrm>
            <a:prstGeom prst="rect">
              <a:avLst/>
            </a:prstGeom>
            <a:noFill/>
            <a:ln w="9525">
              <a:noFill/>
            </a:ln>
          </p:spPr>
          <p:txBody>
            <a:bodyPr>
              <a:spAutoFit/>
            </a:bodyPr>
            <a:lstStyle/>
            <a:p>
              <a:pPr algn="ctr" eaLnBrk="1" hangingPunct="1"/>
              <a:r>
                <a:rPr lang="zh-CN" altLang="en-US" sz="2400" b="1" dirty="0">
                  <a:solidFill>
                    <a:schemeClr val="bg1"/>
                  </a:solidFill>
                  <a:latin typeface="微软雅黑" panose="020B0503020204020204" charset="-122"/>
                  <a:ea typeface="微软雅黑" panose="020B0503020204020204" charset="-122"/>
                </a:rPr>
                <a:t>缺点</a:t>
              </a:r>
            </a:p>
          </p:txBody>
        </p:sp>
        <p:cxnSp>
          <p:nvCxnSpPr>
            <p:cNvPr id="6" name="直接连接符 5"/>
            <p:cNvCxnSpPr/>
            <p:nvPr>
              <p:custDataLst>
                <p:tags r:id="rId9"/>
              </p:custDataLst>
            </p:nvPr>
          </p:nvCxnSpPr>
          <p:spPr>
            <a:xfrm>
              <a:off x="7263325" y="3402730"/>
              <a:ext cx="250775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829" name="矩形 6"/>
            <p:cNvSpPr/>
            <p:nvPr>
              <p:custDataLst>
                <p:tags r:id="rId10"/>
              </p:custDataLst>
            </p:nvPr>
          </p:nvSpPr>
          <p:spPr>
            <a:xfrm>
              <a:off x="7509183" y="3428529"/>
              <a:ext cx="3137852" cy="2480215"/>
            </a:xfrm>
            <a:prstGeom prst="rect">
              <a:avLst/>
            </a:prstGeom>
            <a:noFill/>
            <a:ln w="9525">
              <a:noFill/>
            </a:ln>
          </p:spPr>
          <p:txBody>
            <a:bodyPr>
              <a:spAutoFit/>
            </a:bodyPr>
            <a:lstStyle/>
            <a:p>
              <a:pPr eaLnBrk="1" hangingPunct="1">
                <a:lnSpc>
                  <a:spcPct val="150000"/>
                </a:lnSpc>
              </a:pPr>
              <a:r>
                <a:rPr lang="zh-CN" altLang="en-US" sz="2000" b="1" dirty="0">
                  <a:solidFill>
                    <a:schemeClr val="bg1"/>
                  </a:solidFill>
                  <a:latin typeface="微软雅黑" panose="020B0503020204020204" charset="-122"/>
                  <a:ea typeface="微软雅黑" panose="020B0503020204020204" charset="-122"/>
                </a:rPr>
                <a:t>责任无限</a:t>
              </a:r>
              <a:endParaRPr lang="en-US" altLang="zh-CN" sz="2000"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sz="2000" b="1" dirty="0">
                  <a:solidFill>
                    <a:schemeClr val="bg1"/>
                  </a:solidFill>
                  <a:latin typeface="微软雅黑" panose="020B0503020204020204" charset="-122"/>
                  <a:ea typeface="微软雅黑" panose="020B0503020204020204" charset="-122"/>
                </a:rPr>
                <a:t>权力分散</a:t>
              </a:r>
              <a:endParaRPr lang="en-US" altLang="zh-CN" sz="2000" b="1" dirty="0">
                <a:solidFill>
                  <a:schemeClr val="bg1"/>
                </a:solidFill>
                <a:latin typeface="微软雅黑" panose="020B0503020204020204" charset="-122"/>
                <a:ea typeface="微软雅黑" panose="020B0503020204020204" charset="-122"/>
              </a:endParaRPr>
            </a:p>
            <a:p>
              <a:pPr eaLnBrk="1" hangingPunct="1">
                <a:lnSpc>
                  <a:spcPct val="150000"/>
                </a:lnSpc>
              </a:pPr>
              <a:r>
                <a:rPr lang="zh-CN" altLang="en-US" sz="2000" b="1" dirty="0">
                  <a:solidFill>
                    <a:schemeClr val="bg1"/>
                  </a:solidFill>
                  <a:latin typeface="微软雅黑" panose="020B0503020204020204" charset="-122"/>
                  <a:ea typeface="微软雅黑" panose="020B0503020204020204" charset="-122"/>
                </a:rPr>
                <a:t>产权转让困难</a:t>
              </a:r>
            </a:p>
          </p:txBody>
        </p:sp>
      </p:grpSp>
      <p:grpSp>
        <p:nvGrpSpPr>
          <p:cNvPr id="9" name="组合 8"/>
          <p:cNvGrpSpPr/>
          <p:nvPr>
            <p:custDataLst>
              <p:tags r:id="rId2"/>
            </p:custDataLst>
          </p:nvPr>
        </p:nvGrpSpPr>
        <p:grpSpPr>
          <a:xfrm>
            <a:off x="2728913" y="3291840"/>
            <a:ext cx="2890713" cy="2473325"/>
            <a:chOff x="1864161" y="2908173"/>
            <a:chExt cx="3855716" cy="3297466"/>
          </a:xfrm>
        </p:grpSpPr>
        <p:sp>
          <p:nvSpPr>
            <p:cNvPr id="10" name="矩形 9"/>
            <p:cNvSpPr/>
            <p:nvPr>
              <p:custDataLst>
                <p:tags r:id="rId3"/>
              </p:custDataLst>
            </p:nvPr>
          </p:nvSpPr>
          <p:spPr>
            <a:xfrm>
              <a:off x="2116137" y="2908173"/>
              <a:ext cx="3527677" cy="3297466"/>
            </a:xfrm>
            <a:prstGeom prst="rect">
              <a:avLst/>
            </a:prstGeom>
            <a:solidFill>
              <a:srgbClr val="30B9E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b="1" i="0" u="none" strike="noStrike" kern="1200" cap="none" spc="0" normalizeH="0" baseline="0" noProof="0">
                <a:ln>
                  <a:noFill/>
                </a:ln>
                <a:solidFill>
                  <a:schemeClr val="bg1"/>
                </a:solidFill>
                <a:effectLst/>
                <a:uLnTx/>
                <a:uFillTx/>
                <a:latin typeface="微软雅黑" panose="020B0503020204020204" charset="-122"/>
                <a:ea typeface="微软雅黑" panose="020B0503020204020204" charset="-122"/>
                <a:cs typeface="+mn-cs"/>
              </a:endParaRPr>
            </a:p>
          </p:txBody>
        </p:sp>
        <p:sp>
          <p:nvSpPr>
            <p:cNvPr id="34823" name="文本框 16"/>
            <p:cNvSpPr txBox="1"/>
            <p:nvPr>
              <p:custDataLst>
                <p:tags r:id="rId4"/>
              </p:custDataLst>
            </p:nvPr>
          </p:nvSpPr>
          <p:spPr>
            <a:xfrm>
              <a:off x="1864161" y="3352237"/>
              <a:ext cx="3779653" cy="613777"/>
            </a:xfrm>
            <a:prstGeom prst="rect">
              <a:avLst/>
            </a:prstGeom>
            <a:noFill/>
            <a:ln w="9525">
              <a:noFill/>
            </a:ln>
          </p:spPr>
          <p:txBody>
            <a:bodyPr>
              <a:spAutoFit/>
            </a:bodyPr>
            <a:lstStyle/>
            <a:p>
              <a:pPr algn="ctr" eaLnBrk="1" hangingPunct="1"/>
              <a:r>
                <a:rPr lang="zh-CN" altLang="en-US" sz="2400" b="1" dirty="0">
                  <a:solidFill>
                    <a:schemeClr val="bg1"/>
                  </a:solidFill>
                  <a:latin typeface="微软雅黑" panose="020B0503020204020204" charset="-122"/>
                  <a:ea typeface="微软雅黑" panose="020B0503020204020204" charset="-122"/>
                </a:rPr>
                <a:t>优点</a:t>
              </a:r>
            </a:p>
          </p:txBody>
        </p:sp>
        <p:cxnSp>
          <p:nvCxnSpPr>
            <p:cNvPr id="12" name="直接连接符 11"/>
            <p:cNvCxnSpPr/>
            <p:nvPr>
              <p:custDataLst>
                <p:tags r:id="rId5"/>
              </p:custDataLst>
            </p:nvPr>
          </p:nvCxnSpPr>
          <p:spPr>
            <a:xfrm>
              <a:off x="2490927" y="3985459"/>
              <a:ext cx="251129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825" name="矩形 6"/>
            <p:cNvSpPr/>
            <p:nvPr>
              <p:custDataLst>
                <p:tags r:id="rId6"/>
              </p:custDataLst>
            </p:nvPr>
          </p:nvSpPr>
          <p:spPr>
            <a:xfrm>
              <a:off x="2582024" y="4347552"/>
              <a:ext cx="3137853" cy="1137986"/>
            </a:xfrm>
            <a:prstGeom prst="rect">
              <a:avLst/>
            </a:prstGeom>
            <a:noFill/>
            <a:ln w="9525">
              <a:noFill/>
            </a:ln>
          </p:spPr>
          <p:txBody>
            <a:bodyPr>
              <a:spAutoFit/>
            </a:bodyPr>
            <a:lstStyle/>
            <a:p>
              <a:pPr eaLnBrk="1" hangingPunct="1">
                <a:lnSpc>
                  <a:spcPct val="130000"/>
                </a:lnSpc>
              </a:pPr>
              <a:r>
                <a:rPr lang="zh-CN" altLang="en-US" sz="2000" b="1" dirty="0">
                  <a:solidFill>
                    <a:schemeClr val="bg1"/>
                  </a:solidFill>
                  <a:latin typeface="微软雅黑" panose="020B0503020204020204" charset="-122"/>
                  <a:ea typeface="微软雅黑" panose="020B0503020204020204" charset="-122"/>
                </a:rPr>
                <a:t>设立程序简单</a:t>
              </a:r>
              <a:endParaRPr lang="en-US" altLang="zh-CN" sz="2000" b="1" dirty="0">
                <a:solidFill>
                  <a:schemeClr val="bg1"/>
                </a:solidFill>
                <a:latin typeface="微软雅黑" panose="020B0503020204020204" charset="-122"/>
                <a:ea typeface="微软雅黑" panose="020B0503020204020204" charset="-122"/>
              </a:endParaRPr>
            </a:p>
            <a:p>
              <a:pPr eaLnBrk="1" hangingPunct="1">
                <a:lnSpc>
                  <a:spcPct val="130000"/>
                </a:lnSpc>
              </a:pPr>
              <a:r>
                <a:rPr lang="zh-CN" altLang="en-US" sz="2000" b="1" dirty="0">
                  <a:solidFill>
                    <a:schemeClr val="bg1"/>
                  </a:solidFill>
                  <a:latin typeface="微软雅黑" panose="020B0503020204020204" charset="-122"/>
                  <a:ea typeface="微软雅黑" panose="020B0503020204020204" charset="-122"/>
                </a:rPr>
                <a:t>设立费用低</a:t>
              </a:r>
            </a:p>
          </p:txBody>
        </p:sp>
      </p:grpSp>
      <p:sp>
        <p:nvSpPr>
          <p:cNvPr id="34821" name="矩形 14"/>
          <p:cNvSpPr/>
          <p:nvPr/>
        </p:nvSpPr>
        <p:spPr>
          <a:xfrm>
            <a:off x="1356659" y="1864360"/>
            <a:ext cx="8426823" cy="1047594"/>
          </a:xfrm>
          <a:prstGeom prst="rect">
            <a:avLst/>
          </a:prstGeom>
          <a:noFill/>
          <a:ln w="9525">
            <a:noFill/>
          </a:ln>
        </p:spPr>
        <p:txBody>
          <a:bodyPr wrap="square">
            <a:spAutoFit/>
          </a:bodyPr>
          <a:lstStyle/>
          <a:p>
            <a:pPr algn="just" eaLnBrk="1" hangingPunct="1">
              <a:lnSpc>
                <a:spcPct val="150000"/>
              </a:lnSpc>
            </a:pPr>
            <a:r>
              <a:rPr lang="zh-CN" altLang="zh-CN" sz="2200" dirty="0">
                <a:solidFill>
                  <a:schemeClr val="bg1"/>
                </a:solidFill>
                <a:latin typeface="Arial" panose="020B0604020202020204" pitchFamily="34" charset="0"/>
              </a:rPr>
              <a:t>由两个以上的自然人订立合伙协议</a:t>
            </a:r>
            <a:r>
              <a:rPr lang="zh-CN" altLang="en-US" sz="2200" dirty="0">
                <a:solidFill>
                  <a:schemeClr val="bg1"/>
                </a:solidFill>
                <a:latin typeface="Arial" panose="020B0604020202020204" pitchFamily="34" charset="0"/>
              </a:rPr>
              <a:t>，</a:t>
            </a:r>
            <a:r>
              <a:rPr lang="zh-CN" altLang="zh-CN" sz="2200" dirty="0">
                <a:solidFill>
                  <a:schemeClr val="bg1"/>
                </a:solidFill>
                <a:latin typeface="Arial" panose="020B0604020202020204" pitchFamily="34" charset="0"/>
              </a:rPr>
              <a:t>共同出资、合伙经营、共享收益、共担风险</a:t>
            </a:r>
            <a:r>
              <a:rPr lang="zh-CN" altLang="en-US" sz="2200" dirty="0">
                <a:solidFill>
                  <a:schemeClr val="bg1"/>
                </a:solidFill>
                <a:latin typeface="Arial" panose="020B0604020202020204" pitchFamily="34" charset="0"/>
              </a:rPr>
              <a:t>，</a:t>
            </a:r>
            <a:r>
              <a:rPr lang="zh-CN" altLang="zh-CN" sz="2200" dirty="0">
                <a:solidFill>
                  <a:schemeClr val="bg1"/>
                </a:solidFill>
                <a:latin typeface="Arial" panose="020B0604020202020204" pitchFamily="34" charset="0"/>
              </a:rPr>
              <a:t>并对合伙企业债务承担无限连带责任的企业。</a:t>
            </a:r>
            <a:endParaRPr lang="zh-CN" altLang="zh-CN" sz="2200" dirty="0">
              <a:solidFill>
                <a:schemeClr val="bg1"/>
              </a:solidFill>
              <a:latin typeface="Arial" panose="020B0604020202020204" pitchFamily="34" charset="0"/>
              <a:ea typeface="宋体" panose="02010600030101010101" pitchFamily="2" charset="-122"/>
            </a:endParaRPr>
          </a:p>
        </p:txBody>
      </p:sp>
      <p:sp>
        <p:nvSpPr>
          <p:cNvPr id="5" name="平行四边形 4"/>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7" name="矩形 6"/>
          <p:cNvSpPr/>
          <p:nvPr/>
        </p:nvSpPr>
        <p:spPr>
          <a:xfrm>
            <a:off x="679368" y="991032"/>
            <a:ext cx="15036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合伙企业</a:t>
            </a:r>
          </a:p>
        </p:txBody>
      </p:sp>
      <p:cxnSp>
        <p:nvCxnSpPr>
          <p:cNvPr id="8" name="直接连接符 7"/>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7"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75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125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74"/>
          <p:cNvSpPr/>
          <p:nvPr/>
        </p:nvSpPr>
        <p:spPr>
          <a:xfrm rot="752781">
            <a:off x="6944640" y="2461632"/>
            <a:ext cx="3319462" cy="3319463"/>
          </a:xfrm>
          <a:prstGeom prst="ellipse">
            <a:avLst/>
          </a:prstGeom>
          <a:noFill/>
          <a:ln w="28575" cap="flat" cmpd="sng">
            <a:solidFill>
              <a:srgbClr val="3C8C93"/>
            </a:solidFill>
            <a:prstDash val="lgDash"/>
            <a:bevel/>
            <a:headEnd type="none" w="med" len="med"/>
            <a:tailEnd type="none" w="med" len="med"/>
          </a:ln>
        </p:spPr>
        <p:txBody>
          <a:bodyPr lIns="91438" tIns="45719" rIns="91438" bIns="45719" anchor="ctr" anchorCtr="0"/>
          <a:lstStyle/>
          <a:p>
            <a:pPr algn="ctr" eaLnBrk="1" hangingPunct="1"/>
            <a:endParaRPr lang="zh-CN" altLang="zh-CN" sz="2200" dirty="0">
              <a:latin typeface="宋体" panose="02010600030101010101" pitchFamily="2" charset="-122"/>
              <a:ea typeface="宋体" panose="02010600030101010101" pitchFamily="2" charset="-122"/>
              <a:sym typeface="宋体" panose="02010600030101010101" pitchFamily="2" charset="-122"/>
            </a:endParaRPr>
          </a:p>
        </p:txBody>
      </p:sp>
      <p:pic>
        <p:nvPicPr>
          <p:cNvPr id="16" name="图片 28"/>
          <p:cNvPicPr>
            <a:picLocks noChangeAspect="1"/>
          </p:cNvPicPr>
          <p:nvPr/>
        </p:nvPicPr>
        <p:blipFill>
          <a:blip r:embed="rId2">
            <a:lum bright="-20001" contrast="-39999"/>
          </a:blip>
          <a:stretch>
            <a:fillRect/>
          </a:stretch>
        </p:blipFill>
        <p:spPr>
          <a:xfrm>
            <a:off x="7741565" y="3217282"/>
            <a:ext cx="1725612" cy="1627188"/>
          </a:xfrm>
          <a:prstGeom prst="rect">
            <a:avLst/>
          </a:prstGeom>
          <a:noFill/>
          <a:ln w="9525">
            <a:noFill/>
          </a:ln>
        </p:spPr>
      </p:pic>
      <p:grpSp>
        <p:nvGrpSpPr>
          <p:cNvPr id="17" name="组合 8"/>
          <p:cNvGrpSpPr/>
          <p:nvPr/>
        </p:nvGrpSpPr>
        <p:grpSpPr>
          <a:xfrm>
            <a:off x="7068465" y="5242932"/>
            <a:ext cx="1042987" cy="808038"/>
            <a:chOff x="51240" y="0"/>
            <a:chExt cx="1316027" cy="1020157"/>
          </a:xfrm>
        </p:grpSpPr>
        <p:sp>
          <p:nvSpPr>
            <p:cNvPr id="35865" name="矩形 67"/>
            <p:cNvSpPr/>
            <p:nvPr/>
          </p:nvSpPr>
          <p:spPr>
            <a:xfrm>
              <a:off x="51240" y="69776"/>
              <a:ext cx="1316027" cy="950381"/>
            </a:xfrm>
            <a:prstGeom prst="rect">
              <a:avLst/>
            </a:prstGeom>
            <a:solidFill>
              <a:srgbClr val="F2F2F2"/>
            </a:solidFill>
            <a:ln w="12700">
              <a:noFill/>
            </a:ln>
          </p:spPr>
          <p:txBody>
            <a:bodyPr anchor="ctr" anchorCtr="0"/>
            <a:lstStyle/>
            <a:p>
              <a:pPr algn="ctr" eaLnBrk="1" hangingPunct="1"/>
              <a:endParaRPr lang="zh-CN" altLang="zh-CN" sz="2200" dirty="0">
                <a:latin typeface="宋体" panose="02010600030101010101" pitchFamily="2" charset="-122"/>
                <a:ea typeface="宋体" panose="02010600030101010101" pitchFamily="2" charset="-122"/>
                <a:sym typeface="宋体" panose="02010600030101010101" pitchFamily="2" charset="-122"/>
              </a:endParaRPr>
            </a:p>
          </p:txBody>
        </p:sp>
        <p:sp>
          <p:nvSpPr>
            <p:cNvPr id="35866" name="直接连接符 61"/>
            <p:cNvSpPr/>
            <p:nvPr/>
          </p:nvSpPr>
          <p:spPr>
            <a:xfrm>
              <a:off x="51240" y="0"/>
              <a:ext cx="1316027" cy="1"/>
            </a:xfrm>
            <a:prstGeom prst="line">
              <a:avLst/>
            </a:prstGeom>
            <a:ln w="28575" cap="flat" cmpd="sng">
              <a:solidFill>
                <a:srgbClr val="1BBB9A"/>
              </a:solidFill>
              <a:prstDash val="solid"/>
              <a:bevel/>
              <a:headEnd type="none" w="med" len="med"/>
              <a:tailEnd type="none" w="med" len="med"/>
            </a:ln>
          </p:spPr>
        </p:sp>
      </p:grpSp>
      <p:grpSp>
        <p:nvGrpSpPr>
          <p:cNvPr id="20" name="组合 6"/>
          <p:cNvGrpSpPr/>
          <p:nvPr/>
        </p:nvGrpSpPr>
        <p:grpSpPr>
          <a:xfrm>
            <a:off x="9152852" y="5242932"/>
            <a:ext cx="1044575" cy="807720"/>
            <a:chOff x="0" y="0"/>
            <a:chExt cx="1318729" cy="1019758"/>
          </a:xfrm>
        </p:grpSpPr>
        <p:sp>
          <p:nvSpPr>
            <p:cNvPr id="35863" name="直接连接符 60"/>
            <p:cNvSpPr/>
            <p:nvPr/>
          </p:nvSpPr>
          <p:spPr>
            <a:xfrm>
              <a:off x="2702" y="0"/>
              <a:ext cx="1316027" cy="1"/>
            </a:xfrm>
            <a:prstGeom prst="line">
              <a:avLst/>
            </a:prstGeom>
            <a:ln w="28575" cap="flat" cmpd="sng">
              <a:solidFill>
                <a:srgbClr val="1BBB9A"/>
              </a:solidFill>
              <a:prstDash val="solid"/>
              <a:bevel/>
              <a:headEnd type="none" w="med" len="med"/>
              <a:tailEnd type="none" w="med" len="med"/>
            </a:ln>
          </p:spPr>
        </p:sp>
        <p:sp>
          <p:nvSpPr>
            <p:cNvPr id="35864" name="矩形 68"/>
            <p:cNvSpPr/>
            <p:nvPr/>
          </p:nvSpPr>
          <p:spPr>
            <a:xfrm>
              <a:off x="0" y="69748"/>
              <a:ext cx="1316324" cy="950010"/>
            </a:xfrm>
            <a:prstGeom prst="rect">
              <a:avLst/>
            </a:prstGeom>
            <a:solidFill>
              <a:srgbClr val="F2F2F2"/>
            </a:solidFill>
            <a:ln w="12700">
              <a:noFill/>
            </a:ln>
          </p:spPr>
          <p:txBody>
            <a:bodyPr anchor="ctr" anchorCtr="0"/>
            <a:lstStyle/>
            <a:p>
              <a:pPr algn="ctr" eaLnBrk="1" hangingPunct="1"/>
              <a:r>
                <a:rPr lang="zh-CN" altLang="en-US" sz="1600" b="1" dirty="0">
                  <a:latin typeface="微软雅黑" panose="020B0503020204020204" charset="-122"/>
                  <a:ea typeface="微软雅黑" panose="020B0503020204020204" charset="-122"/>
                </a:rPr>
                <a:t>有限责任</a:t>
              </a:r>
              <a:endParaRPr lang="zh-CN" altLang="en-US" sz="1600" b="1" dirty="0">
                <a:latin typeface="微软雅黑" panose="020B0503020204020204" charset="-122"/>
                <a:ea typeface="微软雅黑" panose="020B0503020204020204" charset="-122"/>
                <a:sym typeface="宋体" panose="02010600030101010101" pitchFamily="2" charset="-122"/>
              </a:endParaRPr>
            </a:p>
          </p:txBody>
        </p:sp>
      </p:grpSp>
      <p:grpSp>
        <p:nvGrpSpPr>
          <p:cNvPr id="23" name="组合 3"/>
          <p:cNvGrpSpPr/>
          <p:nvPr/>
        </p:nvGrpSpPr>
        <p:grpSpPr>
          <a:xfrm>
            <a:off x="9798965" y="3518907"/>
            <a:ext cx="1041400" cy="822325"/>
            <a:chOff x="1533" y="0"/>
            <a:chExt cx="1316028" cy="1038301"/>
          </a:xfrm>
        </p:grpSpPr>
        <p:sp>
          <p:nvSpPr>
            <p:cNvPr id="35861" name="直接连接符 59"/>
            <p:cNvSpPr/>
            <p:nvPr/>
          </p:nvSpPr>
          <p:spPr>
            <a:xfrm>
              <a:off x="1534" y="0"/>
              <a:ext cx="1316027" cy="1"/>
            </a:xfrm>
            <a:prstGeom prst="line">
              <a:avLst/>
            </a:prstGeom>
            <a:ln w="28575" cap="flat" cmpd="sng">
              <a:solidFill>
                <a:srgbClr val="1BBB9A"/>
              </a:solidFill>
              <a:prstDash val="solid"/>
              <a:bevel/>
              <a:headEnd type="none" w="med" len="med"/>
              <a:tailEnd type="none" w="med" len="med"/>
            </a:ln>
          </p:spPr>
        </p:sp>
        <p:sp>
          <p:nvSpPr>
            <p:cNvPr id="35862" name="矩形 65"/>
            <p:cNvSpPr/>
            <p:nvPr/>
          </p:nvSpPr>
          <p:spPr>
            <a:xfrm>
              <a:off x="1533" y="87920"/>
              <a:ext cx="1316027" cy="950381"/>
            </a:xfrm>
            <a:prstGeom prst="rect">
              <a:avLst/>
            </a:prstGeom>
            <a:solidFill>
              <a:srgbClr val="F2F2F2"/>
            </a:solidFill>
            <a:ln w="12700">
              <a:noFill/>
            </a:ln>
          </p:spPr>
          <p:txBody>
            <a:bodyPr anchor="ctr" anchorCtr="0"/>
            <a:lstStyle/>
            <a:p>
              <a:pPr algn="ctr" eaLnBrk="1" hangingPunct="1"/>
              <a:endParaRPr lang="zh-CN" altLang="zh-CN" sz="2200" dirty="0">
                <a:latin typeface="宋体" panose="02010600030101010101" pitchFamily="2" charset="-122"/>
                <a:ea typeface="宋体" panose="02010600030101010101" pitchFamily="2" charset="-122"/>
                <a:sym typeface="宋体" panose="02010600030101010101" pitchFamily="2" charset="-122"/>
              </a:endParaRPr>
            </a:p>
          </p:txBody>
        </p:sp>
      </p:grpSp>
      <p:grpSp>
        <p:nvGrpSpPr>
          <p:cNvPr id="26" name="组合 1"/>
          <p:cNvGrpSpPr/>
          <p:nvPr/>
        </p:nvGrpSpPr>
        <p:grpSpPr>
          <a:xfrm>
            <a:off x="6427908" y="3560499"/>
            <a:ext cx="1042987" cy="806450"/>
            <a:chOff x="0" y="0"/>
            <a:chExt cx="1316027" cy="1020158"/>
          </a:xfrm>
        </p:grpSpPr>
        <p:sp>
          <p:nvSpPr>
            <p:cNvPr id="35859" name="直接连接符 58"/>
            <p:cNvSpPr/>
            <p:nvPr/>
          </p:nvSpPr>
          <p:spPr>
            <a:xfrm>
              <a:off x="0" y="0"/>
              <a:ext cx="1316027" cy="1"/>
            </a:xfrm>
            <a:prstGeom prst="line">
              <a:avLst/>
            </a:prstGeom>
            <a:ln w="28575" cap="flat" cmpd="sng">
              <a:solidFill>
                <a:srgbClr val="1BBB9A"/>
              </a:solidFill>
              <a:prstDash val="solid"/>
              <a:bevel/>
              <a:headEnd type="none" w="med" len="med"/>
              <a:tailEnd type="none" w="med" len="med"/>
            </a:ln>
          </p:spPr>
        </p:sp>
        <p:sp>
          <p:nvSpPr>
            <p:cNvPr id="35860" name="矩形 66"/>
            <p:cNvSpPr/>
            <p:nvPr/>
          </p:nvSpPr>
          <p:spPr>
            <a:xfrm>
              <a:off x="0" y="69777"/>
              <a:ext cx="1316027" cy="950381"/>
            </a:xfrm>
            <a:prstGeom prst="rect">
              <a:avLst/>
            </a:prstGeom>
            <a:solidFill>
              <a:srgbClr val="F2F2F2"/>
            </a:solidFill>
            <a:ln w="12700">
              <a:noFill/>
            </a:ln>
          </p:spPr>
          <p:txBody>
            <a:bodyPr anchor="ctr" anchorCtr="0"/>
            <a:lstStyle/>
            <a:p>
              <a:pPr algn="ctr" eaLnBrk="1" hangingPunct="1"/>
              <a:endParaRPr lang="zh-CN" altLang="zh-CN" sz="2200" dirty="0">
                <a:latin typeface="宋体" panose="02010600030101010101" pitchFamily="2" charset="-122"/>
                <a:ea typeface="宋体" panose="02010600030101010101" pitchFamily="2" charset="-122"/>
                <a:sym typeface="宋体" panose="02010600030101010101" pitchFamily="2" charset="-122"/>
              </a:endParaRPr>
            </a:p>
          </p:txBody>
        </p:sp>
      </p:grpSp>
      <p:grpSp>
        <p:nvGrpSpPr>
          <p:cNvPr id="29" name="组合 2"/>
          <p:cNvGrpSpPr/>
          <p:nvPr/>
        </p:nvGrpSpPr>
        <p:grpSpPr>
          <a:xfrm>
            <a:off x="8111452" y="2145720"/>
            <a:ext cx="1122363" cy="817562"/>
            <a:chOff x="0" y="0"/>
            <a:chExt cx="1418505" cy="1033353"/>
          </a:xfrm>
        </p:grpSpPr>
        <p:sp>
          <p:nvSpPr>
            <p:cNvPr id="35856" name="直接连接符 51"/>
            <p:cNvSpPr/>
            <p:nvPr/>
          </p:nvSpPr>
          <p:spPr>
            <a:xfrm>
              <a:off x="0" y="0"/>
              <a:ext cx="1316027" cy="1"/>
            </a:xfrm>
            <a:prstGeom prst="line">
              <a:avLst/>
            </a:prstGeom>
            <a:ln w="28575" cap="flat" cmpd="sng">
              <a:solidFill>
                <a:srgbClr val="1BBB9A"/>
              </a:solidFill>
              <a:prstDash val="solid"/>
              <a:bevel/>
              <a:headEnd type="none" w="med" len="med"/>
              <a:tailEnd type="none" w="med" len="med"/>
            </a:ln>
          </p:spPr>
        </p:sp>
        <p:sp>
          <p:nvSpPr>
            <p:cNvPr id="35857" name="矩形 63"/>
            <p:cNvSpPr/>
            <p:nvPr/>
          </p:nvSpPr>
          <p:spPr>
            <a:xfrm>
              <a:off x="0" y="82972"/>
              <a:ext cx="1316027" cy="950381"/>
            </a:xfrm>
            <a:prstGeom prst="rect">
              <a:avLst/>
            </a:prstGeom>
            <a:solidFill>
              <a:srgbClr val="F2F2F2"/>
            </a:solidFill>
            <a:ln w="12700">
              <a:noFill/>
            </a:ln>
          </p:spPr>
          <p:txBody>
            <a:bodyPr anchor="ctr" anchorCtr="0"/>
            <a:lstStyle/>
            <a:p>
              <a:pPr algn="ctr" eaLnBrk="1" hangingPunct="1"/>
              <a:endParaRPr lang="zh-CN" altLang="zh-CN" sz="2200" dirty="0">
                <a:latin typeface="宋体" panose="02010600030101010101" pitchFamily="2" charset="-122"/>
                <a:ea typeface="宋体" panose="02010600030101010101" pitchFamily="2" charset="-122"/>
                <a:sym typeface="宋体" panose="02010600030101010101" pitchFamily="2" charset="-122"/>
              </a:endParaRPr>
            </a:p>
          </p:txBody>
        </p:sp>
        <p:sp>
          <p:nvSpPr>
            <p:cNvPr id="35858" name="文本框 72"/>
            <p:cNvSpPr/>
            <p:nvPr/>
          </p:nvSpPr>
          <p:spPr>
            <a:xfrm>
              <a:off x="0" y="119764"/>
              <a:ext cx="1418505" cy="543363"/>
            </a:xfrm>
            <a:prstGeom prst="rect">
              <a:avLst/>
            </a:prstGeom>
            <a:noFill/>
            <a:ln w="9525">
              <a:noFill/>
            </a:ln>
          </p:spPr>
          <p:txBody>
            <a:bodyPr>
              <a:spAutoFit/>
            </a:bodyPr>
            <a:lstStyle/>
            <a:p>
              <a:pPr algn="ctr" eaLnBrk="1" hangingPunct="1"/>
              <a:endParaRPr lang="en-US" altLang="zh-CN" sz="2200" dirty="0">
                <a:latin typeface="微软雅黑" panose="020B0503020204020204" charset="-122"/>
                <a:ea typeface="微软雅黑" panose="020B0503020204020204" charset="-122"/>
                <a:sym typeface="微软雅黑" panose="020B0503020204020204" charset="-122"/>
              </a:endParaRPr>
            </a:p>
          </p:txBody>
        </p:sp>
      </p:grpSp>
      <p:sp>
        <p:nvSpPr>
          <p:cNvPr id="33" name="文本框 73"/>
          <p:cNvSpPr/>
          <p:nvPr/>
        </p:nvSpPr>
        <p:spPr>
          <a:xfrm>
            <a:off x="8171777" y="3887207"/>
            <a:ext cx="865188" cy="428625"/>
          </a:xfrm>
          <a:prstGeom prst="rect">
            <a:avLst/>
          </a:prstGeom>
          <a:noFill/>
          <a:ln w="9525">
            <a:noFill/>
          </a:ln>
        </p:spPr>
        <p:txBody>
          <a:bodyPr lIns="91438" tIns="45719" rIns="91438" bIns="45719">
            <a:spAutoFit/>
          </a:bodyPr>
          <a:lstStyle/>
          <a:p>
            <a:pPr algn="ctr" eaLnBrk="1" hangingPunct="1"/>
            <a:r>
              <a:rPr lang="zh-CN" altLang="en-US" sz="2200" dirty="0">
                <a:solidFill>
                  <a:srgbClr val="FFFFFF"/>
                </a:solidFill>
                <a:latin typeface="微软雅黑" panose="020B0503020204020204" charset="-122"/>
                <a:ea typeface="微软雅黑" panose="020B0503020204020204" charset="-122"/>
                <a:sym typeface="微软雅黑" panose="020B0503020204020204" charset="-122"/>
              </a:rPr>
              <a:t>特点</a:t>
            </a:r>
            <a:endParaRPr lang="zh-CN" altLang="en-US" sz="2200" dirty="0">
              <a:solidFill>
                <a:srgbClr val="FFFFFF"/>
              </a:solidFill>
              <a:latin typeface="Arial" panose="020B0604020202020204" pitchFamily="34" charset="0"/>
              <a:ea typeface="宋体" panose="02010600030101010101" pitchFamily="2" charset="-122"/>
            </a:endParaRPr>
          </a:p>
        </p:txBody>
      </p:sp>
      <p:sp>
        <p:nvSpPr>
          <p:cNvPr id="34" name="文本框 31"/>
          <p:cNvSpPr/>
          <p:nvPr/>
        </p:nvSpPr>
        <p:spPr>
          <a:xfrm>
            <a:off x="8036840" y="2402895"/>
            <a:ext cx="1209675" cy="368300"/>
          </a:xfrm>
          <a:prstGeom prst="rect">
            <a:avLst/>
          </a:prstGeom>
          <a:noFill/>
          <a:ln w="9525">
            <a:noFill/>
          </a:ln>
        </p:spPr>
        <p:txBody>
          <a:bodyPr>
            <a:spAutoFit/>
          </a:bodyPr>
          <a:lstStyle/>
          <a:p>
            <a:pPr algn="ctr" eaLnBrk="1" hangingPunct="1">
              <a:buClr>
                <a:srgbClr val="0070C0"/>
              </a:buClr>
            </a:pPr>
            <a:r>
              <a:rPr lang="zh-CN" altLang="en-US" b="1" dirty="0">
                <a:latin typeface="微软雅黑" panose="020B0503020204020204" charset="-122"/>
                <a:ea typeface="微软雅黑" panose="020B0503020204020204" charset="-122"/>
              </a:rPr>
              <a:t>独立法人</a:t>
            </a:r>
          </a:p>
        </p:txBody>
      </p:sp>
      <p:sp>
        <p:nvSpPr>
          <p:cNvPr id="35" name="文本框 31"/>
          <p:cNvSpPr/>
          <p:nvPr/>
        </p:nvSpPr>
        <p:spPr>
          <a:xfrm>
            <a:off x="9603702" y="3795132"/>
            <a:ext cx="1432560" cy="337185"/>
          </a:xfrm>
          <a:prstGeom prst="rect">
            <a:avLst/>
          </a:prstGeom>
          <a:noFill/>
          <a:ln w="9525">
            <a:noFill/>
          </a:ln>
        </p:spPr>
        <p:txBody>
          <a:bodyPr wrap="square">
            <a:spAutoFit/>
          </a:bodyPr>
          <a:lstStyle/>
          <a:p>
            <a:pPr algn="ctr" eaLnBrk="1" hangingPunct="1">
              <a:buClr>
                <a:srgbClr val="0070C0"/>
              </a:buClr>
            </a:pPr>
            <a:r>
              <a:rPr lang="zh-CN" altLang="en-US" sz="1600" b="1" dirty="0">
                <a:latin typeface="微软雅黑" panose="020B0503020204020204" charset="-122"/>
                <a:ea typeface="微软雅黑" panose="020B0503020204020204" charset="-122"/>
              </a:rPr>
              <a:t>无限存续期</a:t>
            </a:r>
          </a:p>
        </p:txBody>
      </p:sp>
      <p:sp>
        <p:nvSpPr>
          <p:cNvPr id="36" name="文本框 31"/>
          <p:cNvSpPr/>
          <p:nvPr/>
        </p:nvSpPr>
        <p:spPr>
          <a:xfrm>
            <a:off x="6949402" y="5344532"/>
            <a:ext cx="1282700" cy="673100"/>
          </a:xfrm>
          <a:prstGeom prst="rect">
            <a:avLst/>
          </a:prstGeom>
          <a:noFill/>
          <a:ln w="9525">
            <a:noFill/>
          </a:ln>
        </p:spPr>
        <p:txBody>
          <a:bodyPr>
            <a:noAutofit/>
          </a:bodyPr>
          <a:lstStyle/>
          <a:p>
            <a:pPr algn="ctr" eaLnBrk="1" hangingPunct="1">
              <a:buClr>
                <a:srgbClr val="0070C0"/>
              </a:buClr>
            </a:pPr>
            <a:r>
              <a:rPr lang="zh-CN" altLang="en-US" sz="1600" b="1" dirty="0">
                <a:latin typeface="微软雅黑" panose="020B0503020204020204" charset="-122"/>
                <a:ea typeface="微软雅黑" panose="020B0503020204020204" charset="-122"/>
              </a:rPr>
              <a:t>所有权和经营权分离</a:t>
            </a:r>
          </a:p>
        </p:txBody>
      </p:sp>
      <p:sp>
        <p:nvSpPr>
          <p:cNvPr id="37" name="文本框 31"/>
          <p:cNvSpPr/>
          <p:nvPr/>
        </p:nvSpPr>
        <p:spPr>
          <a:xfrm>
            <a:off x="6303589" y="3699521"/>
            <a:ext cx="1185863" cy="583565"/>
          </a:xfrm>
          <a:prstGeom prst="rect">
            <a:avLst/>
          </a:prstGeom>
          <a:noFill/>
          <a:ln w="9525">
            <a:noFill/>
          </a:ln>
        </p:spPr>
        <p:txBody>
          <a:bodyPr>
            <a:spAutoFit/>
          </a:bodyPr>
          <a:lstStyle/>
          <a:p>
            <a:pPr algn="ctr" eaLnBrk="1" hangingPunct="1">
              <a:buClr>
                <a:srgbClr val="0070C0"/>
              </a:buClr>
            </a:pPr>
            <a:r>
              <a:rPr lang="zh-CN" altLang="en-US" sz="1600" b="1" dirty="0">
                <a:latin typeface="微软雅黑" panose="020B0503020204020204" charset="-122"/>
                <a:ea typeface="微软雅黑" panose="020B0503020204020204" charset="-122"/>
              </a:rPr>
              <a:t>筹资渠道多元化</a:t>
            </a:r>
          </a:p>
        </p:txBody>
      </p:sp>
      <p:sp>
        <p:nvSpPr>
          <p:cNvPr id="35855" name="矩形 26"/>
          <p:cNvSpPr/>
          <p:nvPr/>
        </p:nvSpPr>
        <p:spPr>
          <a:xfrm>
            <a:off x="1000069" y="2030150"/>
            <a:ext cx="5303520" cy="1113790"/>
          </a:xfrm>
          <a:prstGeom prst="rect">
            <a:avLst/>
          </a:prstGeom>
          <a:noFill/>
          <a:ln w="9525">
            <a:noFill/>
          </a:ln>
        </p:spPr>
        <p:txBody>
          <a:bodyPr wrap="square">
            <a:noAutofit/>
          </a:bodyPr>
          <a:lstStyle/>
          <a:p>
            <a:pPr algn="just" eaLnBrk="1" hangingPunct="1">
              <a:lnSpc>
                <a:spcPct val="150000"/>
              </a:lnSpc>
            </a:pPr>
            <a:r>
              <a:rPr lang="zh-CN" altLang="zh-CN" sz="2000" b="1" dirty="0">
                <a:solidFill>
                  <a:schemeClr val="bg1"/>
                </a:solidFill>
                <a:latin typeface="宋体" panose="02010600030101010101" pitchFamily="2" charset="-122"/>
                <a:ea typeface="宋体" panose="02010600030101010101" pitchFamily="2" charset="-122"/>
              </a:rPr>
              <a:t>依照国家相关法律集资创建的</a:t>
            </a:r>
            <a:r>
              <a:rPr lang="zh-CN" altLang="en-US" sz="2000" b="1" dirty="0">
                <a:solidFill>
                  <a:schemeClr val="bg1"/>
                </a:solidFill>
                <a:latin typeface="宋体" panose="02010600030101010101" pitchFamily="2" charset="-122"/>
                <a:ea typeface="宋体" panose="02010600030101010101" pitchFamily="2" charset="-122"/>
              </a:rPr>
              <a:t>，</a:t>
            </a:r>
            <a:r>
              <a:rPr lang="zh-CN" altLang="zh-CN" sz="2000" b="1" dirty="0">
                <a:solidFill>
                  <a:schemeClr val="bg1"/>
                </a:solidFill>
                <a:latin typeface="宋体" panose="02010600030101010101" pitchFamily="2" charset="-122"/>
                <a:ea typeface="宋体" panose="02010600030101010101" pitchFamily="2" charset="-122"/>
              </a:rPr>
              <a:t>实行自主经营、自负盈亏</a:t>
            </a:r>
            <a:r>
              <a:rPr lang="zh-CN" altLang="en-US" sz="2000" b="1" dirty="0">
                <a:solidFill>
                  <a:schemeClr val="bg1"/>
                </a:solidFill>
                <a:latin typeface="宋体" panose="02010600030101010101" pitchFamily="2" charset="-122"/>
                <a:ea typeface="宋体" panose="02010600030101010101" pitchFamily="2" charset="-122"/>
              </a:rPr>
              <a:t>，</a:t>
            </a:r>
            <a:r>
              <a:rPr lang="zh-CN" altLang="zh-CN" sz="2000" b="1" dirty="0">
                <a:solidFill>
                  <a:schemeClr val="bg1"/>
                </a:solidFill>
                <a:latin typeface="宋体" panose="02010600030101010101" pitchFamily="2" charset="-122"/>
                <a:ea typeface="宋体" panose="02010600030101010101" pitchFamily="2" charset="-122"/>
              </a:rPr>
              <a:t>由法定出资人</a:t>
            </a:r>
            <a:r>
              <a:rPr lang="zh-CN" altLang="en-US" sz="2000" b="1" dirty="0">
                <a:solidFill>
                  <a:schemeClr val="bg1"/>
                </a:solidFill>
                <a:latin typeface="宋体" panose="02010600030101010101" pitchFamily="2" charset="-122"/>
                <a:ea typeface="宋体" panose="02010600030101010101" pitchFamily="2" charset="-122"/>
              </a:rPr>
              <a:t>（</a:t>
            </a:r>
            <a:r>
              <a:rPr lang="zh-CN" altLang="zh-CN" sz="2000" b="1" dirty="0">
                <a:solidFill>
                  <a:schemeClr val="bg1"/>
                </a:solidFill>
                <a:latin typeface="宋体" panose="02010600030101010101" pitchFamily="2" charset="-122"/>
                <a:ea typeface="宋体" panose="02010600030101010101" pitchFamily="2" charset="-122"/>
              </a:rPr>
              <a:t>股东）组成的</a:t>
            </a:r>
            <a:r>
              <a:rPr lang="zh-CN" altLang="en-US" sz="2000" b="1" dirty="0">
                <a:solidFill>
                  <a:schemeClr val="bg1"/>
                </a:solidFill>
                <a:latin typeface="宋体" panose="02010600030101010101" pitchFamily="2" charset="-122"/>
                <a:ea typeface="宋体" panose="02010600030101010101" pitchFamily="2" charset="-122"/>
              </a:rPr>
              <a:t>，</a:t>
            </a:r>
            <a:r>
              <a:rPr lang="zh-CN" altLang="zh-CN" sz="2000" b="1" dirty="0">
                <a:solidFill>
                  <a:schemeClr val="bg1"/>
                </a:solidFill>
                <a:latin typeface="宋体" panose="02010600030101010101" pitchFamily="2" charset="-122"/>
                <a:ea typeface="宋体" panose="02010600030101010101" pitchFamily="2" charset="-122"/>
              </a:rPr>
              <a:t>具有法人资格的独立经济组织。</a:t>
            </a:r>
            <a:endParaRPr lang="zh-CN" altLang="en-US" sz="2000" b="1" dirty="0">
              <a:solidFill>
                <a:schemeClr val="bg1"/>
              </a:solidFill>
              <a:latin typeface="宋体" panose="02010600030101010101" pitchFamily="2" charset="-122"/>
              <a:ea typeface="宋体" panose="02010600030101010101" pitchFamily="2" charset="-122"/>
            </a:endParaRPr>
          </a:p>
        </p:txBody>
      </p:sp>
      <p:sp>
        <p:nvSpPr>
          <p:cNvPr id="5" name="文本框 4"/>
          <p:cNvSpPr txBox="1"/>
          <p:nvPr/>
        </p:nvSpPr>
        <p:spPr>
          <a:xfrm>
            <a:off x="1069684" y="3838864"/>
            <a:ext cx="4190365" cy="1781706"/>
          </a:xfrm>
          <a:prstGeom prst="rect">
            <a:avLst/>
          </a:prstGeom>
          <a:noFill/>
        </p:spPr>
        <p:txBody>
          <a:bodyPr wrap="square" rtlCol="0" anchor="t">
            <a:spAutoFit/>
          </a:bodyPr>
          <a:lstStyle/>
          <a:p>
            <a:pPr algn="just" eaLnBrk="1" hangingPunct="1">
              <a:lnSpc>
                <a:spcPct val="150000"/>
              </a:lnSpc>
            </a:pPr>
            <a:r>
              <a:rPr lang="zh-CN" altLang="en-US" sz="2000" b="1" dirty="0">
                <a:solidFill>
                  <a:schemeClr val="bg1"/>
                </a:solidFill>
                <a:latin typeface="宋体" panose="02010600030101010101" pitchFamily="2" charset="-122"/>
                <a:ea typeface="宋体" panose="02010600030101010101" pitchFamily="2" charset="-122"/>
                <a:sym typeface="+mn-ea"/>
              </a:rPr>
              <a:t>分为股份有限公司和有限责任公司</a:t>
            </a:r>
          </a:p>
          <a:p>
            <a:pPr indent="0" algn="just" fontAlgn="auto">
              <a:lnSpc>
                <a:spcPct val="150000"/>
              </a:lnSpc>
              <a:buFont typeface="Arial" panose="020B0604020202020204" pitchFamily="34" charset="0"/>
              <a:buChar char="•"/>
            </a:pPr>
            <a:r>
              <a:rPr lang="en-US" altLang="zh-CN" sz="2000" dirty="0">
                <a:solidFill>
                  <a:schemeClr val="bg1"/>
                </a:solidFill>
                <a:latin typeface="宋体" panose="02010600030101010101" pitchFamily="2" charset="-122"/>
                <a:ea typeface="宋体" panose="02010600030101010101" pitchFamily="2" charset="-122"/>
                <a:sym typeface="+mn-ea"/>
              </a:rPr>
              <a:t> </a:t>
            </a:r>
            <a:r>
              <a:rPr lang="zh-CN" altLang="en-US" dirty="0">
                <a:solidFill>
                  <a:schemeClr val="bg1"/>
                </a:solidFill>
                <a:latin typeface="宋体" panose="02010600030101010101" pitchFamily="2" charset="-122"/>
                <a:ea typeface="宋体" panose="02010600030101010101" pitchFamily="2" charset="-122"/>
                <a:sym typeface="+mn-ea"/>
              </a:rPr>
              <a:t>股东的数量不同</a:t>
            </a:r>
          </a:p>
          <a:p>
            <a:pPr indent="0" algn="just" fontAlgn="auto">
              <a:lnSpc>
                <a:spcPct val="150000"/>
              </a:lnSpc>
              <a:buFont typeface="Arial" panose="020B0604020202020204" pitchFamily="34" charset="0"/>
              <a:buChar char="•"/>
            </a:pPr>
            <a:r>
              <a:rPr lang="en-US" altLang="zh-CN" dirty="0">
                <a:solidFill>
                  <a:schemeClr val="bg1"/>
                </a:solidFill>
                <a:latin typeface="宋体" panose="02010600030101010101" pitchFamily="2" charset="-122"/>
                <a:ea typeface="宋体" panose="02010600030101010101" pitchFamily="2" charset="-122"/>
                <a:sym typeface="+mn-ea"/>
              </a:rPr>
              <a:t> </a:t>
            </a:r>
            <a:r>
              <a:rPr lang="zh-CN" altLang="en-US" dirty="0">
                <a:solidFill>
                  <a:schemeClr val="bg1"/>
                </a:solidFill>
                <a:latin typeface="宋体" panose="02010600030101010101" pitchFamily="2" charset="-122"/>
                <a:ea typeface="宋体" panose="02010600030101010101" pitchFamily="2" charset="-122"/>
                <a:sym typeface="+mn-ea"/>
              </a:rPr>
              <a:t>成立条件和募集资金的方式不同</a:t>
            </a:r>
          </a:p>
          <a:p>
            <a:pPr indent="0" algn="just" fontAlgn="auto">
              <a:lnSpc>
                <a:spcPct val="150000"/>
              </a:lnSpc>
              <a:buFont typeface="Arial" panose="020B0604020202020204" pitchFamily="34" charset="0"/>
              <a:buChar char="•"/>
            </a:pPr>
            <a:r>
              <a:rPr lang="en-US" altLang="zh-CN" dirty="0">
                <a:solidFill>
                  <a:schemeClr val="bg1"/>
                </a:solidFill>
                <a:latin typeface="宋体" panose="02010600030101010101" pitchFamily="2" charset="-122"/>
                <a:ea typeface="宋体" panose="02010600030101010101" pitchFamily="2" charset="-122"/>
                <a:sym typeface="+mn-ea"/>
              </a:rPr>
              <a:t> </a:t>
            </a:r>
            <a:r>
              <a:rPr lang="zh-CN" altLang="en-US" dirty="0">
                <a:solidFill>
                  <a:schemeClr val="bg1"/>
                </a:solidFill>
                <a:latin typeface="宋体" panose="02010600030101010101" pitchFamily="2" charset="-122"/>
                <a:ea typeface="宋体" panose="02010600030101010101" pitchFamily="2" charset="-122"/>
                <a:sym typeface="+mn-ea"/>
              </a:rPr>
              <a:t>股权转让的条件限制不同</a:t>
            </a:r>
          </a:p>
        </p:txBody>
      </p:sp>
      <p:sp>
        <p:nvSpPr>
          <p:cNvPr id="2" name="平行四边形 1"/>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7" name="矩形 6"/>
          <p:cNvSpPr/>
          <p:nvPr/>
        </p:nvSpPr>
        <p:spPr>
          <a:xfrm>
            <a:off x="679368" y="991032"/>
            <a:ext cx="18338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公司制企业</a:t>
            </a:r>
          </a:p>
        </p:txBody>
      </p:sp>
      <p:cxnSp>
        <p:nvCxnSpPr>
          <p:cNvPr id="8" name="直接连接符 7"/>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3"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randombar(horizontal)">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33" grpId="0"/>
      <p:bldP spid="34" grpId="0"/>
      <p:bldP spid="35" grpId="0"/>
      <p:bldP spid="36" grpId="0"/>
      <p:bldP spid="3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矩形 1"/>
          <p:cNvSpPr/>
          <p:nvPr/>
        </p:nvSpPr>
        <p:spPr>
          <a:xfrm>
            <a:off x="600429" y="1602741"/>
            <a:ext cx="10599477" cy="786765"/>
          </a:xfrm>
          <a:prstGeom prst="rect">
            <a:avLst/>
          </a:prstGeom>
          <a:noFill/>
          <a:ln w="9525">
            <a:noFill/>
          </a:ln>
        </p:spPr>
        <p:txBody>
          <a:bodyPr wrap="square">
            <a:noAutofit/>
          </a:bodyPr>
          <a:lstStyle/>
          <a:p>
            <a:pPr algn="just">
              <a:lnSpc>
                <a:spcPct val="150000"/>
              </a:lnSpc>
              <a:buNone/>
            </a:pPr>
            <a:r>
              <a:rPr lang="zh-CN" altLang="zh-CN" b="0" dirty="0">
                <a:solidFill>
                  <a:schemeClr val="bg1"/>
                </a:solidFill>
                <a:latin typeface="NEU-BZ-S92"/>
                <a:ea typeface="方正书宋_GBK"/>
              </a:rPr>
              <a:t>总裁是企业的首席执行官</a:t>
            </a:r>
            <a:r>
              <a:rPr lang="zh-CN" altLang="en-US" b="0" dirty="0">
                <a:solidFill>
                  <a:schemeClr val="bg1"/>
                </a:solidFill>
                <a:latin typeface="方正书宋_GBK"/>
                <a:ea typeface="方正书宋_GBK"/>
              </a:rPr>
              <a:t>，</a:t>
            </a:r>
            <a:r>
              <a:rPr lang="zh-CN" altLang="zh-CN" b="0" dirty="0">
                <a:solidFill>
                  <a:schemeClr val="bg1"/>
                </a:solidFill>
                <a:latin typeface="NEU-BZ-S92"/>
                <a:ea typeface="方正书宋_GBK"/>
              </a:rPr>
              <a:t>直接负责管理企业的生产经营。总裁下面设副总裁</a:t>
            </a:r>
            <a:r>
              <a:rPr lang="en-US" altLang="zh-CN" b="0" dirty="0">
                <a:solidFill>
                  <a:schemeClr val="bg1"/>
                </a:solidFill>
                <a:latin typeface="方正书宋_GBK"/>
                <a:cs typeface="Times New Roman" panose="02020603050405020304" pitchFamily="18" charset="0"/>
              </a:rPr>
              <a:t>(</a:t>
            </a:r>
            <a:r>
              <a:rPr lang="zh-CN" altLang="zh-CN" b="0" dirty="0">
                <a:solidFill>
                  <a:schemeClr val="bg1"/>
                </a:solidFill>
                <a:latin typeface="NEU-BZ-S92"/>
                <a:ea typeface="方正书宋_GBK"/>
              </a:rPr>
              <a:t>总监</a:t>
            </a:r>
            <a:r>
              <a:rPr lang="en-US" altLang="zh-CN" b="0" dirty="0">
                <a:solidFill>
                  <a:schemeClr val="bg1"/>
                </a:solidFill>
                <a:latin typeface="方正书宋_GBK"/>
                <a:cs typeface="Times New Roman" panose="02020603050405020304" pitchFamily="18" charset="0"/>
              </a:rPr>
              <a:t>)</a:t>
            </a:r>
            <a:r>
              <a:rPr lang="zh-CN" altLang="en-US" b="0" dirty="0">
                <a:solidFill>
                  <a:schemeClr val="bg1"/>
                </a:solidFill>
                <a:latin typeface="方正书宋_GBK"/>
                <a:cs typeface="Times New Roman" panose="02020603050405020304" pitchFamily="18" charset="0"/>
              </a:rPr>
              <a:t>，</a:t>
            </a:r>
            <a:r>
              <a:rPr lang="zh-CN" altLang="zh-CN" b="0" dirty="0">
                <a:solidFill>
                  <a:schemeClr val="bg1"/>
                </a:solidFill>
                <a:latin typeface="NEU-BZ-S92"/>
                <a:ea typeface="方正书宋_GBK"/>
              </a:rPr>
              <a:t>负责不同部门的经营与管理。负责向财务总监报告的是财务经理和会计经理。财务经理负责投资、筹资、分配和营运资本的管理</a:t>
            </a:r>
            <a:r>
              <a:rPr lang="zh-CN" altLang="en-US" b="0" dirty="0">
                <a:solidFill>
                  <a:schemeClr val="bg1"/>
                </a:solidFill>
                <a:latin typeface="方正书宋_GBK"/>
                <a:cs typeface="Times New Roman" panose="02020603050405020304" pitchFamily="18" charset="0"/>
              </a:rPr>
              <a:t>，</a:t>
            </a:r>
            <a:r>
              <a:rPr lang="zh-CN" altLang="zh-CN" b="0" dirty="0">
                <a:solidFill>
                  <a:schemeClr val="bg1"/>
                </a:solidFill>
                <a:latin typeface="NEU-BZ-S92"/>
                <a:ea typeface="方正书宋_GBK"/>
              </a:rPr>
              <a:t>并且通过这些工作为公司创造价值。</a:t>
            </a:r>
          </a:p>
        </p:txBody>
      </p:sp>
      <p:sp>
        <p:nvSpPr>
          <p:cNvPr id="2" name="文本框 1"/>
          <p:cNvSpPr txBox="1"/>
          <p:nvPr/>
        </p:nvSpPr>
        <p:spPr>
          <a:xfrm>
            <a:off x="5140960" y="6581476"/>
            <a:ext cx="2428240" cy="306705"/>
          </a:xfrm>
          <a:prstGeom prst="rect">
            <a:avLst/>
          </a:prstGeom>
        </p:spPr>
        <p:txBody>
          <a:bodyPr wrap="square">
            <a:spAutoFit/>
          </a:bodyPr>
          <a:lstStyle/>
          <a:p>
            <a:r>
              <a:rPr lang="zh-CN" altLang="en-US" sz="1400" dirty="0">
                <a:solidFill>
                  <a:srgbClr val="ED028C"/>
                </a:solidFill>
                <a:latin typeface="FZHTK-GBK1-02000067f-Identity-H"/>
                <a:ea typeface="FZHTK-GBK1-02000067f-Identity-H"/>
              </a:rPr>
              <a:t>图</a:t>
            </a:r>
            <a:r>
              <a:rPr lang="zh-CN" altLang="en-US" sz="1400" dirty="0">
                <a:solidFill>
                  <a:srgbClr val="ED028C"/>
                </a:solidFill>
                <a:latin typeface="E-F29-PK7485a2-Identity-H"/>
                <a:ea typeface="E-F29-PK7485a2-Identity-H"/>
              </a:rPr>
              <a:t>１</a:t>
            </a:r>
            <a:r>
              <a:rPr lang="en-US" altLang="zh-CN" sz="1400" dirty="0">
                <a:solidFill>
                  <a:srgbClr val="ED028C"/>
                </a:solidFill>
                <a:latin typeface="宋体" panose="02010600030101010101" pitchFamily="2" charset="-122"/>
                <a:ea typeface="宋体" panose="02010600030101010101" pitchFamily="2" charset="-122"/>
              </a:rPr>
              <a:t>-</a:t>
            </a:r>
            <a:r>
              <a:rPr lang="zh-CN" altLang="en-US" sz="1400" dirty="0">
                <a:solidFill>
                  <a:srgbClr val="ED028C"/>
                </a:solidFill>
                <a:latin typeface="E-F29-PK7485a2-Identity-H"/>
                <a:ea typeface="E-F29-PK7485a2-Identity-H"/>
              </a:rPr>
              <a:t>３ </a:t>
            </a:r>
            <a:r>
              <a:rPr lang="zh-CN" altLang="en-US" sz="1400" dirty="0">
                <a:solidFill>
                  <a:srgbClr val="ED028C"/>
                </a:solidFill>
                <a:latin typeface="FZHTK-GBK1-02000067f-Identity-H"/>
                <a:ea typeface="FZHTK-GBK1-02000067f-Identity-H"/>
              </a:rPr>
              <a:t>企业组织结构图</a:t>
            </a: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24" name="矩形 23"/>
          <p:cNvSpPr/>
          <p:nvPr/>
        </p:nvSpPr>
        <p:spPr>
          <a:xfrm>
            <a:off x="679368" y="991032"/>
            <a:ext cx="15036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财务经理</a:t>
            </a:r>
          </a:p>
        </p:txBody>
      </p:sp>
      <p:cxnSp>
        <p:nvCxnSpPr>
          <p:cNvPr id="5" name="直接连接符 4"/>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6"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2800799" y="2930861"/>
            <a:ext cx="6486525" cy="365061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14.jpg" descr="id:2147519009;FounderCES"/>
          <p:cNvPicPr>
            <a:picLocks noChangeAspect="1"/>
          </p:cNvPicPr>
          <p:nvPr/>
        </p:nvPicPr>
        <p:blipFill>
          <a:blip r:embed="rId2"/>
          <a:stretch>
            <a:fillRect/>
          </a:stretch>
        </p:blipFill>
        <p:spPr>
          <a:xfrm>
            <a:off x="2824480" y="2148840"/>
            <a:ext cx="6543040" cy="3953510"/>
          </a:xfrm>
          <a:prstGeom prst="rect">
            <a:avLst/>
          </a:prstGeom>
          <a:noFill/>
          <a:ln w="9525">
            <a:noFill/>
          </a:ln>
        </p:spPr>
      </p:pic>
      <p:sp>
        <p:nvSpPr>
          <p:cNvPr id="2" name="文本框 1"/>
          <p:cNvSpPr txBox="1"/>
          <p:nvPr/>
        </p:nvSpPr>
        <p:spPr>
          <a:xfrm>
            <a:off x="4575810" y="6243955"/>
            <a:ext cx="3039745" cy="337185"/>
          </a:xfrm>
          <a:prstGeom prst="rect">
            <a:avLst/>
          </a:prstGeom>
        </p:spPr>
        <p:txBody>
          <a:bodyPr wrap="square">
            <a:spAutoFit/>
          </a:bodyPr>
          <a:lstStyle/>
          <a:p>
            <a:r>
              <a:rPr lang="zh-CN" altLang="en-US" sz="1600">
                <a:solidFill>
                  <a:srgbClr val="ED028C"/>
                </a:solidFill>
                <a:latin typeface="FZHTK-GBK1-02000067f-Identity-H"/>
                <a:ea typeface="FZHTK-GBK1-02000067f-Identity-H"/>
              </a:rPr>
              <a:t>图</a:t>
            </a:r>
            <a:r>
              <a:rPr lang="zh-CN" altLang="en-US" sz="1600">
                <a:solidFill>
                  <a:srgbClr val="ED028C"/>
                </a:solidFill>
                <a:latin typeface="E-F29-PK7485a2-Identity-H"/>
                <a:ea typeface="E-F29-PK7485a2-Identity-H"/>
              </a:rPr>
              <a:t>１</a:t>
            </a:r>
            <a:r>
              <a:rPr lang="en-US" altLang="zh-CN" sz="1600">
                <a:solidFill>
                  <a:srgbClr val="ED028C"/>
                </a:solidFill>
                <a:latin typeface="宋体" panose="02010600030101010101" pitchFamily="2" charset="-122"/>
                <a:ea typeface="宋体" panose="02010600030101010101" pitchFamily="2" charset="-122"/>
              </a:rPr>
              <a:t>-</a:t>
            </a:r>
            <a:r>
              <a:rPr lang="zh-CN" altLang="en-US" sz="1600">
                <a:solidFill>
                  <a:srgbClr val="ED028C"/>
                </a:solidFill>
                <a:latin typeface="E-F29-PK7485a2-Identity-H"/>
                <a:ea typeface="E-F29-PK7485a2-Identity-H"/>
              </a:rPr>
              <a:t>４ </a:t>
            </a:r>
            <a:r>
              <a:rPr lang="zh-CN" altLang="en-US" sz="1600">
                <a:solidFill>
                  <a:srgbClr val="ED028C"/>
                </a:solidFill>
                <a:latin typeface="FZHTK-GBK1-02000067f-Identity-H"/>
                <a:ea typeface="FZHTK-GBK1-02000067f-Identity-H"/>
              </a:rPr>
              <a:t>企业和外部的现金流量</a:t>
            </a:r>
          </a:p>
        </p:txBody>
      </p:sp>
      <p:sp>
        <p:nvSpPr>
          <p:cNvPr id="3" name="文本框 2"/>
          <p:cNvSpPr txBox="1"/>
          <p:nvPr/>
        </p:nvSpPr>
        <p:spPr>
          <a:xfrm>
            <a:off x="645458" y="1389676"/>
            <a:ext cx="11068423" cy="458908"/>
          </a:xfrm>
          <a:prstGeom prst="rect">
            <a:avLst/>
          </a:prstGeom>
        </p:spPr>
        <p:txBody>
          <a:bodyPr wrap="square">
            <a:spAutoFit/>
          </a:bodyPr>
          <a:lstStyle/>
          <a:p>
            <a:pPr>
              <a:lnSpc>
                <a:spcPct val="150000"/>
              </a:lnSpc>
            </a:pPr>
            <a:r>
              <a:rPr lang="zh-CN" altLang="en-US" dirty="0">
                <a:solidFill>
                  <a:schemeClr val="bg1"/>
                </a:solidFill>
                <a:latin typeface="微软雅黑" panose="020B0503020204020204" charset="-122"/>
                <a:ea typeface="微软雅黑" panose="020B0503020204020204" charset="-122"/>
                <a:cs typeface="微软雅黑" panose="020B0503020204020204" charset="-122"/>
              </a:rPr>
              <a:t>企业财务经理的工作可用下图说明，图中的箭头表明现金流量在企业与金融市场以及政府之间流动的方向。</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矩形 1"/>
          <p:cNvSpPr/>
          <p:nvPr/>
        </p:nvSpPr>
        <p:spPr>
          <a:xfrm>
            <a:off x="679368" y="1805110"/>
            <a:ext cx="10219765" cy="3759200"/>
          </a:xfrm>
          <a:prstGeom prst="rect">
            <a:avLst/>
          </a:prstGeom>
          <a:noFill/>
          <a:ln w="9525">
            <a:noFill/>
          </a:ln>
        </p:spPr>
        <p:txBody>
          <a:bodyPr>
            <a:noAutofit/>
          </a:bodyPr>
          <a:lstStyle/>
          <a:p>
            <a:pPr algn="just">
              <a:lnSpc>
                <a:spcPct val="150000"/>
              </a:lnSpc>
            </a:pPr>
            <a:r>
              <a:rPr lang="zh-CN" altLang="en-US" sz="2000" b="1" dirty="0">
                <a:solidFill>
                  <a:schemeClr val="bg1"/>
                </a:solidFill>
                <a:latin typeface="Arial" panose="020B0604020202020204" pitchFamily="34" charset="0"/>
              </a:rPr>
              <a:t>对于主修财务的学生来说，他们的职业生涯常常要从基础做起，通常可能从以下领域开始</a:t>
            </a:r>
          </a:p>
          <a:p>
            <a:pPr algn="just">
              <a:lnSpc>
                <a:spcPct val="150000"/>
              </a:lnSpc>
            </a:pPr>
            <a:r>
              <a:rPr lang="zh-CN" altLang="en-US" sz="1800" b="0" dirty="0">
                <a:solidFill>
                  <a:schemeClr val="bg1"/>
                </a:solidFill>
                <a:latin typeface="Arial" panose="020B0604020202020204" pitchFamily="34" charset="0"/>
              </a:rPr>
              <a:t>（</a:t>
            </a:r>
            <a:r>
              <a:rPr lang="en-US" altLang="zh-CN" sz="1800" b="0" dirty="0">
                <a:solidFill>
                  <a:schemeClr val="bg1"/>
                </a:solidFill>
                <a:latin typeface="Arial" panose="020B0604020202020204" pitchFamily="34" charset="0"/>
              </a:rPr>
              <a:t>1</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金融机构</a:t>
            </a:r>
            <a:endParaRPr lang="en-US" altLang="zh-CN" sz="1800" b="0" dirty="0">
              <a:solidFill>
                <a:schemeClr val="bg1"/>
              </a:solidFill>
              <a:latin typeface="Arial" panose="020B0604020202020204" pitchFamily="34" charset="0"/>
            </a:endParaRPr>
          </a:p>
          <a:p>
            <a:pPr algn="just">
              <a:lnSpc>
                <a:spcPct val="150000"/>
              </a:lnSpc>
            </a:pPr>
            <a:r>
              <a:rPr lang="zh-CN" altLang="zh-CN" sz="1800" b="0" dirty="0">
                <a:solidFill>
                  <a:schemeClr val="bg1"/>
                </a:solidFill>
                <a:latin typeface="Arial" panose="020B0604020202020204" pitchFamily="34" charset="0"/>
              </a:rPr>
              <a:t>指专门从事与货币信用相关的中介组织</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大致分为银行类金融机构和非银行类金融机构。其中</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银行类金融机构主要指商业银行</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非银行金融机构则包括保险公司、基金管理公司、投资银行等。</a:t>
            </a:r>
            <a:endParaRPr lang="en-US" altLang="zh-CN" sz="1800" b="0" dirty="0">
              <a:solidFill>
                <a:schemeClr val="bg1"/>
              </a:solidFill>
              <a:latin typeface="Arial" panose="020B0604020202020204" pitchFamily="34" charset="0"/>
            </a:endParaRPr>
          </a:p>
          <a:p>
            <a:pPr algn="just">
              <a:lnSpc>
                <a:spcPct val="150000"/>
              </a:lnSpc>
            </a:pPr>
            <a:r>
              <a:rPr lang="zh-CN" altLang="en-US" sz="1800" b="0" dirty="0">
                <a:solidFill>
                  <a:schemeClr val="bg1"/>
                </a:solidFill>
                <a:latin typeface="Arial" panose="020B0604020202020204" pitchFamily="34" charset="0"/>
              </a:rPr>
              <a:t>（</a:t>
            </a:r>
            <a:r>
              <a:rPr lang="en-US" altLang="zh-CN" sz="1800" b="0" dirty="0">
                <a:solidFill>
                  <a:schemeClr val="bg1"/>
                </a:solidFill>
                <a:latin typeface="Arial" panose="020B0604020202020204" pitchFamily="34" charset="0"/>
              </a:rPr>
              <a:t>2</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财务管理</a:t>
            </a:r>
            <a:endParaRPr lang="en-US" altLang="zh-CN" sz="1800" b="0" dirty="0">
              <a:solidFill>
                <a:schemeClr val="bg1"/>
              </a:solidFill>
              <a:latin typeface="Arial" panose="020B0604020202020204" pitchFamily="34" charset="0"/>
            </a:endParaRPr>
          </a:p>
          <a:p>
            <a:pPr algn="just">
              <a:lnSpc>
                <a:spcPct val="150000"/>
              </a:lnSpc>
            </a:pPr>
            <a:r>
              <a:rPr lang="zh-CN" altLang="zh-CN" sz="1800" b="0" dirty="0">
                <a:solidFill>
                  <a:schemeClr val="bg1"/>
                </a:solidFill>
                <a:latin typeface="Arial" panose="020B0604020202020204" pitchFamily="34" charset="0"/>
              </a:rPr>
              <a:t>是财务职业领域中最广泛的领域</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同时也拥有最多的工作机会。财务管理在所有商业机构中都非常重要</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包括银行、其他金融机构、工业企业和商业企业。财务管理在政府机构及非营利组织中也同样重要</a:t>
            </a:r>
            <a:r>
              <a:rPr lang="zh-CN" altLang="en-US" sz="1800" b="0" dirty="0">
                <a:solidFill>
                  <a:schemeClr val="bg1"/>
                </a:solidFill>
                <a:latin typeface="Arial" panose="020B0604020202020204" pitchFamily="34" charset="0"/>
              </a:rPr>
              <a:t>，</a:t>
            </a:r>
            <a:r>
              <a:rPr lang="zh-CN" altLang="zh-CN" sz="1800" b="0" dirty="0">
                <a:solidFill>
                  <a:schemeClr val="bg1"/>
                </a:solidFill>
                <a:latin typeface="Arial" panose="020B0604020202020204" pitchFamily="34" charset="0"/>
              </a:rPr>
              <a:t>包括学校、医院等。</a:t>
            </a: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24" name="矩形 23"/>
          <p:cNvSpPr/>
          <p:nvPr/>
        </p:nvSpPr>
        <p:spPr>
          <a:xfrm>
            <a:off x="679368" y="991032"/>
            <a:ext cx="21640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财务职业生涯</a:t>
            </a:r>
          </a:p>
        </p:txBody>
      </p:sp>
      <p:cxnSp>
        <p:nvCxnSpPr>
          <p:cNvPr id="5" name="直接连接符 4"/>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6"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708820" y="3311371"/>
            <a:ext cx="4411473" cy="2091484"/>
            <a:chOff x="3236601" y="2420888"/>
            <a:chExt cx="2692644" cy="2367927"/>
          </a:xfrm>
          <a:effectLst>
            <a:reflection blurRad="6350" stA="52000" endA="300" endPos="35000" dir="5400000" sy="-100000" algn="bl" rotWithShape="0"/>
          </a:effectLst>
        </p:grpSpPr>
        <p:grpSp>
          <p:nvGrpSpPr>
            <p:cNvPr id="5" name="组合 31"/>
            <p:cNvGrpSpPr/>
            <p:nvPr/>
          </p:nvGrpSpPr>
          <p:grpSpPr>
            <a:xfrm>
              <a:off x="3236601" y="2420888"/>
              <a:ext cx="1342656" cy="1174143"/>
              <a:chOff x="2892724" y="-2155483"/>
              <a:chExt cx="1342656" cy="1174143"/>
            </a:xfrm>
          </p:grpSpPr>
          <p:sp>
            <p:nvSpPr>
              <p:cNvPr id="15" name="椭圆 52"/>
              <p:cNvSpPr/>
              <p:nvPr/>
            </p:nvSpPr>
            <p:spPr>
              <a:xfrm>
                <a:off x="2892724" y="-2098813"/>
                <a:ext cx="1235813" cy="1117473"/>
              </a:xfrm>
              <a:custGeom>
                <a:avLst/>
                <a:gdLst>
                  <a:gd name="connsiteX0" fmla="*/ 1421777 w 2033575"/>
                  <a:gd name="connsiteY0" fmla="*/ 0 h 1117473"/>
                  <a:gd name="connsiteX1" fmla="*/ 2033575 w 2033575"/>
                  <a:gd name="connsiteY1" fmla="*/ 0 h 1117473"/>
                  <a:gd name="connsiteX2" fmla="*/ 1492334 w 2033575"/>
                  <a:gd name="connsiteY2" fmla="*/ 703188 h 1117473"/>
                  <a:gd name="connsiteX3" fmla="*/ 1235813 w 2033575"/>
                  <a:gd name="connsiteY3" fmla="*/ 613932 h 1117473"/>
                  <a:gd name="connsiteX4" fmla="*/ 1422421 w 2033575"/>
                  <a:gd name="connsiteY4" fmla="*/ 15412 h 1117473"/>
                  <a:gd name="connsiteX5" fmla="*/ 1421777 w 2033575"/>
                  <a:gd name="connsiteY5" fmla="*/ 0 h 1117473"/>
                  <a:gd name="connsiteX6" fmla="*/ 938858 w 2033575"/>
                  <a:gd name="connsiteY6" fmla="*/ 0 h 1117473"/>
                  <a:gd name="connsiteX7" fmla="*/ 950694 w 2033575"/>
                  <a:gd name="connsiteY7" fmla="*/ 0 h 1117473"/>
                  <a:gd name="connsiteX8" fmla="*/ 1235813 w 2033575"/>
                  <a:gd name="connsiteY8" fmla="*/ 613932 h 1117473"/>
                  <a:gd name="connsiteX9" fmla="*/ 263745 w 2033575"/>
                  <a:gd name="connsiteY9" fmla="*/ 1117473 h 1117473"/>
                  <a:gd name="connsiteX10" fmla="*/ 0 w 2033575"/>
                  <a:gd name="connsiteY10" fmla="*/ 1087061 h 1117473"/>
                  <a:gd name="connsiteX11" fmla="*/ 0 w 2033575"/>
                  <a:gd name="connsiteY11" fmla="*/ 1084532 h 1117473"/>
                  <a:gd name="connsiteX12" fmla="*/ 938858 w 2033575"/>
                  <a:gd name="connsiteY12" fmla="*/ 0 h 1117473"/>
                  <a:gd name="connsiteX0-1" fmla="*/ 1421777 w 2033575"/>
                  <a:gd name="connsiteY0-2" fmla="*/ 0 h 1117473"/>
                  <a:gd name="connsiteX1-3" fmla="*/ 2033575 w 2033575"/>
                  <a:gd name="connsiteY1-4" fmla="*/ 0 h 1117473"/>
                  <a:gd name="connsiteX2-5" fmla="*/ 1492334 w 2033575"/>
                  <a:gd name="connsiteY2-6" fmla="*/ 703188 h 1117473"/>
                  <a:gd name="connsiteX3-7" fmla="*/ 1235813 w 2033575"/>
                  <a:gd name="connsiteY3-8" fmla="*/ 613932 h 1117473"/>
                  <a:gd name="connsiteX4-9" fmla="*/ 1422421 w 2033575"/>
                  <a:gd name="connsiteY4-10" fmla="*/ 15412 h 1117473"/>
                  <a:gd name="connsiteX5-11" fmla="*/ 1421777 w 2033575"/>
                  <a:gd name="connsiteY5-12" fmla="*/ 0 h 1117473"/>
                  <a:gd name="connsiteX6-13" fmla="*/ 938858 w 2033575"/>
                  <a:gd name="connsiteY6-14" fmla="*/ 0 h 1117473"/>
                  <a:gd name="connsiteX7-15" fmla="*/ 950694 w 2033575"/>
                  <a:gd name="connsiteY7-16" fmla="*/ 0 h 1117473"/>
                  <a:gd name="connsiteX8-17" fmla="*/ 1235813 w 2033575"/>
                  <a:gd name="connsiteY8-18" fmla="*/ 613932 h 1117473"/>
                  <a:gd name="connsiteX9-19" fmla="*/ 263745 w 2033575"/>
                  <a:gd name="connsiteY9-20" fmla="*/ 1117473 h 1117473"/>
                  <a:gd name="connsiteX10-21" fmla="*/ 0 w 2033575"/>
                  <a:gd name="connsiteY10-22" fmla="*/ 1087061 h 1117473"/>
                  <a:gd name="connsiteX11-23" fmla="*/ 0 w 2033575"/>
                  <a:gd name="connsiteY11-24" fmla="*/ 1084532 h 1117473"/>
                  <a:gd name="connsiteX12-25" fmla="*/ 938858 w 2033575"/>
                  <a:gd name="connsiteY12-26" fmla="*/ 0 h 1117473"/>
                  <a:gd name="connsiteX0-27" fmla="*/ 1421777 w 2033575"/>
                  <a:gd name="connsiteY0-28" fmla="*/ 0 h 1117473"/>
                  <a:gd name="connsiteX1-29" fmla="*/ 2033575 w 2033575"/>
                  <a:gd name="connsiteY1-30" fmla="*/ 0 h 1117473"/>
                  <a:gd name="connsiteX2-31" fmla="*/ 1492334 w 2033575"/>
                  <a:gd name="connsiteY2-32" fmla="*/ 703188 h 1117473"/>
                  <a:gd name="connsiteX3-33" fmla="*/ 1235813 w 2033575"/>
                  <a:gd name="connsiteY3-34" fmla="*/ 613932 h 1117473"/>
                  <a:gd name="connsiteX4-35" fmla="*/ 1422421 w 2033575"/>
                  <a:gd name="connsiteY4-36" fmla="*/ 15412 h 1117473"/>
                  <a:gd name="connsiteX5-37" fmla="*/ 1421777 w 2033575"/>
                  <a:gd name="connsiteY5-38" fmla="*/ 0 h 1117473"/>
                  <a:gd name="connsiteX6-39" fmla="*/ 938858 w 2033575"/>
                  <a:gd name="connsiteY6-40" fmla="*/ 0 h 1117473"/>
                  <a:gd name="connsiteX7-41" fmla="*/ 950694 w 2033575"/>
                  <a:gd name="connsiteY7-42" fmla="*/ 0 h 1117473"/>
                  <a:gd name="connsiteX8-43" fmla="*/ 1235813 w 2033575"/>
                  <a:gd name="connsiteY8-44" fmla="*/ 613932 h 1117473"/>
                  <a:gd name="connsiteX9-45" fmla="*/ 263745 w 2033575"/>
                  <a:gd name="connsiteY9-46" fmla="*/ 1117473 h 1117473"/>
                  <a:gd name="connsiteX10-47" fmla="*/ 0 w 2033575"/>
                  <a:gd name="connsiteY10-48" fmla="*/ 1087061 h 1117473"/>
                  <a:gd name="connsiteX11-49" fmla="*/ 0 w 2033575"/>
                  <a:gd name="connsiteY11-50" fmla="*/ 1084532 h 1117473"/>
                  <a:gd name="connsiteX12-51" fmla="*/ 938858 w 2033575"/>
                  <a:gd name="connsiteY12-52" fmla="*/ 0 h 1117473"/>
                  <a:gd name="connsiteX0-53" fmla="*/ 1422421 w 2033575"/>
                  <a:gd name="connsiteY0-54" fmla="*/ 89858 h 1191919"/>
                  <a:gd name="connsiteX1-55" fmla="*/ 2033575 w 2033575"/>
                  <a:gd name="connsiteY1-56" fmla="*/ 74446 h 1191919"/>
                  <a:gd name="connsiteX2-57" fmla="*/ 1492334 w 2033575"/>
                  <a:gd name="connsiteY2-58" fmla="*/ 777634 h 1191919"/>
                  <a:gd name="connsiteX3-59" fmla="*/ 1235813 w 2033575"/>
                  <a:gd name="connsiteY3-60" fmla="*/ 688378 h 1191919"/>
                  <a:gd name="connsiteX4-61" fmla="*/ 1422421 w 2033575"/>
                  <a:gd name="connsiteY4-62" fmla="*/ 89858 h 1191919"/>
                  <a:gd name="connsiteX5-63" fmla="*/ 938858 w 2033575"/>
                  <a:gd name="connsiteY5-64" fmla="*/ 74446 h 1191919"/>
                  <a:gd name="connsiteX6-65" fmla="*/ 950694 w 2033575"/>
                  <a:gd name="connsiteY6-66" fmla="*/ 74446 h 1191919"/>
                  <a:gd name="connsiteX7-67" fmla="*/ 1235813 w 2033575"/>
                  <a:gd name="connsiteY7-68" fmla="*/ 688378 h 1191919"/>
                  <a:gd name="connsiteX8-69" fmla="*/ 263745 w 2033575"/>
                  <a:gd name="connsiteY8-70" fmla="*/ 1191919 h 1191919"/>
                  <a:gd name="connsiteX9-71" fmla="*/ 0 w 2033575"/>
                  <a:gd name="connsiteY9-72" fmla="*/ 1161507 h 1191919"/>
                  <a:gd name="connsiteX10-73" fmla="*/ 0 w 2033575"/>
                  <a:gd name="connsiteY10-74" fmla="*/ 1158978 h 1191919"/>
                  <a:gd name="connsiteX11-75" fmla="*/ 938858 w 2033575"/>
                  <a:gd name="connsiteY11-76" fmla="*/ 74446 h 1191919"/>
                  <a:gd name="connsiteX0-77" fmla="*/ 1422421 w 1501112"/>
                  <a:gd name="connsiteY0-78" fmla="*/ 15412 h 1117473"/>
                  <a:gd name="connsiteX1-79" fmla="*/ 1492334 w 1501112"/>
                  <a:gd name="connsiteY1-80" fmla="*/ 703188 h 1117473"/>
                  <a:gd name="connsiteX2-81" fmla="*/ 1235813 w 1501112"/>
                  <a:gd name="connsiteY2-82" fmla="*/ 613932 h 1117473"/>
                  <a:gd name="connsiteX3-83" fmla="*/ 1422421 w 1501112"/>
                  <a:gd name="connsiteY3-84" fmla="*/ 15412 h 1117473"/>
                  <a:gd name="connsiteX4-85" fmla="*/ 938858 w 1501112"/>
                  <a:gd name="connsiteY4-86" fmla="*/ 0 h 1117473"/>
                  <a:gd name="connsiteX5-87" fmla="*/ 950694 w 1501112"/>
                  <a:gd name="connsiteY5-88" fmla="*/ 0 h 1117473"/>
                  <a:gd name="connsiteX6-89" fmla="*/ 1235813 w 1501112"/>
                  <a:gd name="connsiteY6-90" fmla="*/ 613932 h 1117473"/>
                  <a:gd name="connsiteX7-91" fmla="*/ 263745 w 1501112"/>
                  <a:gd name="connsiteY7-92" fmla="*/ 1117473 h 1117473"/>
                  <a:gd name="connsiteX8-93" fmla="*/ 0 w 1501112"/>
                  <a:gd name="connsiteY8-94" fmla="*/ 1087061 h 1117473"/>
                  <a:gd name="connsiteX9-95" fmla="*/ 0 w 1501112"/>
                  <a:gd name="connsiteY9-96" fmla="*/ 1084532 h 1117473"/>
                  <a:gd name="connsiteX10-97" fmla="*/ 938858 w 1501112"/>
                  <a:gd name="connsiteY10-98" fmla="*/ 0 h 1117473"/>
                  <a:gd name="connsiteX0-99" fmla="*/ 1235813 w 1492334"/>
                  <a:gd name="connsiteY0-100" fmla="*/ 613932 h 1117473"/>
                  <a:gd name="connsiteX1-101" fmla="*/ 1492334 w 1492334"/>
                  <a:gd name="connsiteY1-102" fmla="*/ 703188 h 1117473"/>
                  <a:gd name="connsiteX2-103" fmla="*/ 1235813 w 1492334"/>
                  <a:gd name="connsiteY2-104" fmla="*/ 613932 h 1117473"/>
                  <a:gd name="connsiteX3-105" fmla="*/ 938858 w 1492334"/>
                  <a:gd name="connsiteY3-106" fmla="*/ 0 h 1117473"/>
                  <a:gd name="connsiteX4-107" fmla="*/ 950694 w 1492334"/>
                  <a:gd name="connsiteY4-108" fmla="*/ 0 h 1117473"/>
                  <a:gd name="connsiteX5-109" fmla="*/ 1235813 w 1492334"/>
                  <a:gd name="connsiteY5-110" fmla="*/ 613932 h 1117473"/>
                  <a:gd name="connsiteX6-111" fmla="*/ 263745 w 1492334"/>
                  <a:gd name="connsiteY6-112" fmla="*/ 1117473 h 1117473"/>
                  <a:gd name="connsiteX7-113" fmla="*/ 0 w 1492334"/>
                  <a:gd name="connsiteY7-114" fmla="*/ 1087061 h 1117473"/>
                  <a:gd name="connsiteX8-115" fmla="*/ 0 w 1492334"/>
                  <a:gd name="connsiteY8-116" fmla="*/ 1084532 h 1117473"/>
                  <a:gd name="connsiteX9-117" fmla="*/ 938858 w 1492334"/>
                  <a:gd name="connsiteY9-118" fmla="*/ 0 h 1117473"/>
                  <a:gd name="connsiteX0-119" fmla="*/ 1235813 w 1492334"/>
                  <a:gd name="connsiteY0-120" fmla="*/ 613932 h 1117473"/>
                  <a:gd name="connsiteX1-121" fmla="*/ 1492334 w 1492334"/>
                  <a:gd name="connsiteY1-122" fmla="*/ 703188 h 1117473"/>
                  <a:gd name="connsiteX2-123" fmla="*/ 1235813 w 1492334"/>
                  <a:gd name="connsiteY2-124" fmla="*/ 613932 h 1117473"/>
                  <a:gd name="connsiteX3-125" fmla="*/ 938858 w 1492334"/>
                  <a:gd name="connsiteY3-126" fmla="*/ 0 h 1117473"/>
                  <a:gd name="connsiteX4-127" fmla="*/ 950694 w 1492334"/>
                  <a:gd name="connsiteY4-128" fmla="*/ 0 h 1117473"/>
                  <a:gd name="connsiteX5-129" fmla="*/ 1235813 w 1492334"/>
                  <a:gd name="connsiteY5-130" fmla="*/ 613932 h 1117473"/>
                  <a:gd name="connsiteX6-131" fmla="*/ 263745 w 1492334"/>
                  <a:gd name="connsiteY6-132" fmla="*/ 1117473 h 1117473"/>
                  <a:gd name="connsiteX7-133" fmla="*/ 0 w 1492334"/>
                  <a:gd name="connsiteY7-134" fmla="*/ 1087061 h 1117473"/>
                  <a:gd name="connsiteX8-135" fmla="*/ 0 w 1492334"/>
                  <a:gd name="connsiteY8-136" fmla="*/ 1084532 h 1117473"/>
                  <a:gd name="connsiteX9-137" fmla="*/ 938858 w 1492334"/>
                  <a:gd name="connsiteY9-138" fmla="*/ 0 h 1117473"/>
                  <a:gd name="connsiteX0-139" fmla="*/ 938858 w 1235813"/>
                  <a:gd name="connsiteY0-140" fmla="*/ 0 h 1117473"/>
                  <a:gd name="connsiteX1-141" fmla="*/ 950694 w 1235813"/>
                  <a:gd name="connsiteY1-142" fmla="*/ 0 h 1117473"/>
                  <a:gd name="connsiteX2-143" fmla="*/ 1235813 w 1235813"/>
                  <a:gd name="connsiteY2-144" fmla="*/ 613932 h 1117473"/>
                  <a:gd name="connsiteX3-145" fmla="*/ 263745 w 1235813"/>
                  <a:gd name="connsiteY3-146" fmla="*/ 1117473 h 1117473"/>
                  <a:gd name="connsiteX4-147" fmla="*/ 0 w 1235813"/>
                  <a:gd name="connsiteY4-148" fmla="*/ 1087061 h 1117473"/>
                  <a:gd name="connsiteX5-149" fmla="*/ 0 w 1235813"/>
                  <a:gd name="connsiteY5-150" fmla="*/ 1084532 h 1117473"/>
                  <a:gd name="connsiteX6-151" fmla="*/ 938858 w 1235813"/>
                  <a:gd name="connsiteY6-152" fmla="*/ 0 h 11174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35813" h="1117473">
                    <a:moveTo>
                      <a:pt x="938858" y="0"/>
                    </a:moveTo>
                    <a:lnTo>
                      <a:pt x="950694" y="0"/>
                    </a:lnTo>
                    <a:cubicBezTo>
                      <a:pt x="954582" y="266435"/>
                      <a:pt x="1068266" y="497045"/>
                      <a:pt x="1235813" y="613932"/>
                    </a:cubicBezTo>
                    <a:cubicBezTo>
                      <a:pt x="1029987" y="917179"/>
                      <a:pt x="671458" y="1117473"/>
                      <a:pt x="263745" y="1117473"/>
                    </a:cubicBezTo>
                    <a:cubicBezTo>
                      <a:pt x="172880" y="1117473"/>
                      <a:pt x="84458" y="1107525"/>
                      <a:pt x="0" y="1087061"/>
                    </a:cubicBezTo>
                    <a:lnTo>
                      <a:pt x="0" y="1084532"/>
                    </a:lnTo>
                    <a:cubicBezTo>
                      <a:pt x="517358" y="1066435"/>
                      <a:pt x="932310" y="589052"/>
                      <a:pt x="938858" y="0"/>
                    </a:cubicBezTo>
                    <a:close/>
                  </a:path>
                </a:pathLst>
              </a:custGeom>
              <a:gradFill flip="none" rotWithShape="1">
                <a:gsLst>
                  <a:gs pos="0">
                    <a:srgbClr val="3497AE">
                      <a:lumMod val="50000"/>
                      <a:alpha val="70000"/>
                    </a:srgbClr>
                  </a:gs>
                  <a:gs pos="77000">
                    <a:srgbClr val="3497AE">
                      <a:alpha val="50000"/>
                    </a:srgbClr>
                  </a:gs>
                  <a:gs pos="100000">
                    <a:srgbClr val="3497AE">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sp>
            <p:nvSpPr>
              <p:cNvPr id="16" name="任意多边形 13"/>
              <p:cNvSpPr/>
              <p:nvPr/>
            </p:nvSpPr>
            <p:spPr>
              <a:xfrm>
                <a:off x="2903974" y="-2155483"/>
                <a:ext cx="1331406" cy="1171609"/>
              </a:xfrm>
              <a:custGeom>
                <a:avLst/>
                <a:gdLst>
                  <a:gd name="connsiteX0" fmla="*/ 1190729 w 1331406"/>
                  <a:gd name="connsiteY0" fmla="*/ 8 h 1171506"/>
                  <a:gd name="connsiteX1" fmla="*/ 1150536 w 1331406"/>
                  <a:gd name="connsiteY1" fmla="*/ 326579 h 1171506"/>
                  <a:gd name="connsiteX2" fmla="*/ 1029956 w 1331406"/>
                  <a:gd name="connsiteY2" fmla="*/ 587836 h 1171506"/>
                  <a:gd name="connsiteX3" fmla="*/ 828989 w 1331406"/>
                  <a:gd name="connsiteY3" fmla="*/ 834021 h 1171506"/>
                  <a:gd name="connsiteX4" fmla="*/ 602901 w 1331406"/>
                  <a:gd name="connsiteY4" fmla="*/ 1014891 h 1171506"/>
                  <a:gd name="connsiteX5" fmla="*/ 366764 w 1331406"/>
                  <a:gd name="connsiteY5" fmla="*/ 1115375 h 1171506"/>
                  <a:gd name="connsiteX6" fmla="*/ 0 w 1331406"/>
                  <a:gd name="connsiteY6" fmla="*/ 1145520 h 1171506"/>
                  <a:gd name="connsiteX7" fmla="*/ 95459 w 1331406"/>
                  <a:gd name="connsiteY7" fmla="*/ 1165616 h 1171506"/>
                  <a:gd name="connsiteX8" fmla="*/ 351692 w 1331406"/>
                  <a:gd name="connsiteY8" fmla="*/ 1170641 h 1171506"/>
                  <a:gd name="connsiteX9" fmla="*/ 517490 w 1331406"/>
                  <a:gd name="connsiteY9" fmla="*/ 1150544 h 1171506"/>
                  <a:gd name="connsiteX10" fmla="*/ 698360 w 1331406"/>
                  <a:gd name="connsiteY10" fmla="*/ 1100302 h 1171506"/>
                  <a:gd name="connsiteX11" fmla="*/ 919424 w 1331406"/>
                  <a:gd name="connsiteY11" fmla="*/ 974698 h 1171506"/>
                  <a:gd name="connsiteX12" fmla="*/ 1095270 w 1331406"/>
                  <a:gd name="connsiteY12" fmla="*/ 839045 h 1171506"/>
                  <a:gd name="connsiteX13" fmla="*/ 1240971 w 1331406"/>
                  <a:gd name="connsiteY13" fmla="*/ 668223 h 1171506"/>
                  <a:gd name="connsiteX14" fmla="*/ 1331406 w 1331406"/>
                  <a:gd name="connsiteY14" fmla="*/ 512474 h 1171506"/>
                  <a:gd name="connsiteX15" fmla="*/ 1271116 w 1331406"/>
                  <a:gd name="connsiteY15" fmla="*/ 447159 h 1171506"/>
                  <a:gd name="connsiteX16" fmla="*/ 1235947 w 1331406"/>
                  <a:gd name="connsiteY16" fmla="*/ 316531 h 1171506"/>
                  <a:gd name="connsiteX17" fmla="*/ 1190729 w 1331406"/>
                  <a:gd name="connsiteY17" fmla="*/ 8 h 1171506"/>
                  <a:gd name="connsiteX0-1" fmla="*/ 1190729 w 1331406"/>
                  <a:gd name="connsiteY0-2" fmla="*/ 111 h 1171609"/>
                  <a:gd name="connsiteX1-3" fmla="*/ 1150536 w 1331406"/>
                  <a:gd name="connsiteY1-4" fmla="*/ 326682 h 1171609"/>
                  <a:gd name="connsiteX2-5" fmla="*/ 1029956 w 1331406"/>
                  <a:gd name="connsiteY2-6" fmla="*/ 587939 h 1171609"/>
                  <a:gd name="connsiteX3-7" fmla="*/ 828989 w 1331406"/>
                  <a:gd name="connsiteY3-8" fmla="*/ 834124 h 1171609"/>
                  <a:gd name="connsiteX4-9" fmla="*/ 602901 w 1331406"/>
                  <a:gd name="connsiteY4-10" fmla="*/ 1014994 h 1171609"/>
                  <a:gd name="connsiteX5-11" fmla="*/ 366764 w 1331406"/>
                  <a:gd name="connsiteY5-12" fmla="*/ 1115478 h 1171609"/>
                  <a:gd name="connsiteX6-13" fmla="*/ 0 w 1331406"/>
                  <a:gd name="connsiteY6-14" fmla="*/ 1145623 h 1171609"/>
                  <a:gd name="connsiteX7-15" fmla="*/ 95459 w 1331406"/>
                  <a:gd name="connsiteY7-16" fmla="*/ 1165719 h 1171609"/>
                  <a:gd name="connsiteX8-17" fmla="*/ 351692 w 1331406"/>
                  <a:gd name="connsiteY8-18" fmla="*/ 1170744 h 1171609"/>
                  <a:gd name="connsiteX9-19" fmla="*/ 517490 w 1331406"/>
                  <a:gd name="connsiteY9-20" fmla="*/ 1150647 h 1171609"/>
                  <a:gd name="connsiteX10-21" fmla="*/ 698360 w 1331406"/>
                  <a:gd name="connsiteY10-22" fmla="*/ 1100405 h 1171609"/>
                  <a:gd name="connsiteX11-23" fmla="*/ 919424 w 1331406"/>
                  <a:gd name="connsiteY11-24" fmla="*/ 974801 h 1171609"/>
                  <a:gd name="connsiteX12-25" fmla="*/ 1095270 w 1331406"/>
                  <a:gd name="connsiteY12-26" fmla="*/ 839148 h 1171609"/>
                  <a:gd name="connsiteX13-27" fmla="*/ 1240971 w 1331406"/>
                  <a:gd name="connsiteY13-28" fmla="*/ 668326 h 1171609"/>
                  <a:gd name="connsiteX14-29" fmla="*/ 1331406 w 1331406"/>
                  <a:gd name="connsiteY14-30" fmla="*/ 512577 h 1171609"/>
                  <a:gd name="connsiteX15-31" fmla="*/ 1271116 w 1331406"/>
                  <a:gd name="connsiteY15-32" fmla="*/ 447262 h 1171609"/>
                  <a:gd name="connsiteX16-33" fmla="*/ 1220875 w 1331406"/>
                  <a:gd name="connsiteY16-34" fmla="*/ 291513 h 1171609"/>
                  <a:gd name="connsiteX17-35" fmla="*/ 1190729 w 1331406"/>
                  <a:gd name="connsiteY17-36" fmla="*/ 111 h 1171609"/>
                  <a:gd name="connsiteX0-37" fmla="*/ 1190729 w 1331406"/>
                  <a:gd name="connsiteY0-38" fmla="*/ 111 h 1171609"/>
                  <a:gd name="connsiteX1-39" fmla="*/ 1150536 w 1331406"/>
                  <a:gd name="connsiteY1-40" fmla="*/ 326682 h 1171609"/>
                  <a:gd name="connsiteX2-41" fmla="*/ 1029956 w 1331406"/>
                  <a:gd name="connsiteY2-42" fmla="*/ 587939 h 1171609"/>
                  <a:gd name="connsiteX3-43" fmla="*/ 828989 w 1331406"/>
                  <a:gd name="connsiteY3-44" fmla="*/ 834124 h 1171609"/>
                  <a:gd name="connsiteX4-45" fmla="*/ 602901 w 1331406"/>
                  <a:gd name="connsiteY4-46" fmla="*/ 1014994 h 1171609"/>
                  <a:gd name="connsiteX5-47" fmla="*/ 366764 w 1331406"/>
                  <a:gd name="connsiteY5-48" fmla="*/ 1115478 h 1171609"/>
                  <a:gd name="connsiteX6-49" fmla="*/ 0 w 1331406"/>
                  <a:gd name="connsiteY6-50" fmla="*/ 1145623 h 1171609"/>
                  <a:gd name="connsiteX7-51" fmla="*/ 95459 w 1331406"/>
                  <a:gd name="connsiteY7-52" fmla="*/ 1165719 h 1171609"/>
                  <a:gd name="connsiteX8-53" fmla="*/ 351692 w 1331406"/>
                  <a:gd name="connsiteY8-54" fmla="*/ 1170744 h 1171609"/>
                  <a:gd name="connsiteX9-55" fmla="*/ 517490 w 1331406"/>
                  <a:gd name="connsiteY9-56" fmla="*/ 1150647 h 1171609"/>
                  <a:gd name="connsiteX10-57" fmla="*/ 698360 w 1331406"/>
                  <a:gd name="connsiteY10-58" fmla="*/ 1100405 h 1171609"/>
                  <a:gd name="connsiteX11-59" fmla="*/ 919424 w 1331406"/>
                  <a:gd name="connsiteY11-60" fmla="*/ 974801 h 1171609"/>
                  <a:gd name="connsiteX12-61" fmla="*/ 1095270 w 1331406"/>
                  <a:gd name="connsiteY12-62" fmla="*/ 839148 h 1171609"/>
                  <a:gd name="connsiteX13-63" fmla="*/ 1240971 w 1331406"/>
                  <a:gd name="connsiteY13-64" fmla="*/ 668326 h 1171609"/>
                  <a:gd name="connsiteX14-65" fmla="*/ 1331406 w 1331406"/>
                  <a:gd name="connsiteY14-66" fmla="*/ 512577 h 1171609"/>
                  <a:gd name="connsiteX15-67" fmla="*/ 1261068 w 1331406"/>
                  <a:gd name="connsiteY15-68" fmla="*/ 422141 h 1171609"/>
                  <a:gd name="connsiteX16-69" fmla="*/ 1220875 w 1331406"/>
                  <a:gd name="connsiteY16-70" fmla="*/ 291513 h 1171609"/>
                  <a:gd name="connsiteX17-71" fmla="*/ 1190729 w 1331406"/>
                  <a:gd name="connsiteY17-72" fmla="*/ 111 h 1171609"/>
                  <a:gd name="connsiteX0-73" fmla="*/ 1190729 w 1331406"/>
                  <a:gd name="connsiteY0-74" fmla="*/ 111 h 1171609"/>
                  <a:gd name="connsiteX1-75" fmla="*/ 1150536 w 1331406"/>
                  <a:gd name="connsiteY1-76" fmla="*/ 326682 h 1171609"/>
                  <a:gd name="connsiteX2-77" fmla="*/ 1029956 w 1331406"/>
                  <a:gd name="connsiteY2-78" fmla="*/ 587939 h 1171609"/>
                  <a:gd name="connsiteX3-79" fmla="*/ 828989 w 1331406"/>
                  <a:gd name="connsiteY3-80" fmla="*/ 834124 h 1171609"/>
                  <a:gd name="connsiteX4-81" fmla="*/ 602901 w 1331406"/>
                  <a:gd name="connsiteY4-82" fmla="*/ 1014994 h 1171609"/>
                  <a:gd name="connsiteX5-83" fmla="*/ 366764 w 1331406"/>
                  <a:gd name="connsiteY5-84" fmla="*/ 1115478 h 1171609"/>
                  <a:gd name="connsiteX6-85" fmla="*/ 0 w 1331406"/>
                  <a:gd name="connsiteY6-86" fmla="*/ 1145623 h 1171609"/>
                  <a:gd name="connsiteX7-87" fmla="*/ 95459 w 1331406"/>
                  <a:gd name="connsiteY7-88" fmla="*/ 1165719 h 1171609"/>
                  <a:gd name="connsiteX8-89" fmla="*/ 351692 w 1331406"/>
                  <a:gd name="connsiteY8-90" fmla="*/ 1170744 h 1171609"/>
                  <a:gd name="connsiteX9-91" fmla="*/ 517490 w 1331406"/>
                  <a:gd name="connsiteY9-92" fmla="*/ 1150647 h 1171609"/>
                  <a:gd name="connsiteX10-93" fmla="*/ 698360 w 1331406"/>
                  <a:gd name="connsiteY10-94" fmla="*/ 1100405 h 1171609"/>
                  <a:gd name="connsiteX11-95" fmla="*/ 919424 w 1331406"/>
                  <a:gd name="connsiteY11-96" fmla="*/ 974801 h 1171609"/>
                  <a:gd name="connsiteX12-97" fmla="*/ 1095270 w 1331406"/>
                  <a:gd name="connsiteY12-98" fmla="*/ 839148 h 1171609"/>
                  <a:gd name="connsiteX13-99" fmla="*/ 1240971 w 1331406"/>
                  <a:gd name="connsiteY13-100" fmla="*/ 668326 h 1171609"/>
                  <a:gd name="connsiteX14-101" fmla="*/ 1331406 w 1331406"/>
                  <a:gd name="connsiteY14-102" fmla="*/ 512577 h 1171609"/>
                  <a:gd name="connsiteX15-103" fmla="*/ 1261068 w 1331406"/>
                  <a:gd name="connsiteY15-104" fmla="*/ 422141 h 1171609"/>
                  <a:gd name="connsiteX16-105" fmla="*/ 1220875 w 1331406"/>
                  <a:gd name="connsiteY16-106" fmla="*/ 291513 h 1171609"/>
                  <a:gd name="connsiteX17-107" fmla="*/ 1190729 w 1331406"/>
                  <a:gd name="connsiteY17-108" fmla="*/ 111 h 11716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1331406" h="1171609">
                    <a:moveTo>
                      <a:pt x="1190729" y="111"/>
                    </a:moveTo>
                    <a:cubicBezTo>
                      <a:pt x="1179006" y="5972"/>
                      <a:pt x="1192403" y="198566"/>
                      <a:pt x="1150536" y="326682"/>
                    </a:cubicBezTo>
                    <a:cubicBezTo>
                      <a:pt x="1108669" y="454798"/>
                      <a:pt x="1083547" y="503365"/>
                      <a:pt x="1029956" y="587939"/>
                    </a:cubicBezTo>
                    <a:cubicBezTo>
                      <a:pt x="976365" y="672513"/>
                      <a:pt x="900165" y="762948"/>
                      <a:pt x="828989" y="834124"/>
                    </a:cubicBezTo>
                    <a:cubicBezTo>
                      <a:pt x="757813" y="905300"/>
                      <a:pt x="679938" y="968102"/>
                      <a:pt x="602901" y="1014994"/>
                    </a:cubicBezTo>
                    <a:cubicBezTo>
                      <a:pt x="525864" y="1061886"/>
                      <a:pt x="467247" y="1093707"/>
                      <a:pt x="366764" y="1115478"/>
                    </a:cubicBezTo>
                    <a:cubicBezTo>
                      <a:pt x="266281" y="1137249"/>
                      <a:pt x="176683" y="1164045"/>
                      <a:pt x="0" y="1145623"/>
                    </a:cubicBezTo>
                    <a:cubicBezTo>
                      <a:pt x="31820" y="1152322"/>
                      <a:pt x="36844" y="1161532"/>
                      <a:pt x="95459" y="1165719"/>
                    </a:cubicBezTo>
                    <a:cubicBezTo>
                      <a:pt x="154074" y="1169906"/>
                      <a:pt x="281354" y="1173256"/>
                      <a:pt x="351692" y="1170744"/>
                    </a:cubicBezTo>
                    <a:cubicBezTo>
                      <a:pt x="422030" y="1168232"/>
                      <a:pt x="459712" y="1162370"/>
                      <a:pt x="517490" y="1150647"/>
                    </a:cubicBezTo>
                    <a:cubicBezTo>
                      <a:pt x="575268" y="1138924"/>
                      <a:pt x="631371" y="1129713"/>
                      <a:pt x="698360" y="1100405"/>
                    </a:cubicBezTo>
                    <a:cubicBezTo>
                      <a:pt x="765349" y="1071097"/>
                      <a:pt x="853272" y="1018344"/>
                      <a:pt x="919424" y="974801"/>
                    </a:cubicBezTo>
                    <a:cubicBezTo>
                      <a:pt x="985576" y="931258"/>
                      <a:pt x="1041679" y="890227"/>
                      <a:pt x="1095270" y="839148"/>
                    </a:cubicBezTo>
                    <a:cubicBezTo>
                      <a:pt x="1148861" y="788069"/>
                      <a:pt x="1201615" y="722754"/>
                      <a:pt x="1240971" y="668326"/>
                    </a:cubicBezTo>
                    <a:cubicBezTo>
                      <a:pt x="1280327" y="613898"/>
                      <a:pt x="1305866" y="563237"/>
                      <a:pt x="1331406" y="512577"/>
                    </a:cubicBezTo>
                    <a:cubicBezTo>
                      <a:pt x="1311309" y="490805"/>
                      <a:pt x="1276978" y="454798"/>
                      <a:pt x="1261068" y="422141"/>
                    </a:cubicBezTo>
                    <a:cubicBezTo>
                      <a:pt x="1245158" y="389484"/>
                      <a:pt x="1232598" y="361851"/>
                      <a:pt x="1220875" y="291513"/>
                    </a:cubicBezTo>
                    <a:cubicBezTo>
                      <a:pt x="1209152" y="221175"/>
                      <a:pt x="1202452" y="-5750"/>
                      <a:pt x="1190729" y="111"/>
                    </a:cubicBezTo>
                    <a:close/>
                  </a:path>
                </a:pathLst>
              </a:custGeom>
              <a:gradFill flip="none" rotWithShape="1">
                <a:gsLst>
                  <a:gs pos="0">
                    <a:srgbClr val="FFC000">
                      <a:lumMod val="50000"/>
                      <a:alpha val="70000"/>
                    </a:srgbClr>
                  </a:gs>
                  <a:gs pos="77000">
                    <a:srgbClr val="FFC000">
                      <a:alpha val="50000"/>
                    </a:srgbClr>
                  </a:gs>
                  <a:gs pos="100000">
                    <a:srgbClr val="FFC000">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grpSp>
        <p:grpSp>
          <p:nvGrpSpPr>
            <p:cNvPr id="6" name="组合 32"/>
            <p:cNvGrpSpPr/>
            <p:nvPr/>
          </p:nvGrpSpPr>
          <p:grpSpPr>
            <a:xfrm flipV="1">
              <a:off x="3236601" y="3595031"/>
              <a:ext cx="1342656" cy="1193784"/>
              <a:chOff x="2892724" y="-2155483"/>
              <a:chExt cx="1342656" cy="1174143"/>
            </a:xfrm>
          </p:grpSpPr>
          <p:sp>
            <p:nvSpPr>
              <p:cNvPr id="13" name="椭圆 52"/>
              <p:cNvSpPr/>
              <p:nvPr/>
            </p:nvSpPr>
            <p:spPr>
              <a:xfrm>
                <a:off x="2892724" y="-2098813"/>
                <a:ext cx="1235813" cy="1117473"/>
              </a:xfrm>
              <a:custGeom>
                <a:avLst/>
                <a:gdLst>
                  <a:gd name="connsiteX0" fmla="*/ 1421777 w 2033575"/>
                  <a:gd name="connsiteY0" fmla="*/ 0 h 1117473"/>
                  <a:gd name="connsiteX1" fmla="*/ 2033575 w 2033575"/>
                  <a:gd name="connsiteY1" fmla="*/ 0 h 1117473"/>
                  <a:gd name="connsiteX2" fmla="*/ 1492334 w 2033575"/>
                  <a:gd name="connsiteY2" fmla="*/ 703188 h 1117473"/>
                  <a:gd name="connsiteX3" fmla="*/ 1235813 w 2033575"/>
                  <a:gd name="connsiteY3" fmla="*/ 613932 h 1117473"/>
                  <a:gd name="connsiteX4" fmla="*/ 1422421 w 2033575"/>
                  <a:gd name="connsiteY4" fmla="*/ 15412 h 1117473"/>
                  <a:gd name="connsiteX5" fmla="*/ 1421777 w 2033575"/>
                  <a:gd name="connsiteY5" fmla="*/ 0 h 1117473"/>
                  <a:gd name="connsiteX6" fmla="*/ 938858 w 2033575"/>
                  <a:gd name="connsiteY6" fmla="*/ 0 h 1117473"/>
                  <a:gd name="connsiteX7" fmla="*/ 950694 w 2033575"/>
                  <a:gd name="connsiteY7" fmla="*/ 0 h 1117473"/>
                  <a:gd name="connsiteX8" fmla="*/ 1235813 w 2033575"/>
                  <a:gd name="connsiteY8" fmla="*/ 613932 h 1117473"/>
                  <a:gd name="connsiteX9" fmla="*/ 263745 w 2033575"/>
                  <a:gd name="connsiteY9" fmla="*/ 1117473 h 1117473"/>
                  <a:gd name="connsiteX10" fmla="*/ 0 w 2033575"/>
                  <a:gd name="connsiteY10" fmla="*/ 1087061 h 1117473"/>
                  <a:gd name="connsiteX11" fmla="*/ 0 w 2033575"/>
                  <a:gd name="connsiteY11" fmla="*/ 1084532 h 1117473"/>
                  <a:gd name="connsiteX12" fmla="*/ 938858 w 2033575"/>
                  <a:gd name="connsiteY12" fmla="*/ 0 h 1117473"/>
                  <a:gd name="connsiteX0-1" fmla="*/ 1421777 w 2033575"/>
                  <a:gd name="connsiteY0-2" fmla="*/ 0 h 1117473"/>
                  <a:gd name="connsiteX1-3" fmla="*/ 2033575 w 2033575"/>
                  <a:gd name="connsiteY1-4" fmla="*/ 0 h 1117473"/>
                  <a:gd name="connsiteX2-5" fmla="*/ 1492334 w 2033575"/>
                  <a:gd name="connsiteY2-6" fmla="*/ 703188 h 1117473"/>
                  <a:gd name="connsiteX3-7" fmla="*/ 1235813 w 2033575"/>
                  <a:gd name="connsiteY3-8" fmla="*/ 613932 h 1117473"/>
                  <a:gd name="connsiteX4-9" fmla="*/ 1422421 w 2033575"/>
                  <a:gd name="connsiteY4-10" fmla="*/ 15412 h 1117473"/>
                  <a:gd name="connsiteX5-11" fmla="*/ 1421777 w 2033575"/>
                  <a:gd name="connsiteY5-12" fmla="*/ 0 h 1117473"/>
                  <a:gd name="connsiteX6-13" fmla="*/ 938858 w 2033575"/>
                  <a:gd name="connsiteY6-14" fmla="*/ 0 h 1117473"/>
                  <a:gd name="connsiteX7-15" fmla="*/ 950694 w 2033575"/>
                  <a:gd name="connsiteY7-16" fmla="*/ 0 h 1117473"/>
                  <a:gd name="connsiteX8-17" fmla="*/ 1235813 w 2033575"/>
                  <a:gd name="connsiteY8-18" fmla="*/ 613932 h 1117473"/>
                  <a:gd name="connsiteX9-19" fmla="*/ 263745 w 2033575"/>
                  <a:gd name="connsiteY9-20" fmla="*/ 1117473 h 1117473"/>
                  <a:gd name="connsiteX10-21" fmla="*/ 0 w 2033575"/>
                  <a:gd name="connsiteY10-22" fmla="*/ 1087061 h 1117473"/>
                  <a:gd name="connsiteX11-23" fmla="*/ 0 w 2033575"/>
                  <a:gd name="connsiteY11-24" fmla="*/ 1084532 h 1117473"/>
                  <a:gd name="connsiteX12-25" fmla="*/ 938858 w 2033575"/>
                  <a:gd name="connsiteY12-26" fmla="*/ 0 h 1117473"/>
                  <a:gd name="connsiteX0-27" fmla="*/ 1421777 w 2033575"/>
                  <a:gd name="connsiteY0-28" fmla="*/ 0 h 1117473"/>
                  <a:gd name="connsiteX1-29" fmla="*/ 2033575 w 2033575"/>
                  <a:gd name="connsiteY1-30" fmla="*/ 0 h 1117473"/>
                  <a:gd name="connsiteX2-31" fmla="*/ 1492334 w 2033575"/>
                  <a:gd name="connsiteY2-32" fmla="*/ 703188 h 1117473"/>
                  <a:gd name="connsiteX3-33" fmla="*/ 1235813 w 2033575"/>
                  <a:gd name="connsiteY3-34" fmla="*/ 613932 h 1117473"/>
                  <a:gd name="connsiteX4-35" fmla="*/ 1422421 w 2033575"/>
                  <a:gd name="connsiteY4-36" fmla="*/ 15412 h 1117473"/>
                  <a:gd name="connsiteX5-37" fmla="*/ 1421777 w 2033575"/>
                  <a:gd name="connsiteY5-38" fmla="*/ 0 h 1117473"/>
                  <a:gd name="connsiteX6-39" fmla="*/ 938858 w 2033575"/>
                  <a:gd name="connsiteY6-40" fmla="*/ 0 h 1117473"/>
                  <a:gd name="connsiteX7-41" fmla="*/ 950694 w 2033575"/>
                  <a:gd name="connsiteY7-42" fmla="*/ 0 h 1117473"/>
                  <a:gd name="connsiteX8-43" fmla="*/ 1235813 w 2033575"/>
                  <a:gd name="connsiteY8-44" fmla="*/ 613932 h 1117473"/>
                  <a:gd name="connsiteX9-45" fmla="*/ 263745 w 2033575"/>
                  <a:gd name="connsiteY9-46" fmla="*/ 1117473 h 1117473"/>
                  <a:gd name="connsiteX10-47" fmla="*/ 0 w 2033575"/>
                  <a:gd name="connsiteY10-48" fmla="*/ 1087061 h 1117473"/>
                  <a:gd name="connsiteX11-49" fmla="*/ 0 w 2033575"/>
                  <a:gd name="connsiteY11-50" fmla="*/ 1084532 h 1117473"/>
                  <a:gd name="connsiteX12-51" fmla="*/ 938858 w 2033575"/>
                  <a:gd name="connsiteY12-52" fmla="*/ 0 h 1117473"/>
                  <a:gd name="connsiteX0-53" fmla="*/ 1422421 w 2033575"/>
                  <a:gd name="connsiteY0-54" fmla="*/ 89858 h 1191919"/>
                  <a:gd name="connsiteX1-55" fmla="*/ 2033575 w 2033575"/>
                  <a:gd name="connsiteY1-56" fmla="*/ 74446 h 1191919"/>
                  <a:gd name="connsiteX2-57" fmla="*/ 1492334 w 2033575"/>
                  <a:gd name="connsiteY2-58" fmla="*/ 777634 h 1191919"/>
                  <a:gd name="connsiteX3-59" fmla="*/ 1235813 w 2033575"/>
                  <a:gd name="connsiteY3-60" fmla="*/ 688378 h 1191919"/>
                  <a:gd name="connsiteX4-61" fmla="*/ 1422421 w 2033575"/>
                  <a:gd name="connsiteY4-62" fmla="*/ 89858 h 1191919"/>
                  <a:gd name="connsiteX5-63" fmla="*/ 938858 w 2033575"/>
                  <a:gd name="connsiteY5-64" fmla="*/ 74446 h 1191919"/>
                  <a:gd name="connsiteX6-65" fmla="*/ 950694 w 2033575"/>
                  <a:gd name="connsiteY6-66" fmla="*/ 74446 h 1191919"/>
                  <a:gd name="connsiteX7-67" fmla="*/ 1235813 w 2033575"/>
                  <a:gd name="connsiteY7-68" fmla="*/ 688378 h 1191919"/>
                  <a:gd name="connsiteX8-69" fmla="*/ 263745 w 2033575"/>
                  <a:gd name="connsiteY8-70" fmla="*/ 1191919 h 1191919"/>
                  <a:gd name="connsiteX9-71" fmla="*/ 0 w 2033575"/>
                  <a:gd name="connsiteY9-72" fmla="*/ 1161507 h 1191919"/>
                  <a:gd name="connsiteX10-73" fmla="*/ 0 w 2033575"/>
                  <a:gd name="connsiteY10-74" fmla="*/ 1158978 h 1191919"/>
                  <a:gd name="connsiteX11-75" fmla="*/ 938858 w 2033575"/>
                  <a:gd name="connsiteY11-76" fmla="*/ 74446 h 1191919"/>
                  <a:gd name="connsiteX0-77" fmla="*/ 1422421 w 1501112"/>
                  <a:gd name="connsiteY0-78" fmla="*/ 15412 h 1117473"/>
                  <a:gd name="connsiteX1-79" fmla="*/ 1492334 w 1501112"/>
                  <a:gd name="connsiteY1-80" fmla="*/ 703188 h 1117473"/>
                  <a:gd name="connsiteX2-81" fmla="*/ 1235813 w 1501112"/>
                  <a:gd name="connsiteY2-82" fmla="*/ 613932 h 1117473"/>
                  <a:gd name="connsiteX3-83" fmla="*/ 1422421 w 1501112"/>
                  <a:gd name="connsiteY3-84" fmla="*/ 15412 h 1117473"/>
                  <a:gd name="connsiteX4-85" fmla="*/ 938858 w 1501112"/>
                  <a:gd name="connsiteY4-86" fmla="*/ 0 h 1117473"/>
                  <a:gd name="connsiteX5-87" fmla="*/ 950694 w 1501112"/>
                  <a:gd name="connsiteY5-88" fmla="*/ 0 h 1117473"/>
                  <a:gd name="connsiteX6-89" fmla="*/ 1235813 w 1501112"/>
                  <a:gd name="connsiteY6-90" fmla="*/ 613932 h 1117473"/>
                  <a:gd name="connsiteX7-91" fmla="*/ 263745 w 1501112"/>
                  <a:gd name="connsiteY7-92" fmla="*/ 1117473 h 1117473"/>
                  <a:gd name="connsiteX8-93" fmla="*/ 0 w 1501112"/>
                  <a:gd name="connsiteY8-94" fmla="*/ 1087061 h 1117473"/>
                  <a:gd name="connsiteX9-95" fmla="*/ 0 w 1501112"/>
                  <a:gd name="connsiteY9-96" fmla="*/ 1084532 h 1117473"/>
                  <a:gd name="connsiteX10-97" fmla="*/ 938858 w 1501112"/>
                  <a:gd name="connsiteY10-98" fmla="*/ 0 h 1117473"/>
                  <a:gd name="connsiteX0-99" fmla="*/ 1235813 w 1492334"/>
                  <a:gd name="connsiteY0-100" fmla="*/ 613932 h 1117473"/>
                  <a:gd name="connsiteX1-101" fmla="*/ 1492334 w 1492334"/>
                  <a:gd name="connsiteY1-102" fmla="*/ 703188 h 1117473"/>
                  <a:gd name="connsiteX2-103" fmla="*/ 1235813 w 1492334"/>
                  <a:gd name="connsiteY2-104" fmla="*/ 613932 h 1117473"/>
                  <a:gd name="connsiteX3-105" fmla="*/ 938858 w 1492334"/>
                  <a:gd name="connsiteY3-106" fmla="*/ 0 h 1117473"/>
                  <a:gd name="connsiteX4-107" fmla="*/ 950694 w 1492334"/>
                  <a:gd name="connsiteY4-108" fmla="*/ 0 h 1117473"/>
                  <a:gd name="connsiteX5-109" fmla="*/ 1235813 w 1492334"/>
                  <a:gd name="connsiteY5-110" fmla="*/ 613932 h 1117473"/>
                  <a:gd name="connsiteX6-111" fmla="*/ 263745 w 1492334"/>
                  <a:gd name="connsiteY6-112" fmla="*/ 1117473 h 1117473"/>
                  <a:gd name="connsiteX7-113" fmla="*/ 0 w 1492334"/>
                  <a:gd name="connsiteY7-114" fmla="*/ 1087061 h 1117473"/>
                  <a:gd name="connsiteX8-115" fmla="*/ 0 w 1492334"/>
                  <a:gd name="connsiteY8-116" fmla="*/ 1084532 h 1117473"/>
                  <a:gd name="connsiteX9-117" fmla="*/ 938858 w 1492334"/>
                  <a:gd name="connsiteY9-118" fmla="*/ 0 h 1117473"/>
                  <a:gd name="connsiteX0-119" fmla="*/ 1235813 w 1492334"/>
                  <a:gd name="connsiteY0-120" fmla="*/ 613932 h 1117473"/>
                  <a:gd name="connsiteX1-121" fmla="*/ 1492334 w 1492334"/>
                  <a:gd name="connsiteY1-122" fmla="*/ 703188 h 1117473"/>
                  <a:gd name="connsiteX2-123" fmla="*/ 1235813 w 1492334"/>
                  <a:gd name="connsiteY2-124" fmla="*/ 613932 h 1117473"/>
                  <a:gd name="connsiteX3-125" fmla="*/ 938858 w 1492334"/>
                  <a:gd name="connsiteY3-126" fmla="*/ 0 h 1117473"/>
                  <a:gd name="connsiteX4-127" fmla="*/ 950694 w 1492334"/>
                  <a:gd name="connsiteY4-128" fmla="*/ 0 h 1117473"/>
                  <a:gd name="connsiteX5-129" fmla="*/ 1235813 w 1492334"/>
                  <a:gd name="connsiteY5-130" fmla="*/ 613932 h 1117473"/>
                  <a:gd name="connsiteX6-131" fmla="*/ 263745 w 1492334"/>
                  <a:gd name="connsiteY6-132" fmla="*/ 1117473 h 1117473"/>
                  <a:gd name="connsiteX7-133" fmla="*/ 0 w 1492334"/>
                  <a:gd name="connsiteY7-134" fmla="*/ 1087061 h 1117473"/>
                  <a:gd name="connsiteX8-135" fmla="*/ 0 w 1492334"/>
                  <a:gd name="connsiteY8-136" fmla="*/ 1084532 h 1117473"/>
                  <a:gd name="connsiteX9-137" fmla="*/ 938858 w 1492334"/>
                  <a:gd name="connsiteY9-138" fmla="*/ 0 h 1117473"/>
                  <a:gd name="connsiteX0-139" fmla="*/ 938858 w 1235813"/>
                  <a:gd name="connsiteY0-140" fmla="*/ 0 h 1117473"/>
                  <a:gd name="connsiteX1-141" fmla="*/ 950694 w 1235813"/>
                  <a:gd name="connsiteY1-142" fmla="*/ 0 h 1117473"/>
                  <a:gd name="connsiteX2-143" fmla="*/ 1235813 w 1235813"/>
                  <a:gd name="connsiteY2-144" fmla="*/ 613932 h 1117473"/>
                  <a:gd name="connsiteX3-145" fmla="*/ 263745 w 1235813"/>
                  <a:gd name="connsiteY3-146" fmla="*/ 1117473 h 1117473"/>
                  <a:gd name="connsiteX4-147" fmla="*/ 0 w 1235813"/>
                  <a:gd name="connsiteY4-148" fmla="*/ 1087061 h 1117473"/>
                  <a:gd name="connsiteX5-149" fmla="*/ 0 w 1235813"/>
                  <a:gd name="connsiteY5-150" fmla="*/ 1084532 h 1117473"/>
                  <a:gd name="connsiteX6-151" fmla="*/ 938858 w 1235813"/>
                  <a:gd name="connsiteY6-152" fmla="*/ 0 h 11174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35813" h="1117473">
                    <a:moveTo>
                      <a:pt x="938858" y="0"/>
                    </a:moveTo>
                    <a:lnTo>
                      <a:pt x="950694" y="0"/>
                    </a:lnTo>
                    <a:cubicBezTo>
                      <a:pt x="954582" y="266435"/>
                      <a:pt x="1068266" y="497045"/>
                      <a:pt x="1235813" y="613932"/>
                    </a:cubicBezTo>
                    <a:cubicBezTo>
                      <a:pt x="1029987" y="917179"/>
                      <a:pt x="671458" y="1117473"/>
                      <a:pt x="263745" y="1117473"/>
                    </a:cubicBezTo>
                    <a:cubicBezTo>
                      <a:pt x="172880" y="1117473"/>
                      <a:pt x="84458" y="1107525"/>
                      <a:pt x="0" y="1087061"/>
                    </a:cubicBezTo>
                    <a:lnTo>
                      <a:pt x="0" y="1084532"/>
                    </a:lnTo>
                    <a:cubicBezTo>
                      <a:pt x="517358" y="1066435"/>
                      <a:pt x="932310" y="589052"/>
                      <a:pt x="938858" y="0"/>
                    </a:cubicBezTo>
                    <a:close/>
                  </a:path>
                </a:pathLst>
              </a:custGeom>
              <a:gradFill flip="none" rotWithShape="1">
                <a:gsLst>
                  <a:gs pos="0">
                    <a:srgbClr val="3497AE">
                      <a:lumMod val="50000"/>
                      <a:alpha val="70000"/>
                    </a:srgbClr>
                  </a:gs>
                  <a:gs pos="77000">
                    <a:srgbClr val="3497AE">
                      <a:alpha val="50000"/>
                    </a:srgbClr>
                  </a:gs>
                  <a:gs pos="100000">
                    <a:srgbClr val="3497AE">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sp>
            <p:nvSpPr>
              <p:cNvPr id="14" name="任意多边形 11"/>
              <p:cNvSpPr/>
              <p:nvPr/>
            </p:nvSpPr>
            <p:spPr>
              <a:xfrm>
                <a:off x="2903974" y="-2155483"/>
                <a:ext cx="1331406" cy="1171609"/>
              </a:xfrm>
              <a:custGeom>
                <a:avLst/>
                <a:gdLst>
                  <a:gd name="connsiteX0" fmla="*/ 1190729 w 1331406"/>
                  <a:gd name="connsiteY0" fmla="*/ 8 h 1171506"/>
                  <a:gd name="connsiteX1" fmla="*/ 1150536 w 1331406"/>
                  <a:gd name="connsiteY1" fmla="*/ 326579 h 1171506"/>
                  <a:gd name="connsiteX2" fmla="*/ 1029956 w 1331406"/>
                  <a:gd name="connsiteY2" fmla="*/ 587836 h 1171506"/>
                  <a:gd name="connsiteX3" fmla="*/ 828989 w 1331406"/>
                  <a:gd name="connsiteY3" fmla="*/ 834021 h 1171506"/>
                  <a:gd name="connsiteX4" fmla="*/ 602901 w 1331406"/>
                  <a:gd name="connsiteY4" fmla="*/ 1014891 h 1171506"/>
                  <a:gd name="connsiteX5" fmla="*/ 366764 w 1331406"/>
                  <a:gd name="connsiteY5" fmla="*/ 1115375 h 1171506"/>
                  <a:gd name="connsiteX6" fmla="*/ 0 w 1331406"/>
                  <a:gd name="connsiteY6" fmla="*/ 1145520 h 1171506"/>
                  <a:gd name="connsiteX7" fmla="*/ 95459 w 1331406"/>
                  <a:gd name="connsiteY7" fmla="*/ 1165616 h 1171506"/>
                  <a:gd name="connsiteX8" fmla="*/ 351692 w 1331406"/>
                  <a:gd name="connsiteY8" fmla="*/ 1170641 h 1171506"/>
                  <a:gd name="connsiteX9" fmla="*/ 517490 w 1331406"/>
                  <a:gd name="connsiteY9" fmla="*/ 1150544 h 1171506"/>
                  <a:gd name="connsiteX10" fmla="*/ 698360 w 1331406"/>
                  <a:gd name="connsiteY10" fmla="*/ 1100302 h 1171506"/>
                  <a:gd name="connsiteX11" fmla="*/ 919424 w 1331406"/>
                  <a:gd name="connsiteY11" fmla="*/ 974698 h 1171506"/>
                  <a:gd name="connsiteX12" fmla="*/ 1095270 w 1331406"/>
                  <a:gd name="connsiteY12" fmla="*/ 839045 h 1171506"/>
                  <a:gd name="connsiteX13" fmla="*/ 1240971 w 1331406"/>
                  <a:gd name="connsiteY13" fmla="*/ 668223 h 1171506"/>
                  <a:gd name="connsiteX14" fmla="*/ 1331406 w 1331406"/>
                  <a:gd name="connsiteY14" fmla="*/ 512474 h 1171506"/>
                  <a:gd name="connsiteX15" fmla="*/ 1271116 w 1331406"/>
                  <a:gd name="connsiteY15" fmla="*/ 447159 h 1171506"/>
                  <a:gd name="connsiteX16" fmla="*/ 1235947 w 1331406"/>
                  <a:gd name="connsiteY16" fmla="*/ 316531 h 1171506"/>
                  <a:gd name="connsiteX17" fmla="*/ 1190729 w 1331406"/>
                  <a:gd name="connsiteY17" fmla="*/ 8 h 1171506"/>
                  <a:gd name="connsiteX0-1" fmla="*/ 1190729 w 1331406"/>
                  <a:gd name="connsiteY0-2" fmla="*/ 111 h 1171609"/>
                  <a:gd name="connsiteX1-3" fmla="*/ 1150536 w 1331406"/>
                  <a:gd name="connsiteY1-4" fmla="*/ 326682 h 1171609"/>
                  <a:gd name="connsiteX2-5" fmla="*/ 1029956 w 1331406"/>
                  <a:gd name="connsiteY2-6" fmla="*/ 587939 h 1171609"/>
                  <a:gd name="connsiteX3-7" fmla="*/ 828989 w 1331406"/>
                  <a:gd name="connsiteY3-8" fmla="*/ 834124 h 1171609"/>
                  <a:gd name="connsiteX4-9" fmla="*/ 602901 w 1331406"/>
                  <a:gd name="connsiteY4-10" fmla="*/ 1014994 h 1171609"/>
                  <a:gd name="connsiteX5-11" fmla="*/ 366764 w 1331406"/>
                  <a:gd name="connsiteY5-12" fmla="*/ 1115478 h 1171609"/>
                  <a:gd name="connsiteX6-13" fmla="*/ 0 w 1331406"/>
                  <a:gd name="connsiteY6-14" fmla="*/ 1145623 h 1171609"/>
                  <a:gd name="connsiteX7-15" fmla="*/ 95459 w 1331406"/>
                  <a:gd name="connsiteY7-16" fmla="*/ 1165719 h 1171609"/>
                  <a:gd name="connsiteX8-17" fmla="*/ 351692 w 1331406"/>
                  <a:gd name="connsiteY8-18" fmla="*/ 1170744 h 1171609"/>
                  <a:gd name="connsiteX9-19" fmla="*/ 517490 w 1331406"/>
                  <a:gd name="connsiteY9-20" fmla="*/ 1150647 h 1171609"/>
                  <a:gd name="connsiteX10-21" fmla="*/ 698360 w 1331406"/>
                  <a:gd name="connsiteY10-22" fmla="*/ 1100405 h 1171609"/>
                  <a:gd name="connsiteX11-23" fmla="*/ 919424 w 1331406"/>
                  <a:gd name="connsiteY11-24" fmla="*/ 974801 h 1171609"/>
                  <a:gd name="connsiteX12-25" fmla="*/ 1095270 w 1331406"/>
                  <a:gd name="connsiteY12-26" fmla="*/ 839148 h 1171609"/>
                  <a:gd name="connsiteX13-27" fmla="*/ 1240971 w 1331406"/>
                  <a:gd name="connsiteY13-28" fmla="*/ 668326 h 1171609"/>
                  <a:gd name="connsiteX14-29" fmla="*/ 1331406 w 1331406"/>
                  <a:gd name="connsiteY14-30" fmla="*/ 512577 h 1171609"/>
                  <a:gd name="connsiteX15-31" fmla="*/ 1271116 w 1331406"/>
                  <a:gd name="connsiteY15-32" fmla="*/ 447262 h 1171609"/>
                  <a:gd name="connsiteX16-33" fmla="*/ 1220875 w 1331406"/>
                  <a:gd name="connsiteY16-34" fmla="*/ 291513 h 1171609"/>
                  <a:gd name="connsiteX17-35" fmla="*/ 1190729 w 1331406"/>
                  <a:gd name="connsiteY17-36" fmla="*/ 111 h 1171609"/>
                  <a:gd name="connsiteX0-37" fmla="*/ 1190729 w 1331406"/>
                  <a:gd name="connsiteY0-38" fmla="*/ 111 h 1171609"/>
                  <a:gd name="connsiteX1-39" fmla="*/ 1150536 w 1331406"/>
                  <a:gd name="connsiteY1-40" fmla="*/ 326682 h 1171609"/>
                  <a:gd name="connsiteX2-41" fmla="*/ 1029956 w 1331406"/>
                  <a:gd name="connsiteY2-42" fmla="*/ 587939 h 1171609"/>
                  <a:gd name="connsiteX3-43" fmla="*/ 828989 w 1331406"/>
                  <a:gd name="connsiteY3-44" fmla="*/ 834124 h 1171609"/>
                  <a:gd name="connsiteX4-45" fmla="*/ 602901 w 1331406"/>
                  <a:gd name="connsiteY4-46" fmla="*/ 1014994 h 1171609"/>
                  <a:gd name="connsiteX5-47" fmla="*/ 366764 w 1331406"/>
                  <a:gd name="connsiteY5-48" fmla="*/ 1115478 h 1171609"/>
                  <a:gd name="connsiteX6-49" fmla="*/ 0 w 1331406"/>
                  <a:gd name="connsiteY6-50" fmla="*/ 1145623 h 1171609"/>
                  <a:gd name="connsiteX7-51" fmla="*/ 95459 w 1331406"/>
                  <a:gd name="connsiteY7-52" fmla="*/ 1165719 h 1171609"/>
                  <a:gd name="connsiteX8-53" fmla="*/ 351692 w 1331406"/>
                  <a:gd name="connsiteY8-54" fmla="*/ 1170744 h 1171609"/>
                  <a:gd name="connsiteX9-55" fmla="*/ 517490 w 1331406"/>
                  <a:gd name="connsiteY9-56" fmla="*/ 1150647 h 1171609"/>
                  <a:gd name="connsiteX10-57" fmla="*/ 698360 w 1331406"/>
                  <a:gd name="connsiteY10-58" fmla="*/ 1100405 h 1171609"/>
                  <a:gd name="connsiteX11-59" fmla="*/ 919424 w 1331406"/>
                  <a:gd name="connsiteY11-60" fmla="*/ 974801 h 1171609"/>
                  <a:gd name="connsiteX12-61" fmla="*/ 1095270 w 1331406"/>
                  <a:gd name="connsiteY12-62" fmla="*/ 839148 h 1171609"/>
                  <a:gd name="connsiteX13-63" fmla="*/ 1240971 w 1331406"/>
                  <a:gd name="connsiteY13-64" fmla="*/ 668326 h 1171609"/>
                  <a:gd name="connsiteX14-65" fmla="*/ 1331406 w 1331406"/>
                  <a:gd name="connsiteY14-66" fmla="*/ 512577 h 1171609"/>
                  <a:gd name="connsiteX15-67" fmla="*/ 1261068 w 1331406"/>
                  <a:gd name="connsiteY15-68" fmla="*/ 422141 h 1171609"/>
                  <a:gd name="connsiteX16-69" fmla="*/ 1220875 w 1331406"/>
                  <a:gd name="connsiteY16-70" fmla="*/ 291513 h 1171609"/>
                  <a:gd name="connsiteX17-71" fmla="*/ 1190729 w 1331406"/>
                  <a:gd name="connsiteY17-72" fmla="*/ 111 h 1171609"/>
                  <a:gd name="connsiteX0-73" fmla="*/ 1190729 w 1331406"/>
                  <a:gd name="connsiteY0-74" fmla="*/ 111 h 1171609"/>
                  <a:gd name="connsiteX1-75" fmla="*/ 1150536 w 1331406"/>
                  <a:gd name="connsiteY1-76" fmla="*/ 326682 h 1171609"/>
                  <a:gd name="connsiteX2-77" fmla="*/ 1029956 w 1331406"/>
                  <a:gd name="connsiteY2-78" fmla="*/ 587939 h 1171609"/>
                  <a:gd name="connsiteX3-79" fmla="*/ 828989 w 1331406"/>
                  <a:gd name="connsiteY3-80" fmla="*/ 834124 h 1171609"/>
                  <a:gd name="connsiteX4-81" fmla="*/ 602901 w 1331406"/>
                  <a:gd name="connsiteY4-82" fmla="*/ 1014994 h 1171609"/>
                  <a:gd name="connsiteX5-83" fmla="*/ 366764 w 1331406"/>
                  <a:gd name="connsiteY5-84" fmla="*/ 1115478 h 1171609"/>
                  <a:gd name="connsiteX6-85" fmla="*/ 0 w 1331406"/>
                  <a:gd name="connsiteY6-86" fmla="*/ 1145623 h 1171609"/>
                  <a:gd name="connsiteX7-87" fmla="*/ 95459 w 1331406"/>
                  <a:gd name="connsiteY7-88" fmla="*/ 1165719 h 1171609"/>
                  <a:gd name="connsiteX8-89" fmla="*/ 351692 w 1331406"/>
                  <a:gd name="connsiteY8-90" fmla="*/ 1170744 h 1171609"/>
                  <a:gd name="connsiteX9-91" fmla="*/ 517490 w 1331406"/>
                  <a:gd name="connsiteY9-92" fmla="*/ 1150647 h 1171609"/>
                  <a:gd name="connsiteX10-93" fmla="*/ 698360 w 1331406"/>
                  <a:gd name="connsiteY10-94" fmla="*/ 1100405 h 1171609"/>
                  <a:gd name="connsiteX11-95" fmla="*/ 919424 w 1331406"/>
                  <a:gd name="connsiteY11-96" fmla="*/ 974801 h 1171609"/>
                  <a:gd name="connsiteX12-97" fmla="*/ 1095270 w 1331406"/>
                  <a:gd name="connsiteY12-98" fmla="*/ 839148 h 1171609"/>
                  <a:gd name="connsiteX13-99" fmla="*/ 1240971 w 1331406"/>
                  <a:gd name="connsiteY13-100" fmla="*/ 668326 h 1171609"/>
                  <a:gd name="connsiteX14-101" fmla="*/ 1331406 w 1331406"/>
                  <a:gd name="connsiteY14-102" fmla="*/ 512577 h 1171609"/>
                  <a:gd name="connsiteX15-103" fmla="*/ 1261068 w 1331406"/>
                  <a:gd name="connsiteY15-104" fmla="*/ 422141 h 1171609"/>
                  <a:gd name="connsiteX16-105" fmla="*/ 1220875 w 1331406"/>
                  <a:gd name="connsiteY16-106" fmla="*/ 291513 h 1171609"/>
                  <a:gd name="connsiteX17-107" fmla="*/ 1190729 w 1331406"/>
                  <a:gd name="connsiteY17-108" fmla="*/ 111 h 11716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1331406" h="1171609">
                    <a:moveTo>
                      <a:pt x="1190729" y="111"/>
                    </a:moveTo>
                    <a:cubicBezTo>
                      <a:pt x="1179006" y="5972"/>
                      <a:pt x="1192403" y="198566"/>
                      <a:pt x="1150536" y="326682"/>
                    </a:cubicBezTo>
                    <a:cubicBezTo>
                      <a:pt x="1108669" y="454798"/>
                      <a:pt x="1083547" y="503365"/>
                      <a:pt x="1029956" y="587939"/>
                    </a:cubicBezTo>
                    <a:cubicBezTo>
                      <a:pt x="976365" y="672513"/>
                      <a:pt x="900165" y="762948"/>
                      <a:pt x="828989" y="834124"/>
                    </a:cubicBezTo>
                    <a:cubicBezTo>
                      <a:pt x="757813" y="905300"/>
                      <a:pt x="679938" y="968102"/>
                      <a:pt x="602901" y="1014994"/>
                    </a:cubicBezTo>
                    <a:cubicBezTo>
                      <a:pt x="525864" y="1061886"/>
                      <a:pt x="467247" y="1093707"/>
                      <a:pt x="366764" y="1115478"/>
                    </a:cubicBezTo>
                    <a:cubicBezTo>
                      <a:pt x="266281" y="1137249"/>
                      <a:pt x="176683" y="1164045"/>
                      <a:pt x="0" y="1145623"/>
                    </a:cubicBezTo>
                    <a:cubicBezTo>
                      <a:pt x="31820" y="1152322"/>
                      <a:pt x="36844" y="1161532"/>
                      <a:pt x="95459" y="1165719"/>
                    </a:cubicBezTo>
                    <a:cubicBezTo>
                      <a:pt x="154074" y="1169906"/>
                      <a:pt x="281354" y="1173256"/>
                      <a:pt x="351692" y="1170744"/>
                    </a:cubicBezTo>
                    <a:cubicBezTo>
                      <a:pt x="422030" y="1168232"/>
                      <a:pt x="459712" y="1162370"/>
                      <a:pt x="517490" y="1150647"/>
                    </a:cubicBezTo>
                    <a:cubicBezTo>
                      <a:pt x="575268" y="1138924"/>
                      <a:pt x="631371" y="1129713"/>
                      <a:pt x="698360" y="1100405"/>
                    </a:cubicBezTo>
                    <a:cubicBezTo>
                      <a:pt x="765349" y="1071097"/>
                      <a:pt x="853272" y="1018344"/>
                      <a:pt x="919424" y="974801"/>
                    </a:cubicBezTo>
                    <a:cubicBezTo>
                      <a:pt x="985576" y="931258"/>
                      <a:pt x="1041679" y="890227"/>
                      <a:pt x="1095270" y="839148"/>
                    </a:cubicBezTo>
                    <a:cubicBezTo>
                      <a:pt x="1148861" y="788069"/>
                      <a:pt x="1201615" y="722754"/>
                      <a:pt x="1240971" y="668326"/>
                    </a:cubicBezTo>
                    <a:cubicBezTo>
                      <a:pt x="1280327" y="613898"/>
                      <a:pt x="1305866" y="563237"/>
                      <a:pt x="1331406" y="512577"/>
                    </a:cubicBezTo>
                    <a:cubicBezTo>
                      <a:pt x="1311309" y="490805"/>
                      <a:pt x="1276978" y="454798"/>
                      <a:pt x="1261068" y="422141"/>
                    </a:cubicBezTo>
                    <a:cubicBezTo>
                      <a:pt x="1245158" y="389484"/>
                      <a:pt x="1232598" y="361851"/>
                      <a:pt x="1220875" y="291513"/>
                    </a:cubicBezTo>
                    <a:cubicBezTo>
                      <a:pt x="1209152" y="221175"/>
                      <a:pt x="1202452" y="-5750"/>
                      <a:pt x="1190729" y="111"/>
                    </a:cubicBezTo>
                    <a:close/>
                  </a:path>
                </a:pathLst>
              </a:custGeom>
              <a:gradFill flip="none" rotWithShape="1">
                <a:gsLst>
                  <a:gs pos="0">
                    <a:srgbClr val="FFC000">
                      <a:lumMod val="50000"/>
                      <a:alpha val="70000"/>
                    </a:srgbClr>
                  </a:gs>
                  <a:gs pos="77000">
                    <a:srgbClr val="FFC000">
                      <a:alpha val="50000"/>
                    </a:srgbClr>
                  </a:gs>
                  <a:gs pos="100000">
                    <a:srgbClr val="FFC000">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grpSp>
        <p:grpSp>
          <p:nvGrpSpPr>
            <p:cNvPr id="7" name="组合 33"/>
            <p:cNvGrpSpPr/>
            <p:nvPr/>
          </p:nvGrpSpPr>
          <p:grpSpPr>
            <a:xfrm flipH="1">
              <a:off x="4586589" y="2420888"/>
              <a:ext cx="1342656" cy="1174143"/>
              <a:chOff x="2892724" y="-2155483"/>
              <a:chExt cx="1342656" cy="1174143"/>
            </a:xfrm>
          </p:grpSpPr>
          <p:sp>
            <p:nvSpPr>
              <p:cNvPr id="11" name="椭圆 52"/>
              <p:cNvSpPr/>
              <p:nvPr/>
            </p:nvSpPr>
            <p:spPr>
              <a:xfrm>
                <a:off x="2892724" y="-2098813"/>
                <a:ext cx="1235813" cy="1117473"/>
              </a:xfrm>
              <a:custGeom>
                <a:avLst/>
                <a:gdLst>
                  <a:gd name="connsiteX0" fmla="*/ 1421777 w 2033575"/>
                  <a:gd name="connsiteY0" fmla="*/ 0 h 1117473"/>
                  <a:gd name="connsiteX1" fmla="*/ 2033575 w 2033575"/>
                  <a:gd name="connsiteY1" fmla="*/ 0 h 1117473"/>
                  <a:gd name="connsiteX2" fmla="*/ 1492334 w 2033575"/>
                  <a:gd name="connsiteY2" fmla="*/ 703188 h 1117473"/>
                  <a:gd name="connsiteX3" fmla="*/ 1235813 w 2033575"/>
                  <a:gd name="connsiteY3" fmla="*/ 613932 h 1117473"/>
                  <a:gd name="connsiteX4" fmla="*/ 1422421 w 2033575"/>
                  <a:gd name="connsiteY4" fmla="*/ 15412 h 1117473"/>
                  <a:gd name="connsiteX5" fmla="*/ 1421777 w 2033575"/>
                  <a:gd name="connsiteY5" fmla="*/ 0 h 1117473"/>
                  <a:gd name="connsiteX6" fmla="*/ 938858 w 2033575"/>
                  <a:gd name="connsiteY6" fmla="*/ 0 h 1117473"/>
                  <a:gd name="connsiteX7" fmla="*/ 950694 w 2033575"/>
                  <a:gd name="connsiteY7" fmla="*/ 0 h 1117473"/>
                  <a:gd name="connsiteX8" fmla="*/ 1235813 w 2033575"/>
                  <a:gd name="connsiteY8" fmla="*/ 613932 h 1117473"/>
                  <a:gd name="connsiteX9" fmla="*/ 263745 w 2033575"/>
                  <a:gd name="connsiteY9" fmla="*/ 1117473 h 1117473"/>
                  <a:gd name="connsiteX10" fmla="*/ 0 w 2033575"/>
                  <a:gd name="connsiteY10" fmla="*/ 1087061 h 1117473"/>
                  <a:gd name="connsiteX11" fmla="*/ 0 w 2033575"/>
                  <a:gd name="connsiteY11" fmla="*/ 1084532 h 1117473"/>
                  <a:gd name="connsiteX12" fmla="*/ 938858 w 2033575"/>
                  <a:gd name="connsiteY12" fmla="*/ 0 h 1117473"/>
                  <a:gd name="connsiteX0-1" fmla="*/ 1421777 w 2033575"/>
                  <a:gd name="connsiteY0-2" fmla="*/ 0 h 1117473"/>
                  <a:gd name="connsiteX1-3" fmla="*/ 2033575 w 2033575"/>
                  <a:gd name="connsiteY1-4" fmla="*/ 0 h 1117473"/>
                  <a:gd name="connsiteX2-5" fmla="*/ 1492334 w 2033575"/>
                  <a:gd name="connsiteY2-6" fmla="*/ 703188 h 1117473"/>
                  <a:gd name="connsiteX3-7" fmla="*/ 1235813 w 2033575"/>
                  <a:gd name="connsiteY3-8" fmla="*/ 613932 h 1117473"/>
                  <a:gd name="connsiteX4-9" fmla="*/ 1422421 w 2033575"/>
                  <a:gd name="connsiteY4-10" fmla="*/ 15412 h 1117473"/>
                  <a:gd name="connsiteX5-11" fmla="*/ 1421777 w 2033575"/>
                  <a:gd name="connsiteY5-12" fmla="*/ 0 h 1117473"/>
                  <a:gd name="connsiteX6-13" fmla="*/ 938858 w 2033575"/>
                  <a:gd name="connsiteY6-14" fmla="*/ 0 h 1117473"/>
                  <a:gd name="connsiteX7-15" fmla="*/ 950694 w 2033575"/>
                  <a:gd name="connsiteY7-16" fmla="*/ 0 h 1117473"/>
                  <a:gd name="connsiteX8-17" fmla="*/ 1235813 w 2033575"/>
                  <a:gd name="connsiteY8-18" fmla="*/ 613932 h 1117473"/>
                  <a:gd name="connsiteX9-19" fmla="*/ 263745 w 2033575"/>
                  <a:gd name="connsiteY9-20" fmla="*/ 1117473 h 1117473"/>
                  <a:gd name="connsiteX10-21" fmla="*/ 0 w 2033575"/>
                  <a:gd name="connsiteY10-22" fmla="*/ 1087061 h 1117473"/>
                  <a:gd name="connsiteX11-23" fmla="*/ 0 w 2033575"/>
                  <a:gd name="connsiteY11-24" fmla="*/ 1084532 h 1117473"/>
                  <a:gd name="connsiteX12-25" fmla="*/ 938858 w 2033575"/>
                  <a:gd name="connsiteY12-26" fmla="*/ 0 h 1117473"/>
                  <a:gd name="connsiteX0-27" fmla="*/ 1421777 w 2033575"/>
                  <a:gd name="connsiteY0-28" fmla="*/ 0 h 1117473"/>
                  <a:gd name="connsiteX1-29" fmla="*/ 2033575 w 2033575"/>
                  <a:gd name="connsiteY1-30" fmla="*/ 0 h 1117473"/>
                  <a:gd name="connsiteX2-31" fmla="*/ 1492334 w 2033575"/>
                  <a:gd name="connsiteY2-32" fmla="*/ 703188 h 1117473"/>
                  <a:gd name="connsiteX3-33" fmla="*/ 1235813 w 2033575"/>
                  <a:gd name="connsiteY3-34" fmla="*/ 613932 h 1117473"/>
                  <a:gd name="connsiteX4-35" fmla="*/ 1422421 w 2033575"/>
                  <a:gd name="connsiteY4-36" fmla="*/ 15412 h 1117473"/>
                  <a:gd name="connsiteX5-37" fmla="*/ 1421777 w 2033575"/>
                  <a:gd name="connsiteY5-38" fmla="*/ 0 h 1117473"/>
                  <a:gd name="connsiteX6-39" fmla="*/ 938858 w 2033575"/>
                  <a:gd name="connsiteY6-40" fmla="*/ 0 h 1117473"/>
                  <a:gd name="connsiteX7-41" fmla="*/ 950694 w 2033575"/>
                  <a:gd name="connsiteY7-42" fmla="*/ 0 h 1117473"/>
                  <a:gd name="connsiteX8-43" fmla="*/ 1235813 w 2033575"/>
                  <a:gd name="connsiteY8-44" fmla="*/ 613932 h 1117473"/>
                  <a:gd name="connsiteX9-45" fmla="*/ 263745 w 2033575"/>
                  <a:gd name="connsiteY9-46" fmla="*/ 1117473 h 1117473"/>
                  <a:gd name="connsiteX10-47" fmla="*/ 0 w 2033575"/>
                  <a:gd name="connsiteY10-48" fmla="*/ 1087061 h 1117473"/>
                  <a:gd name="connsiteX11-49" fmla="*/ 0 w 2033575"/>
                  <a:gd name="connsiteY11-50" fmla="*/ 1084532 h 1117473"/>
                  <a:gd name="connsiteX12-51" fmla="*/ 938858 w 2033575"/>
                  <a:gd name="connsiteY12-52" fmla="*/ 0 h 1117473"/>
                  <a:gd name="connsiteX0-53" fmla="*/ 1422421 w 2033575"/>
                  <a:gd name="connsiteY0-54" fmla="*/ 89858 h 1191919"/>
                  <a:gd name="connsiteX1-55" fmla="*/ 2033575 w 2033575"/>
                  <a:gd name="connsiteY1-56" fmla="*/ 74446 h 1191919"/>
                  <a:gd name="connsiteX2-57" fmla="*/ 1492334 w 2033575"/>
                  <a:gd name="connsiteY2-58" fmla="*/ 777634 h 1191919"/>
                  <a:gd name="connsiteX3-59" fmla="*/ 1235813 w 2033575"/>
                  <a:gd name="connsiteY3-60" fmla="*/ 688378 h 1191919"/>
                  <a:gd name="connsiteX4-61" fmla="*/ 1422421 w 2033575"/>
                  <a:gd name="connsiteY4-62" fmla="*/ 89858 h 1191919"/>
                  <a:gd name="connsiteX5-63" fmla="*/ 938858 w 2033575"/>
                  <a:gd name="connsiteY5-64" fmla="*/ 74446 h 1191919"/>
                  <a:gd name="connsiteX6-65" fmla="*/ 950694 w 2033575"/>
                  <a:gd name="connsiteY6-66" fmla="*/ 74446 h 1191919"/>
                  <a:gd name="connsiteX7-67" fmla="*/ 1235813 w 2033575"/>
                  <a:gd name="connsiteY7-68" fmla="*/ 688378 h 1191919"/>
                  <a:gd name="connsiteX8-69" fmla="*/ 263745 w 2033575"/>
                  <a:gd name="connsiteY8-70" fmla="*/ 1191919 h 1191919"/>
                  <a:gd name="connsiteX9-71" fmla="*/ 0 w 2033575"/>
                  <a:gd name="connsiteY9-72" fmla="*/ 1161507 h 1191919"/>
                  <a:gd name="connsiteX10-73" fmla="*/ 0 w 2033575"/>
                  <a:gd name="connsiteY10-74" fmla="*/ 1158978 h 1191919"/>
                  <a:gd name="connsiteX11-75" fmla="*/ 938858 w 2033575"/>
                  <a:gd name="connsiteY11-76" fmla="*/ 74446 h 1191919"/>
                  <a:gd name="connsiteX0-77" fmla="*/ 1422421 w 1501112"/>
                  <a:gd name="connsiteY0-78" fmla="*/ 15412 h 1117473"/>
                  <a:gd name="connsiteX1-79" fmla="*/ 1492334 w 1501112"/>
                  <a:gd name="connsiteY1-80" fmla="*/ 703188 h 1117473"/>
                  <a:gd name="connsiteX2-81" fmla="*/ 1235813 w 1501112"/>
                  <a:gd name="connsiteY2-82" fmla="*/ 613932 h 1117473"/>
                  <a:gd name="connsiteX3-83" fmla="*/ 1422421 w 1501112"/>
                  <a:gd name="connsiteY3-84" fmla="*/ 15412 h 1117473"/>
                  <a:gd name="connsiteX4-85" fmla="*/ 938858 w 1501112"/>
                  <a:gd name="connsiteY4-86" fmla="*/ 0 h 1117473"/>
                  <a:gd name="connsiteX5-87" fmla="*/ 950694 w 1501112"/>
                  <a:gd name="connsiteY5-88" fmla="*/ 0 h 1117473"/>
                  <a:gd name="connsiteX6-89" fmla="*/ 1235813 w 1501112"/>
                  <a:gd name="connsiteY6-90" fmla="*/ 613932 h 1117473"/>
                  <a:gd name="connsiteX7-91" fmla="*/ 263745 w 1501112"/>
                  <a:gd name="connsiteY7-92" fmla="*/ 1117473 h 1117473"/>
                  <a:gd name="connsiteX8-93" fmla="*/ 0 w 1501112"/>
                  <a:gd name="connsiteY8-94" fmla="*/ 1087061 h 1117473"/>
                  <a:gd name="connsiteX9-95" fmla="*/ 0 w 1501112"/>
                  <a:gd name="connsiteY9-96" fmla="*/ 1084532 h 1117473"/>
                  <a:gd name="connsiteX10-97" fmla="*/ 938858 w 1501112"/>
                  <a:gd name="connsiteY10-98" fmla="*/ 0 h 1117473"/>
                  <a:gd name="connsiteX0-99" fmla="*/ 1235813 w 1492334"/>
                  <a:gd name="connsiteY0-100" fmla="*/ 613932 h 1117473"/>
                  <a:gd name="connsiteX1-101" fmla="*/ 1492334 w 1492334"/>
                  <a:gd name="connsiteY1-102" fmla="*/ 703188 h 1117473"/>
                  <a:gd name="connsiteX2-103" fmla="*/ 1235813 w 1492334"/>
                  <a:gd name="connsiteY2-104" fmla="*/ 613932 h 1117473"/>
                  <a:gd name="connsiteX3-105" fmla="*/ 938858 w 1492334"/>
                  <a:gd name="connsiteY3-106" fmla="*/ 0 h 1117473"/>
                  <a:gd name="connsiteX4-107" fmla="*/ 950694 w 1492334"/>
                  <a:gd name="connsiteY4-108" fmla="*/ 0 h 1117473"/>
                  <a:gd name="connsiteX5-109" fmla="*/ 1235813 w 1492334"/>
                  <a:gd name="connsiteY5-110" fmla="*/ 613932 h 1117473"/>
                  <a:gd name="connsiteX6-111" fmla="*/ 263745 w 1492334"/>
                  <a:gd name="connsiteY6-112" fmla="*/ 1117473 h 1117473"/>
                  <a:gd name="connsiteX7-113" fmla="*/ 0 w 1492334"/>
                  <a:gd name="connsiteY7-114" fmla="*/ 1087061 h 1117473"/>
                  <a:gd name="connsiteX8-115" fmla="*/ 0 w 1492334"/>
                  <a:gd name="connsiteY8-116" fmla="*/ 1084532 h 1117473"/>
                  <a:gd name="connsiteX9-117" fmla="*/ 938858 w 1492334"/>
                  <a:gd name="connsiteY9-118" fmla="*/ 0 h 1117473"/>
                  <a:gd name="connsiteX0-119" fmla="*/ 1235813 w 1492334"/>
                  <a:gd name="connsiteY0-120" fmla="*/ 613932 h 1117473"/>
                  <a:gd name="connsiteX1-121" fmla="*/ 1492334 w 1492334"/>
                  <a:gd name="connsiteY1-122" fmla="*/ 703188 h 1117473"/>
                  <a:gd name="connsiteX2-123" fmla="*/ 1235813 w 1492334"/>
                  <a:gd name="connsiteY2-124" fmla="*/ 613932 h 1117473"/>
                  <a:gd name="connsiteX3-125" fmla="*/ 938858 w 1492334"/>
                  <a:gd name="connsiteY3-126" fmla="*/ 0 h 1117473"/>
                  <a:gd name="connsiteX4-127" fmla="*/ 950694 w 1492334"/>
                  <a:gd name="connsiteY4-128" fmla="*/ 0 h 1117473"/>
                  <a:gd name="connsiteX5-129" fmla="*/ 1235813 w 1492334"/>
                  <a:gd name="connsiteY5-130" fmla="*/ 613932 h 1117473"/>
                  <a:gd name="connsiteX6-131" fmla="*/ 263745 w 1492334"/>
                  <a:gd name="connsiteY6-132" fmla="*/ 1117473 h 1117473"/>
                  <a:gd name="connsiteX7-133" fmla="*/ 0 w 1492334"/>
                  <a:gd name="connsiteY7-134" fmla="*/ 1087061 h 1117473"/>
                  <a:gd name="connsiteX8-135" fmla="*/ 0 w 1492334"/>
                  <a:gd name="connsiteY8-136" fmla="*/ 1084532 h 1117473"/>
                  <a:gd name="connsiteX9-137" fmla="*/ 938858 w 1492334"/>
                  <a:gd name="connsiteY9-138" fmla="*/ 0 h 1117473"/>
                  <a:gd name="connsiteX0-139" fmla="*/ 938858 w 1235813"/>
                  <a:gd name="connsiteY0-140" fmla="*/ 0 h 1117473"/>
                  <a:gd name="connsiteX1-141" fmla="*/ 950694 w 1235813"/>
                  <a:gd name="connsiteY1-142" fmla="*/ 0 h 1117473"/>
                  <a:gd name="connsiteX2-143" fmla="*/ 1235813 w 1235813"/>
                  <a:gd name="connsiteY2-144" fmla="*/ 613932 h 1117473"/>
                  <a:gd name="connsiteX3-145" fmla="*/ 263745 w 1235813"/>
                  <a:gd name="connsiteY3-146" fmla="*/ 1117473 h 1117473"/>
                  <a:gd name="connsiteX4-147" fmla="*/ 0 w 1235813"/>
                  <a:gd name="connsiteY4-148" fmla="*/ 1087061 h 1117473"/>
                  <a:gd name="connsiteX5-149" fmla="*/ 0 w 1235813"/>
                  <a:gd name="connsiteY5-150" fmla="*/ 1084532 h 1117473"/>
                  <a:gd name="connsiteX6-151" fmla="*/ 938858 w 1235813"/>
                  <a:gd name="connsiteY6-152" fmla="*/ 0 h 11174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35813" h="1117473">
                    <a:moveTo>
                      <a:pt x="938858" y="0"/>
                    </a:moveTo>
                    <a:lnTo>
                      <a:pt x="950694" y="0"/>
                    </a:lnTo>
                    <a:cubicBezTo>
                      <a:pt x="954582" y="266435"/>
                      <a:pt x="1068266" y="497045"/>
                      <a:pt x="1235813" y="613932"/>
                    </a:cubicBezTo>
                    <a:cubicBezTo>
                      <a:pt x="1029987" y="917179"/>
                      <a:pt x="671458" y="1117473"/>
                      <a:pt x="263745" y="1117473"/>
                    </a:cubicBezTo>
                    <a:cubicBezTo>
                      <a:pt x="172880" y="1117473"/>
                      <a:pt x="84458" y="1107525"/>
                      <a:pt x="0" y="1087061"/>
                    </a:cubicBezTo>
                    <a:lnTo>
                      <a:pt x="0" y="1084532"/>
                    </a:lnTo>
                    <a:cubicBezTo>
                      <a:pt x="517358" y="1066435"/>
                      <a:pt x="932310" y="589052"/>
                      <a:pt x="938858" y="0"/>
                    </a:cubicBezTo>
                    <a:close/>
                  </a:path>
                </a:pathLst>
              </a:custGeom>
              <a:gradFill flip="none" rotWithShape="1">
                <a:gsLst>
                  <a:gs pos="0">
                    <a:srgbClr val="3497AE">
                      <a:lumMod val="50000"/>
                      <a:alpha val="70000"/>
                    </a:srgbClr>
                  </a:gs>
                  <a:gs pos="77000">
                    <a:srgbClr val="3497AE">
                      <a:alpha val="50000"/>
                    </a:srgbClr>
                  </a:gs>
                  <a:gs pos="100000">
                    <a:srgbClr val="3497AE">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sp>
            <p:nvSpPr>
              <p:cNvPr id="12" name="任意多边形 9"/>
              <p:cNvSpPr/>
              <p:nvPr/>
            </p:nvSpPr>
            <p:spPr>
              <a:xfrm>
                <a:off x="2903974" y="-2155483"/>
                <a:ext cx="1331406" cy="1171609"/>
              </a:xfrm>
              <a:custGeom>
                <a:avLst/>
                <a:gdLst>
                  <a:gd name="connsiteX0" fmla="*/ 1190729 w 1331406"/>
                  <a:gd name="connsiteY0" fmla="*/ 8 h 1171506"/>
                  <a:gd name="connsiteX1" fmla="*/ 1150536 w 1331406"/>
                  <a:gd name="connsiteY1" fmla="*/ 326579 h 1171506"/>
                  <a:gd name="connsiteX2" fmla="*/ 1029956 w 1331406"/>
                  <a:gd name="connsiteY2" fmla="*/ 587836 h 1171506"/>
                  <a:gd name="connsiteX3" fmla="*/ 828989 w 1331406"/>
                  <a:gd name="connsiteY3" fmla="*/ 834021 h 1171506"/>
                  <a:gd name="connsiteX4" fmla="*/ 602901 w 1331406"/>
                  <a:gd name="connsiteY4" fmla="*/ 1014891 h 1171506"/>
                  <a:gd name="connsiteX5" fmla="*/ 366764 w 1331406"/>
                  <a:gd name="connsiteY5" fmla="*/ 1115375 h 1171506"/>
                  <a:gd name="connsiteX6" fmla="*/ 0 w 1331406"/>
                  <a:gd name="connsiteY6" fmla="*/ 1145520 h 1171506"/>
                  <a:gd name="connsiteX7" fmla="*/ 95459 w 1331406"/>
                  <a:gd name="connsiteY7" fmla="*/ 1165616 h 1171506"/>
                  <a:gd name="connsiteX8" fmla="*/ 351692 w 1331406"/>
                  <a:gd name="connsiteY8" fmla="*/ 1170641 h 1171506"/>
                  <a:gd name="connsiteX9" fmla="*/ 517490 w 1331406"/>
                  <a:gd name="connsiteY9" fmla="*/ 1150544 h 1171506"/>
                  <a:gd name="connsiteX10" fmla="*/ 698360 w 1331406"/>
                  <a:gd name="connsiteY10" fmla="*/ 1100302 h 1171506"/>
                  <a:gd name="connsiteX11" fmla="*/ 919424 w 1331406"/>
                  <a:gd name="connsiteY11" fmla="*/ 974698 h 1171506"/>
                  <a:gd name="connsiteX12" fmla="*/ 1095270 w 1331406"/>
                  <a:gd name="connsiteY12" fmla="*/ 839045 h 1171506"/>
                  <a:gd name="connsiteX13" fmla="*/ 1240971 w 1331406"/>
                  <a:gd name="connsiteY13" fmla="*/ 668223 h 1171506"/>
                  <a:gd name="connsiteX14" fmla="*/ 1331406 w 1331406"/>
                  <a:gd name="connsiteY14" fmla="*/ 512474 h 1171506"/>
                  <a:gd name="connsiteX15" fmla="*/ 1271116 w 1331406"/>
                  <a:gd name="connsiteY15" fmla="*/ 447159 h 1171506"/>
                  <a:gd name="connsiteX16" fmla="*/ 1235947 w 1331406"/>
                  <a:gd name="connsiteY16" fmla="*/ 316531 h 1171506"/>
                  <a:gd name="connsiteX17" fmla="*/ 1190729 w 1331406"/>
                  <a:gd name="connsiteY17" fmla="*/ 8 h 1171506"/>
                  <a:gd name="connsiteX0-1" fmla="*/ 1190729 w 1331406"/>
                  <a:gd name="connsiteY0-2" fmla="*/ 111 h 1171609"/>
                  <a:gd name="connsiteX1-3" fmla="*/ 1150536 w 1331406"/>
                  <a:gd name="connsiteY1-4" fmla="*/ 326682 h 1171609"/>
                  <a:gd name="connsiteX2-5" fmla="*/ 1029956 w 1331406"/>
                  <a:gd name="connsiteY2-6" fmla="*/ 587939 h 1171609"/>
                  <a:gd name="connsiteX3-7" fmla="*/ 828989 w 1331406"/>
                  <a:gd name="connsiteY3-8" fmla="*/ 834124 h 1171609"/>
                  <a:gd name="connsiteX4-9" fmla="*/ 602901 w 1331406"/>
                  <a:gd name="connsiteY4-10" fmla="*/ 1014994 h 1171609"/>
                  <a:gd name="connsiteX5-11" fmla="*/ 366764 w 1331406"/>
                  <a:gd name="connsiteY5-12" fmla="*/ 1115478 h 1171609"/>
                  <a:gd name="connsiteX6-13" fmla="*/ 0 w 1331406"/>
                  <a:gd name="connsiteY6-14" fmla="*/ 1145623 h 1171609"/>
                  <a:gd name="connsiteX7-15" fmla="*/ 95459 w 1331406"/>
                  <a:gd name="connsiteY7-16" fmla="*/ 1165719 h 1171609"/>
                  <a:gd name="connsiteX8-17" fmla="*/ 351692 w 1331406"/>
                  <a:gd name="connsiteY8-18" fmla="*/ 1170744 h 1171609"/>
                  <a:gd name="connsiteX9-19" fmla="*/ 517490 w 1331406"/>
                  <a:gd name="connsiteY9-20" fmla="*/ 1150647 h 1171609"/>
                  <a:gd name="connsiteX10-21" fmla="*/ 698360 w 1331406"/>
                  <a:gd name="connsiteY10-22" fmla="*/ 1100405 h 1171609"/>
                  <a:gd name="connsiteX11-23" fmla="*/ 919424 w 1331406"/>
                  <a:gd name="connsiteY11-24" fmla="*/ 974801 h 1171609"/>
                  <a:gd name="connsiteX12-25" fmla="*/ 1095270 w 1331406"/>
                  <a:gd name="connsiteY12-26" fmla="*/ 839148 h 1171609"/>
                  <a:gd name="connsiteX13-27" fmla="*/ 1240971 w 1331406"/>
                  <a:gd name="connsiteY13-28" fmla="*/ 668326 h 1171609"/>
                  <a:gd name="connsiteX14-29" fmla="*/ 1331406 w 1331406"/>
                  <a:gd name="connsiteY14-30" fmla="*/ 512577 h 1171609"/>
                  <a:gd name="connsiteX15-31" fmla="*/ 1271116 w 1331406"/>
                  <a:gd name="connsiteY15-32" fmla="*/ 447262 h 1171609"/>
                  <a:gd name="connsiteX16-33" fmla="*/ 1220875 w 1331406"/>
                  <a:gd name="connsiteY16-34" fmla="*/ 291513 h 1171609"/>
                  <a:gd name="connsiteX17-35" fmla="*/ 1190729 w 1331406"/>
                  <a:gd name="connsiteY17-36" fmla="*/ 111 h 1171609"/>
                  <a:gd name="connsiteX0-37" fmla="*/ 1190729 w 1331406"/>
                  <a:gd name="connsiteY0-38" fmla="*/ 111 h 1171609"/>
                  <a:gd name="connsiteX1-39" fmla="*/ 1150536 w 1331406"/>
                  <a:gd name="connsiteY1-40" fmla="*/ 326682 h 1171609"/>
                  <a:gd name="connsiteX2-41" fmla="*/ 1029956 w 1331406"/>
                  <a:gd name="connsiteY2-42" fmla="*/ 587939 h 1171609"/>
                  <a:gd name="connsiteX3-43" fmla="*/ 828989 w 1331406"/>
                  <a:gd name="connsiteY3-44" fmla="*/ 834124 h 1171609"/>
                  <a:gd name="connsiteX4-45" fmla="*/ 602901 w 1331406"/>
                  <a:gd name="connsiteY4-46" fmla="*/ 1014994 h 1171609"/>
                  <a:gd name="connsiteX5-47" fmla="*/ 366764 w 1331406"/>
                  <a:gd name="connsiteY5-48" fmla="*/ 1115478 h 1171609"/>
                  <a:gd name="connsiteX6-49" fmla="*/ 0 w 1331406"/>
                  <a:gd name="connsiteY6-50" fmla="*/ 1145623 h 1171609"/>
                  <a:gd name="connsiteX7-51" fmla="*/ 95459 w 1331406"/>
                  <a:gd name="connsiteY7-52" fmla="*/ 1165719 h 1171609"/>
                  <a:gd name="connsiteX8-53" fmla="*/ 351692 w 1331406"/>
                  <a:gd name="connsiteY8-54" fmla="*/ 1170744 h 1171609"/>
                  <a:gd name="connsiteX9-55" fmla="*/ 517490 w 1331406"/>
                  <a:gd name="connsiteY9-56" fmla="*/ 1150647 h 1171609"/>
                  <a:gd name="connsiteX10-57" fmla="*/ 698360 w 1331406"/>
                  <a:gd name="connsiteY10-58" fmla="*/ 1100405 h 1171609"/>
                  <a:gd name="connsiteX11-59" fmla="*/ 919424 w 1331406"/>
                  <a:gd name="connsiteY11-60" fmla="*/ 974801 h 1171609"/>
                  <a:gd name="connsiteX12-61" fmla="*/ 1095270 w 1331406"/>
                  <a:gd name="connsiteY12-62" fmla="*/ 839148 h 1171609"/>
                  <a:gd name="connsiteX13-63" fmla="*/ 1240971 w 1331406"/>
                  <a:gd name="connsiteY13-64" fmla="*/ 668326 h 1171609"/>
                  <a:gd name="connsiteX14-65" fmla="*/ 1331406 w 1331406"/>
                  <a:gd name="connsiteY14-66" fmla="*/ 512577 h 1171609"/>
                  <a:gd name="connsiteX15-67" fmla="*/ 1261068 w 1331406"/>
                  <a:gd name="connsiteY15-68" fmla="*/ 422141 h 1171609"/>
                  <a:gd name="connsiteX16-69" fmla="*/ 1220875 w 1331406"/>
                  <a:gd name="connsiteY16-70" fmla="*/ 291513 h 1171609"/>
                  <a:gd name="connsiteX17-71" fmla="*/ 1190729 w 1331406"/>
                  <a:gd name="connsiteY17-72" fmla="*/ 111 h 1171609"/>
                  <a:gd name="connsiteX0-73" fmla="*/ 1190729 w 1331406"/>
                  <a:gd name="connsiteY0-74" fmla="*/ 111 h 1171609"/>
                  <a:gd name="connsiteX1-75" fmla="*/ 1150536 w 1331406"/>
                  <a:gd name="connsiteY1-76" fmla="*/ 326682 h 1171609"/>
                  <a:gd name="connsiteX2-77" fmla="*/ 1029956 w 1331406"/>
                  <a:gd name="connsiteY2-78" fmla="*/ 587939 h 1171609"/>
                  <a:gd name="connsiteX3-79" fmla="*/ 828989 w 1331406"/>
                  <a:gd name="connsiteY3-80" fmla="*/ 834124 h 1171609"/>
                  <a:gd name="connsiteX4-81" fmla="*/ 602901 w 1331406"/>
                  <a:gd name="connsiteY4-82" fmla="*/ 1014994 h 1171609"/>
                  <a:gd name="connsiteX5-83" fmla="*/ 366764 w 1331406"/>
                  <a:gd name="connsiteY5-84" fmla="*/ 1115478 h 1171609"/>
                  <a:gd name="connsiteX6-85" fmla="*/ 0 w 1331406"/>
                  <a:gd name="connsiteY6-86" fmla="*/ 1145623 h 1171609"/>
                  <a:gd name="connsiteX7-87" fmla="*/ 95459 w 1331406"/>
                  <a:gd name="connsiteY7-88" fmla="*/ 1165719 h 1171609"/>
                  <a:gd name="connsiteX8-89" fmla="*/ 351692 w 1331406"/>
                  <a:gd name="connsiteY8-90" fmla="*/ 1170744 h 1171609"/>
                  <a:gd name="connsiteX9-91" fmla="*/ 517490 w 1331406"/>
                  <a:gd name="connsiteY9-92" fmla="*/ 1150647 h 1171609"/>
                  <a:gd name="connsiteX10-93" fmla="*/ 698360 w 1331406"/>
                  <a:gd name="connsiteY10-94" fmla="*/ 1100405 h 1171609"/>
                  <a:gd name="connsiteX11-95" fmla="*/ 919424 w 1331406"/>
                  <a:gd name="connsiteY11-96" fmla="*/ 974801 h 1171609"/>
                  <a:gd name="connsiteX12-97" fmla="*/ 1095270 w 1331406"/>
                  <a:gd name="connsiteY12-98" fmla="*/ 839148 h 1171609"/>
                  <a:gd name="connsiteX13-99" fmla="*/ 1240971 w 1331406"/>
                  <a:gd name="connsiteY13-100" fmla="*/ 668326 h 1171609"/>
                  <a:gd name="connsiteX14-101" fmla="*/ 1331406 w 1331406"/>
                  <a:gd name="connsiteY14-102" fmla="*/ 512577 h 1171609"/>
                  <a:gd name="connsiteX15-103" fmla="*/ 1261068 w 1331406"/>
                  <a:gd name="connsiteY15-104" fmla="*/ 422141 h 1171609"/>
                  <a:gd name="connsiteX16-105" fmla="*/ 1220875 w 1331406"/>
                  <a:gd name="connsiteY16-106" fmla="*/ 291513 h 1171609"/>
                  <a:gd name="connsiteX17-107" fmla="*/ 1190729 w 1331406"/>
                  <a:gd name="connsiteY17-108" fmla="*/ 111 h 11716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1331406" h="1171609">
                    <a:moveTo>
                      <a:pt x="1190729" y="111"/>
                    </a:moveTo>
                    <a:cubicBezTo>
                      <a:pt x="1179006" y="5972"/>
                      <a:pt x="1192403" y="198566"/>
                      <a:pt x="1150536" y="326682"/>
                    </a:cubicBezTo>
                    <a:cubicBezTo>
                      <a:pt x="1108669" y="454798"/>
                      <a:pt x="1083547" y="503365"/>
                      <a:pt x="1029956" y="587939"/>
                    </a:cubicBezTo>
                    <a:cubicBezTo>
                      <a:pt x="976365" y="672513"/>
                      <a:pt x="900165" y="762948"/>
                      <a:pt x="828989" y="834124"/>
                    </a:cubicBezTo>
                    <a:cubicBezTo>
                      <a:pt x="757813" y="905300"/>
                      <a:pt x="679938" y="968102"/>
                      <a:pt x="602901" y="1014994"/>
                    </a:cubicBezTo>
                    <a:cubicBezTo>
                      <a:pt x="525864" y="1061886"/>
                      <a:pt x="467247" y="1093707"/>
                      <a:pt x="366764" y="1115478"/>
                    </a:cubicBezTo>
                    <a:cubicBezTo>
                      <a:pt x="266281" y="1137249"/>
                      <a:pt x="176683" y="1164045"/>
                      <a:pt x="0" y="1145623"/>
                    </a:cubicBezTo>
                    <a:cubicBezTo>
                      <a:pt x="31820" y="1152322"/>
                      <a:pt x="36844" y="1161532"/>
                      <a:pt x="95459" y="1165719"/>
                    </a:cubicBezTo>
                    <a:cubicBezTo>
                      <a:pt x="154074" y="1169906"/>
                      <a:pt x="281354" y="1173256"/>
                      <a:pt x="351692" y="1170744"/>
                    </a:cubicBezTo>
                    <a:cubicBezTo>
                      <a:pt x="422030" y="1168232"/>
                      <a:pt x="459712" y="1162370"/>
                      <a:pt x="517490" y="1150647"/>
                    </a:cubicBezTo>
                    <a:cubicBezTo>
                      <a:pt x="575268" y="1138924"/>
                      <a:pt x="631371" y="1129713"/>
                      <a:pt x="698360" y="1100405"/>
                    </a:cubicBezTo>
                    <a:cubicBezTo>
                      <a:pt x="765349" y="1071097"/>
                      <a:pt x="853272" y="1018344"/>
                      <a:pt x="919424" y="974801"/>
                    </a:cubicBezTo>
                    <a:cubicBezTo>
                      <a:pt x="985576" y="931258"/>
                      <a:pt x="1041679" y="890227"/>
                      <a:pt x="1095270" y="839148"/>
                    </a:cubicBezTo>
                    <a:cubicBezTo>
                      <a:pt x="1148861" y="788069"/>
                      <a:pt x="1201615" y="722754"/>
                      <a:pt x="1240971" y="668326"/>
                    </a:cubicBezTo>
                    <a:cubicBezTo>
                      <a:pt x="1280327" y="613898"/>
                      <a:pt x="1305866" y="563237"/>
                      <a:pt x="1331406" y="512577"/>
                    </a:cubicBezTo>
                    <a:cubicBezTo>
                      <a:pt x="1311309" y="490805"/>
                      <a:pt x="1276978" y="454798"/>
                      <a:pt x="1261068" y="422141"/>
                    </a:cubicBezTo>
                    <a:cubicBezTo>
                      <a:pt x="1245158" y="389484"/>
                      <a:pt x="1232598" y="361851"/>
                      <a:pt x="1220875" y="291513"/>
                    </a:cubicBezTo>
                    <a:cubicBezTo>
                      <a:pt x="1209152" y="221175"/>
                      <a:pt x="1202452" y="-5750"/>
                      <a:pt x="1190729" y="111"/>
                    </a:cubicBezTo>
                    <a:close/>
                  </a:path>
                </a:pathLst>
              </a:custGeom>
              <a:gradFill flip="none" rotWithShape="1">
                <a:gsLst>
                  <a:gs pos="0">
                    <a:srgbClr val="FFC000">
                      <a:lumMod val="50000"/>
                      <a:alpha val="70000"/>
                    </a:srgbClr>
                  </a:gs>
                  <a:gs pos="77000">
                    <a:srgbClr val="FFC000">
                      <a:alpha val="50000"/>
                    </a:srgbClr>
                  </a:gs>
                  <a:gs pos="100000">
                    <a:srgbClr val="FFC000">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grpSp>
        <p:grpSp>
          <p:nvGrpSpPr>
            <p:cNvPr id="8" name="组合 34"/>
            <p:cNvGrpSpPr/>
            <p:nvPr/>
          </p:nvGrpSpPr>
          <p:grpSpPr>
            <a:xfrm flipH="1" flipV="1">
              <a:off x="4586589" y="3595031"/>
              <a:ext cx="1342656" cy="1193784"/>
              <a:chOff x="2892724" y="-2155483"/>
              <a:chExt cx="1342656" cy="1174143"/>
            </a:xfrm>
          </p:grpSpPr>
          <p:sp>
            <p:nvSpPr>
              <p:cNvPr id="9" name="椭圆 52"/>
              <p:cNvSpPr/>
              <p:nvPr/>
            </p:nvSpPr>
            <p:spPr>
              <a:xfrm>
                <a:off x="2892724" y="-2098813"/>
                <a:ext cx="1235813" cy="1117473"/>
              </a:xfrm>
              <a:custGeom>
                <a:avLst/>
                <a:gdLst>
                  <a:gd name="connsiteX0" fmla="*/ 1421777 w 2033575"/>
                  <a:gd name="connsiteY0" fmla="*/ 0 h 1117473"/>
                  <a:gd name="connsiteX1" fmla="*/ 2033575 w 2033575"/>
                  <a:gd name="connsiteY1" fmla="*/ 0 h 1117473"/>
                  <a:gd name="connsiteX2" fmla="*/ 1492334 w 2033575"/>
                  <a:gd name="connsiteY2" fmla="*/ 703188 h 1117473"/>
                  <a:gd name="connsiteX3" fmla="*/ 1235813 w 2033575"/>
                  <a:gd name="connsiteY3" fmla="*/ 613932 h 1117473"/>
                  <a:gd name="connsiteX4" fmla="*/ 1422421 w 2033575"/>
                  <a:gd name="connsiteY4" fmla="*/ 15412 h 1117473"/>
                  <a:gd name="connsiteX5" fmla="*/ 1421777 w 2033575"/>
                  <a:gd name="connsiteY5" fmla="*/ 0 h 1117473"/>
                  <a:gd name="connsiteX6" fmla="*/ 938858 w 2033575"/>
                  <a:gd name="connsiteY6" fmla="*/ 0 h 1117473"/>
                  <a:gd name="connsiteX7" fmla="*/ 950694 w 2033575"/>
                  <a:gd name="connsiteY7" fmla="*/ 0 h 1117473"/>
                  <a:gd name="connsiteX8" fmla="*/ 1235813 w 2033575"/>
                  <a:gd name="connsiteY8" fmla="*/ 613932 h 1117473"/>
                  <a:gd name="connsiteX9" fmla="*/ 263745 w 2033575"/>
                  <a:gd name="connsiteY9" fmla="*/ 1117473 h 1117473"/>
                  <a:gd name="connsiteX10" fmla="*/ 0 w 2033575"/>
                  <a:gd name="connsiteY10" fmla="*/ 1087061 h 1117473"/>
                  <a:gd name="connsiteX11" fmla="*/ 0 w 2033575"/>
                  <a:gd name="connsiteY11" fmla="*/ 1084532 h 1117473"/>
                  <a:gd name="connsiteX12" fmla="*/ 938858 w 2033575"/>
                  <a:gd name="connsiteY12" fmla="*/ 0 h 1117473"/>
                  <a:gd name="connsiteX0-1" fmla="*/ 1421777 w 2033575"/>
                  <a:gd name="connsiteY0-2" fmla="*/ 0 h 1117473"/>
                  <a:gd name="connsiteX1-3" fmla="*/ 2033575 w 2033575"/>
                  <a:gd name="connsiteY1-4" fmla="*/ 0 h 1117473"/>
                  <a:gd name="connsiteX2-5" fmla="*/ 1492334 w 2033575"/>
                  <a:gd name="connsiteY2-6" fmla="*/ 703188 h 1117473"/>
                  <a:gd name="connsiteX3-7" fmla="*/ 1235813 w 2033575"/>
                  <a:gd name="connsiteY3-8" fmla="*/ 613932 h 1117473"/>
                  <a:gd name="connsiteX4-9" fmla="*/ 1422421 w 2033575"/>
                  <a:gd name="connsiteY4-10" fmla="*/ 15412 h 1117473"/>
                  <a:gd name="connsiteX5-11" fmla="*/ 1421777 w 2033575"/>
                  <a:gd name="connsiteY5-12" fmla="*/ 0 h 1117473"/>
                  <a:gd name="connsiteX6-13" fmla="*/ 938858 w 2033575"/>
                  <a:gd name="connsiteY6-14" fmla="*/ 0 h 1117473"/>
                  <a:gd name="connsiteX7-15" fmla="*/ 950694 w 2033575"/>
                  <a:gd name="connsiteY7-16" fmla="*/ 0 h 1117473"/>
                  <a:gd name="connsiteX8-17" fmla="*/ 1235813 w 2033575"/>
                  <a:gd name="connsiteY8-18" fmla="*/ 613932 h 1117473"/>
                  <a:gd name="connsiteX9-19" fmla="*/ 263745 w 2033575"/>
                  <a:gd name="connsiteY9-20" fmla="*/ 1117473 h 1117473"/>
                  <a:gd name="connsiteX10-21" fmla="*/ 0 w 2033575"/>
                  <a:gd name="connsiteY10-22" fmla="*/ 1087061 h 1117473"/>
                  <a:gd name="connsiteX11-23" fmla="*/ 0 w 2033575"/>
                  <a:gd name="connsiteY11-24" fmla="*/ 1084532 h 1117473"/>
                  <a:gd name="connsiteX12-25" fmla="*/ 938858 w 2033575"/>
                  <a:gd name="connsiteY12-26" fmla="*/ 0 h 1117473"/>
                  <a:gd name="connsiteX0-27" fmla="*/ 1421777 w 2033575"/>
                  <a:gd name="connsiteY0-28" fmla="*/ 0 h 1117473"/>
                  <a:gd name="connsiteX1-29" fmla="*/ 2033575 w 2033575"/>
                  <a:gd name="connsiteY1-30" fmla="*/ 0 h 1117473"/>
                  <a:gd name="connsiteX2-31" fmla="*/ 1492334 w 2033575"/>
                  <a:gd name="connsiteY2-32" fmla="*/ 703188 h 1117473"/>
                  <a:gd name="connsiteX3-33" fmla="*/ 1235813 w 2033575"/>
                  <a:gd name="connsiteY3-34" fmla="*/ 613932 h 1117473"/>
                  <a:gd name="connsiteX4-35" fmla="*/ 1422421 w 2033575"/>
                  <a:gd name="connsiteY4-36" fmla="*/ 15412 h 1117473"/>
                  <a:gd name="connsiteX5-37" fmla="*/ 1421777 w 2033575"/>
                  <a:gd name="connsiteY5-38" fmla="*/ 0 h 1117473"/>
                  <a:gd name="connsiteX6-39" fmla="*/ 938858 w 2033575"/>
                  <a:gd name="connsiteY6-40" fmla="*/ 0 h 1117473"/>
                  <a:gd name="connsiteX7-41" fmla="*/ 950694 w 2033575"/>
                  <a:gd name="connsiteY7-42" fmla="*/ 0 h 1117473"/>
                  <a:gd name="connsiteX8-43" fmla="*/ 1235813 w 2033575"/>
                  <a:gd name="connsiteY8-44" fmla="*/ 613932 h 1117473"/>
                  <a:gd name="connsiteX9-45" fmla="*/ 263745 w 2033575"/>
                  <a:gd name="connsiteY9-46" fmla="*/ 1117473 h 1117473"/>
                  <a:gd name="connsiteX10-47" fmla="*/ 0 w 2033575"/>
                  <a:gd name="connsiteY10-48" fmla="*/ 1087061 h 1117473"/>
                  <a:gd name="connsiteX11-49" fmla="*/ 0 w 2033575"/>
                  <a:gd name="connsiteY11-50" fmla="*/ 1084532 h 1117473"/>
                  <a:gd name="connsiteX12-51" fmla="*/ 938858 w 2033575"/>
                  <a:gd name="connsiteY12-52" fmla="*/ 0 h 1117473"/>
                  <a:gd name="connsiteX0-53" fmla="*/ 1422421 w 2033575"/>
                  <a:gd name="connsiteY0-54" fmla="*/ 89858 h 1191919"/>
                  <a:gd name="connsiteX1-55" fmla="*/ 2033575 w 2033575"/>
                  <a:gd name="connsiteY1-56" fmla="*/ 74446 h 1191919"/>
                  <a:gd name="connsiteX2-57" fmla="*/ 1492334 w 2033575"/>
                  <a:gd name="connsiteY2-58" fmla="*/ 777634 h 1191919"/>
                  <a:gd name="connsiteX3-59" fmla="*/ 1235813 w 2033575"/>
                  <a:gd name="connsiteY3-60" fmla="*/ 688378 h 1191919"/>
                  <a:gd name="connsiteX4-61" fmla="*/ 1422421 w 2033575"/>
                  <a:gd name="connsiteY4-62" fmla="*/ 89858 h 1191919"/>
                  <a:gd name="connsiteX5-63" fmla="*/ 938858 w 2033575"/>
                  <a:gd name="connsiteY5-64" fmla="*/ 74446 h 1191919"/>
                  <a:gd name="connsiteX6-65" fmla="*/ 950694 w 2033575"/>
                  <a:gd name="connsiteY6-66" fmla="*/ 74446 h 1191919"/>
                  <a:gd name="connsiteX7-67" fmla="*/ 1235813 w 2033575"/>
                  <a:gd name="connsiteY7-68" fmla="*/ 688378 h 1191919"/>
                  <a:gd name="connsiteX8-69" fmla="*/ 263745 w 2033575"/>
                  <a:gd name="connsiteY8-70" fmla="*/ 1191919 h 1191919"/>
                  <a:gd name="connsiteX9-71" fmla="*/ 0 w 2033575"/>
                  <a:gd name="connsiteY9-72" fmla="*/ 1161507 h 1191919"/>
                  <a:gd name="connsiteX10-73" fmla="*/ 0 w 2033575"/>
                  <a:gd name="connsiteY10-74" fmla="*/ 1158978 h 1191919"/>
                  <a:gd name="connsiteX11-75" fmla="*/ 938858 w 2033575"/>
                  <a:gd name="connsiteY11-76" fmla="*/ 74446 h 1191919"/>
                  <a:gd name="connsiteX0-77" fmla="*/ 1422421 w 1501112"/>
                  <a:gd name="connsiteY0-78" fmla="*/ 15412 h 1117473"/>
                  <a:gd name="connsiteX1-79" fmla="*/ 1492334 w 1501112"/>
                  <a:gd name="connsiteY1-80" fmla="*/ 703188 h 1117473"/>
                  <a:gd name="connsiteX2-81" fmla="*/ 1235813 w 1501112"/>
                  <a:gd name="connsiteY2-82" fmla="*/ 613932 h 1117473"/>
                  <a:gd name="connsiteX3-83" fmla="*/ 1422421 w 1501112"/>
                  <a:gd name="connsiteY3-84" fmla="*/ 15412 h 1117473"/>
                  <a:gd name="connsiteX4-85" fmla="*/ 938858 w 1501112"/>
                  <a:gd name="connsiteY4-86" fmla="*/ 0 h 1117473"/>
                  <a:gd name="connsiteX5-87" fmla="*/ 950694 w 1501112"/>
                  <a:gd name="connsiteY5-88" fmla="*/ 0 h 1117473"/>
                  <a:gd name="connsiteX6-89" fmla="*/ 1235813 w 1501112"/>
                  <a:gd name="connsiteY6-90" fmla="*/ 613932 h 1117473"/>
                  <a:gd name="connsiteX7-91" fmla="*/ 263745 w 1501112"/>
                  <a:gd name="connsiteY7-92" fmla="*/ 1117473 h 1117473"/>
                  <a:gd name="connsiteX8-93" fmla="*/ 0 w 1501112"/>
                  <a:gd name="connsiteY8-94" fmla="*/ 1087061 h 1117473"/>
                  <a:gd name="connsiteX9-95" fmla="*/ 0 w 1501112"/>
                  <a:gd name="connsiteY9-96" fmla="*/ 1084532 h 1117473"/>
                  <a:gd name="connsiteX10-97" fmla="*/ 938858 w 1501112"/>
                  <a:gd name="connsiteY10-98" fmla="*/ 0 h 1117473"/>
                  <a:gd name="connsiteX0-99" fmla="*/ 1235813 w 1492334"/>
                  <a:gd name="connsiteY0-100" fmla="*/ 613932 h 1117473"/>
                  <a:gd name="connsiteX1-101" fmla="*/ 1492334 w 1492334"/>
                  <a:gd name="connsiteY1-102" fmla="*/ 703188 h 1117473"/>
                  <a:gd name="connsiteX2-103" fmla="*/ 1235813 w 1492334"/>
                  <a:gd name="connsiteY2-104" fmla="*/ 613932 h 1117473"/>
                  <a:gd name="connsiteX3-105" fmla="*/ 938858 w 1492334"/>
                  <a:gd name="connsiteY3-106" fmla="*/ 0 h 1117473"/>
                  <a:gd name="connsiteX4-107" fmla="*/ 950694 w 1492334"/>
                  <a:gd name="connsiteY4-108" fmla="*/ 0 h 1117473"/>
                  <a:gd name="connsiteX5-109" fmla="*/ 1235813 w 1492334"/>
                  <a:gd name="connsiteY5-110" fmla="*/ 613932 h 1117473"/>
                  <a:gd name="connsiteX6-111" fmla="*/ 263745 w 1492334"/>
                  <a:gd name="connsiteY6-112" fmla="*/ 1117473 h 1117473"/>
                  <a:gd name="connsiteX7-113" fmla="*/ 0 w 1492334"/>
                  <a:gd name="connsiteY7-114" fmla="*/ 1087061 h 1117473"/>
                  <a:gd name="connsiteX8-115" fmla="*/ 0 w 1492334"/>
                  <a:gd name="connsiteY8-116" fmla="*/ 1084532 h 1117473"/>
                  <a:gd name="connsiteX9-117" fmla="*/ 938858 w 1492334"/>
                  <a:gd name="connsiteY9-118" fmla="*/ 0 h 1117473"/>
                  <a:gd name="connsiteX0-119" fmla="*/ 1235813 w 1492334"/>
                  <a:gd name="connsiteY0-120" fmla="*/ 613932 h 1117473"/>
                  <a:gd name="connsiteX1-121" fmla="*/ 1492334 w 1492334"/>
                  <a:gd name="connsiteY1-122" fmla="*/ 703188 h 1117473"/>
                  <a:gd name="connsiteX2-123" fmla="*/ 1235813 w 1492334"/>
                  <a:gd name="connsiteY2-124" fmla="*/ 613932 h 1117473"/>
                  <a:gd name="connsiteX3-125" fmla="*/ 938858 w 1492334"/>
                  <a:gd name="connsiteY3-126" fmla="*/ 0 h 1117473"/>
                  <a:gd name="connsiteX4-127" fmla="*/ 950694 w 1492334"/>
                  <a:gd name="connsiteY4-128" fmla="*/ 0 h 1117473"/>
                  <a:gd name="connsiteX5-129" fmla="*/ 1235813 w 1492334"/>
                  <a:gd name="connsiteY5-130" fmla="*/ 613932 h 1117473"/>
                  <a:gd name="connsiteX6-131" fmla="*/ 263745 w 1492334"/>
                  <a:gd name="connsiteY6-132" fmla="*/ 1117473 h 1117473"/>
                  <a:gd name="connsiteX7-133" fmla="*/ 0 w 1492334"/>
                  <a:gd name="connsiteY7-134" fmla="*/ 1087061 h 1117473"/>
                  <a:gd name="connsiteX8-135" fmla="*/ 0 w 1492334"/>
                  <a:gd name="connsiteY8-136" fmla="*/ 1084532 h 1117473"/>
                  <a:gd name="connsiteX9-137" fmla="*/ 938858 w 1492334"/>
                  <a:gd name="connsiteY9-138" fmla="*/ 0 h 1117473"/>
                  <a:gd name="connsiteX0-139" fmla="*/ 938858 w 1235813"/>
                  <a:gd name="connsiteY0-140" fmla="*/ 0 h 1117473"/>
                  <a:gd name="connsiteX1-141" fmla="*/ 950694 w 1235813"/>
                  <a:gd name="connsiteY1-142" fmla="*/ 0 h 1117473"/>
                  <a:gd name="connsiteX2-143" fmla="*/ 1235813 w 1235813"/>
                  <a:gd name="connsiteY2-144" fmla="*/ 613932 h 1117473"/>
                  <a:gd name="connsiteX3-145" fmla="*/ 263745 w 1235813"/>
                  <a:gd name="connsiteY3-146" fmla="*/ 1117473 h 1117473"/>
                  <a:gd name="connsiteX4-147" fmla="*/ 0 w 1235813"/>
                  <a:gd name="connsiteY4-148" fmla="*/ 1087061 h 1117473"/>
                  <a:gd name="connsiteX5-149" fmla="*/ 0 w 1235813"/>
                  <a:gd name="connsiteY5-150" fmla="*/ 1084532 h 1117473"/>
                  <a:gd name="connsiteX6-151" fmla="*/ 938858 w 1235813"/>
                  <a:gd name="connsiteY6-152" fmla="*/ 0 h 11174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35813" h="1117473">
                    <a:moveTo>
                      <a:pt x="938858" y="0"/>
                    </a:moveTo>
                    <a:lnTo>
                      <a:pt x="950694" y="0"/>
                    </a:lnTo>
                    <a:cubicBezTo>
                      <a:pt x="954582" y="266435"/>
                      <a:pt x="1068266" y="497045"/>
                      <a:pt x="1235813" y="613932"/>
                    </a:cubicBezTo>
                    <a:cubicBezTo>
                      <a:pt x="1029987" y="917179"/>
                      <a:pt x="671458" y="1117473"/>
                      <a:pt x="263745" y="1117473"/>
                    </a:cubicBezTo>
                    <a:cubicBezTo>
                      <a:pt x="172880" y="1117473"/>
                      <a:pt x="84458" y="1107525"/>
                      <a:pt x="0" y="1087061"/>
                    </a:cubicBezTo>
                    <a:lnTo>
                      <a:pt x="0" y="1084532"/>
                    </a:lnTo>
                    <a:cubicBezTo>
                      <a:pt x="517358" y="1066435"/>
                      <a:pt x="932310" y="589052"/>
                      <a:pt x="938858" y="0"/>
                    </a:cubicBezTo>
                    <a:close/>
                  </a:path>
                </a:pathLst>
              </a:custGeom>
              <a:gradFill flip="none" rotWithShape="1">
                <a:gsLst>
                  <a:gs pos="0">
                    <a:srgbClr val="3497AE">
                      <a:lumMod val="50000"/>
                      <a:alpha val="70000"/>
                    </a:srgbClr>
                  </a:gs>
                  <a:gs pos="77000">
                    <a:srgbClr val="3497AE">
                      <a:alpha val="50000"/>
                    </a:srgbClr>
                  </a:gs>
                  <a:gs pos="100000">
                    <a:srgbClr val="3497AE">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sp>
            <p:nvSpPr>
              <p:cNvPr id="10" name="任意多边形 7"/>
              <p:cNvSpPr/>
              <p:nvPr/>
            </p:nvSpPr>
            <p:spPr>
              <a:xfrm>
                <a:off x="2903974" y="-2155483"/>
                <a:ext cx="1331406" cy="1171609"/>
              </a:xfrm>
              <a:custGeom>
                <a:avLst/>
                <a:gdLst>
                  <a:gd name="connsiteX0" fmla="*/ 1190729 w 1331406"/>
                  <a:gd name="connsiteY0" fmla="*/ 8 h 1171506"/>
                  <a:gd name="connsiteX1" fmla="*/ 1150536 w 1331406"/>
                  <a:gd name="connsiteY1" fmla="*/ 326579 h 1171506"/>
                  <a:gd name="connsiteX2" fmla="*/ 1029956 w 1331406"/>
                  <a:gd name="connsiteY2" fmla="*/ 587836 h 1171506"/>
                  <a:gd name="connsiteX3" fmla="*/ 828989 w 1331406"/>
                  <a:gd name="connsiteY3" fmla="*/ 834021 h 1171506"/>
                  <a:gd name="connsiteX4" fmla="*/ 602901 w 1331406"/>
                  <a:gd name="connsiteY4" fmla="*/ 1014891 h 1171506"/>
                  <a:gd name="connsiteX5" fmla="*/ 366764 w 1331406"/>
                  <a:gd name="connsiteY5" fmla="*/ 1115375 h 1171506"/>
                  <a:gd name="connsiteX6" fmla="*/ 0 w 1331406"/>
                  <a:gd name="connsiteY6" fmla="*/ 1145520 h 1171506"/>
                  <a:gd name="connsiteX7" fmla="*/ 95459 w 1331406"/>
                  <a:gd name="connsiteY7" fmla="*/ 1165616 h 1171506"/>
                  <a:gd name="connsiteX8" fmla="*/ 351692 w 1331406"/>
                  <a:gd name="connsiteY8" fmla="*/ 1170641 h 1171506"/>
                  <a:gd name="connsiteX9" fmla="*/ 517490 w 1331406"/>
                  <a:gd name="connsiteY9" fmla="*/ 1150544 h 1171506"/>
                  <a:gd name="connsiteX10" fmla="*/ 698360 w 1331406"/>
                  <a:gd name="connsiteY10" fmla="*/ 1100302 h 1171506"/>
                  <a:gd name="connsiteX11" fmla="*/ 919424 w 1331406"/>
                  <a:gd name="connsiteY11" fmla="*/ 974698 h 1171506"/>
                  <a:gd name="connsiteX12" fmla="*/ 1095270 w 1331406"/>
                  <a:gd name="connsiteY12" fmla="*/ 839045 h 1171506"/>
                  <a:gd name="connsiteX13" fmla="*/ 1240971 w 1331406"/>
                  <a:gd name="connsiteY13" fmla="*/ 668223 h 1171506"/>
                  <a:gd name="connsiteX14" fmla="*/ 1331406 w 1331406"/>
                  <a:gd name="connsiteY14" fmla="*/ 512474 h 1171506"/>
                  <a:gd name="connsiteX15" fmla="*/ 1271116 w 1331406"/>
                  <a:gd name="connsiteY15" fmla="*/ 447159 h 1171506"/>
                  <a:gd name="connsiteX16" fmla="*/ 1235947 w 1331406"/>
                  <a:gd name="connsiteY16" fmla="*/ 316531 h 1171506"/>
                  <a:gd name="connsiteX17" fmla="*/ 1190729 w 1331406"/>
                  <a:gd name="connsiteY17" fmla="*/ 8 h 1171506"/>
                  <a:gd name="connsiteX0-1" fmla="*/ 1190729 w 1331406"/>
                  <a:gd name="connsiteY0-2" fmla="*/ 111 h 1171609"/>
                  <a:gd name="connsiteX1-3" fmla="*/ 1150536 w 1331406"/>
                  <a:gd name="connsiteY1-4" fmla="*/ 326682 h 1171609"/>
                  <a:gd name="connsiteX2-5" fmla="*/ 1029956 w 1331406"/>
                  <a:gd name="connsiteY2-6" fmla="*/ 587939 h 1171609"/>
                  <a:gd name="connsiteX3-7" fmla="*/ 828989 w 1331406"/>
                  <a:gd name="connsiteY3-8" fmla="*/ 834124 h 1171609"/>
                  <a:gd name="connsiteX4-9" fmla="*/ 602901 w 1331406"/>
                  <a:gd name="connsiteY4-10" fmla="*/ 1014994 h 1171609"/>
                  <a:gd name="connsiteX5-11" fmla="*/ 366764 w 1331406"/>
                  <a:gd name="connsiteY5-12" fmla="*/ 1115478 h 1171609"/>
                  <a:gd name="connsiteX6-13" fmla="*/ 0 w 1331406"/>
                  <a:gd name="connsiteY6-14" fmla="*/ 1145623 h 1171609"/>
                  <a:gd name="connsiteX7-15" fmla="*/ 95459 w 1331406"/>
                  <a:gd name="connsiteY7-16" fmla="*/ 1165719 h 1171609"/>
                  <a:gd name="connsiteX8-17" fmla="*/ 351692 w 1331406"/>
                  <a:gd name="connsiteY8-18" fmla="*/ 1170744 h 1171609"/>
                  <a:gd name="connsiteX9-19" fmla="*/ 517490 w 1331406"/>
                  <a:gd name="connsiteY9-20" fmla="*/ 1150647 h 1171609"/>
                  <a:gd name="connsiteX10-21" fmla="*/ 698360 w 1331406"/>
                  <a:gd name="connsiteY10-22" fmla="*/ 1100405 h 1171609"/>
                  <a:gd name="connsiteX11-23" fmla="*/ 919424 w 1331406"/>
                  <a:gd name="connsiteY11-24" fmla="*/ 974801 h 1171609"/>
                  <a:gd name="connsiteX12-25" fmla="*/ 1095270 w 1331406"/>
                  <a:gd name="connsiteY12-26" fmla="*/ 839148 h 1171609"/>
                  <a:gd name="connsiteX13-27" fmla="*/ 1240971 w 1331406"/>
                  <a:gd name="connsiteY13-28" fmla="*/ 668326 h 1171609"/>
                  <a:gd name="connsiteX14-29" fmla="*/ 1331406 w 1331406"/>
                  <a:gd name="connsiteY14-30" fmla="*/ 512577 h 1171609"/>
                  <a:gd name="connsiteX15-31" fmla="*/ 1271116 w 1331406"/>
                  <a:gd name="connsiteY15-32" fmla="*/ 447262 h 1171609"/>
                  <a:gd name="connsiteX16-33" fmla="*/ 1220875 w 1331406"/>
                  <a:gd name="connsiteY16-34" fmla="*/ 291513 h 1171609"/>
                  <a:gd name="connsiteX17-35" fmla="*/ 1190729 w 1331406"/>
                  <a:gd name="connsiteY17-36" fmla="*/ 111 h 1171609"/>
                  <a:gd name="connsiteX0-37" fmla="*/ 1190729 w 1331406"/>
                  <a:gd name="connsiteY0-38" fmla="*/ 111 h 1171609"/>
                  <a:gd name="connsiteX1-39" fmla="*/ 1150536 w 1331406"/>
                  <a:gd name="connsiteY1-40" fmla="*/ 326682 h 1171609"/>
                  <a:gd name="connsiteX2-41" fmla="*/ 1029956 w 1331406"/>
                  <a:gd name="connsiteY2-42" fmla="*/ 587939 h 1171609"/>
                  <a:gd name="connsiteX3-43" fmla="*/ 828989 w 1331406"/>
                  <a:gd name="connsiteY3-44" fmla="*/ 834124 h 1171609"/>
                  <a:gd name="connsiteX4-45" fmla="*/ 602901 w 1331406"/>
                  <a:gd name="connsiteY4-46" fmla="*/ 1014994 h 1171609"/>
                  <a:gd name="connsiteX5-47" fmla="*/ 366764 w 1331406"/>
                  <a:gd name="connsiteY5-48" fmla="*/ 1115478 h 1171609"/>
                  <a:gd name="connsiteX6-49" fmla="*/ 0 w 1331406"/>
                  <a:gd name="connsiteY6-50" fmla="*/ 1145623 h 1171609"/>
                  <a:gd name="connsiteX7-51" fmla="*/ 95459 w 1331406"/>
                  <a:gd name="connsiteY7-52" fmla="*/ 1165719 h 1171609"/>
                  <a:gd name="connsiteX8-53" fmla="*/ 351692 w 1331406"/>
                  <a:gd name="connsiteY8-54" fmla="*/ 1170744 h 1171609"/>
                  <a:gd name="connsiteX9-55" fmla="*/ 517490 w 1331406"/>
                  <a:gd name="connsiteY9-56" fmla="*/ 1150647 h 1171609"/>
                  <a:gd name="connsiteX10-57" fmla="*/ 698360 w 1331406"/>
                  <a:gd name="connsiteY10-58" fmla="*/ 1100405 h 1171609"/>
                  <a:gd name="connsiteX11-59" fmla="*/ 919424 w 1331406"/>
                  <a:gd name="connsiteY11-60" fmla="*/ 974801 h 1171609"/>
                  <a:gd name="connsiteX12-61" fmla="*/ 1095270 w 1331406"/>
                  <a:gd name="connsiteY12-62" fmla="*/ 839148 h 1171609"/>
                  <a:gd name="connsiteX13-63" fmla="*/ 1240971 w 1331406"/>
                  <a:gd name="connsiteY13-64" fmla="*/ 668326 h 1171609"/>
                  <a:gd name="connsiteX14-65" fmla="*/ 1331406 w 1331406"/>
                  <a:gd name="connsiteY14-66" fmla="*/ 512577 h 1171609"/>
                  <a:gd name="connsiteX15-67" fmla="*/ 1261068 w 1331406"/>
                  <a:gd name="connsiteY15-68" fmla="*/ 422141 h 1171609"/>
                  <a:gd name="connsiteX16-69" fmla="*/ 1220875 w 1331406"/>
                  <a:gd name="connsiteY16-70" fmla="*/ 291513 h 1171609"/>
                  <a:gd name="connsiteX17-71" fmla="*/ 1190729 w 1331406"/>
                  <a:gd name="connsiteY17-72" fmla="*/ 111 h 1171609"/>
                  <a:gd name="connsiteX0-73" fmla="*/ 1190729 w 1331406"/>
                  <a:gd name="connsiteY0-74" fmla="*/ 111 h 1171609"/>
                  <a:gd name="connsiteX1-75" fmla="*/ 1150536 w 1331406"/>
                  <a:gd name="connsiteY1-76" fmla="*/ 326682 h 1171609"/>
                  <a:gd name="connsiteX2-77" fmla="*/ 1029956 w 1331406"/>
                  <a:gd name="connsiteY2-78" fmla="*/ 587939 h 1171609"/>
                  <a:gd name="connsiteX3-79" fmla="*/ 828989 w 1331406"/>
                  <a:gd name="connsiteY3-80" fmla="*/ 834124 h 1171609"/>
                  <a:gd name="connsiteX4-81" fmla="*/ 602901 w 1331406"/>
                  <a:gd name="connsiteY4-82" fmla="*/ 1014994 h 1171609"/>
                  <a:gd name="connsiteX5-83" fmla="*/ 366764 w 1331406"/>
                  <a:gd name="connsiteY5-84" fmla="*/ 1115478 h 1171609"/>
                  <a:gd name="connsiteX6-85" fmla="*/ 0 w 1331406"/>
                  <a:gd name="connsiteY6-86" fmla="*/ 1145623 h 1171609"/>
                  <a:gd name="connsiteX7-87" fmla="*/ 95459 w 1331406"/>
                  <a:gd name="connsiteY7-88" fmla="*/ 1165719 h 1171609"/>
                  <a:gd name="connsiteX8-89" fmla="*/ 351692 w 1331406"/>
                  <a:gd name="connsiteY8-90" fmla="*/ 1170744 h 1171609"/>
                  <a:gd name="connsiteX9-91" fmla="*/ 517490 w 1331406"/>
                  <a:gd name="connsiteY9-92" fmla="*/ 1150647 h 1171609"/>
                  <a:gd name="connsiteX10-93" fmla="*/ 698360 w 1331406"/>
                  <a:gd name="connsiteY10-94" fmla="*/ 1100405 h 1171609"/>
                  <a:gd name="connsiteX11-95" fmla="*/ 919424 w 1331406"/>
                  <a:gd name="connsiteY11-96" fmla="*/ 974801 h 1171609"/>
                  <a:gd name="connsiteX12-97" fmla="*/ 1095270 w 1331406"/>
                  <a:gd name="connsiteY12-98" fmla="*/ 839148 h 1171609"/>
                  <a:gd name="connsiteX13-99" fmla="*/ 1240971 w 1331406"/>
                  <a:gd name="connsiteY13-100" fmla="*/ 668326 h 1171609"/>
                  <a:gd name="connsiteX14-101" fmla="*/ 1331406 w 1331406"/>
                  <a:gd name="connsiteY14-102" fmla="*/ 512577 h 1171609"/>
                  <a:gd name="connsiteX15-103" fmla="*/ 1261068 w 1331406"/>
                  <a:gd name="connsiteY15-104" fmla="*/ 422141 h 1171609"/>
                  <a:gd name="connsiteX16-105" fmla="*/ 1220875 w 1331406"/>
                  <a:gd name="connsiteY16-106" fmla="*/ 291513 h 1171609"/>
                  <a:gd name="connsiteX17-107" fmla="*/ 1190729 w 1331406"/>
                  <a:gd name="connsiteY17-108" fmla="*/ 111 h 11716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Lst>
                <a:rect l="l" t="t" r="r" b="b"/>
                <a:pathLst>
                  <a:path w="1331406" h="1171609">
                    <a:moveTo>
                      <a:pt x="1190729" y="111"/>
                    </a:moveTo>
                    <a:cubicBezTo>
                      <a:pt x="1179006" y="5972"/>
                      <a:pt x="1192403" y="198566"/>
                      <a:pt x="1150536" y="326682"/>
                    </a:cubicBezTo>
                    <a:cubicBezTo>
                      <a:pt x="1108669" y="454798"/>
                      <a:pt x="1083547" y="503365"/>
                      <a:pt x="1029956" y="587939"/>
                    </a:cubicBezTo>
                    <a:cubicBezTo>
                      <a:pt x="976365" y="672513"/>
                      <a:pt x="900165" y="762948"/>
                      <a:pt x="828989" y="834124"/>
                    </a:cubicBezTo>
                    <a:cubicBezTo>
                      <a:pt x="757813" y="905300"/>
                      <a:pt x="679938" y="968102"/>
                      <a:pt x="602901" y="1014994"/>
                    </a:cubicBezTo>
                    <a:cubicBezTo>
                      <a:pt x="525864" y="1061886"/>
                      <a:pt x="467247" y="1093707"/>
                      <a:pt x="366764" y="1115478"/>
                    </a:cubicBezTo>
                    <a:cubicBezTo>
                      <a:pt x="266281" y="1137249"/>
                      <a:pt x="176683" y="1164045"/>
                      <a:pt x="0" y="1145623"/>
                    </a:cubicBezTo>
                    <a:cubicBezTo>
                      <a:pt x="31820" y="1152322"/>
                      <a:pt x="36844" y="1161532"/>
                      <a:pt x="95459" y="1165719"/>
                    </a:cubicBezTo>
                    <a:cubicBezTo>
                      <a:pt x="154074" y="1169906"/>
                      <a:pt x="281354" y="1173256"/>
                      <a:pt x="351692" y="1170744"/>
                    </a:cubicBezTo>
                    <a:cubicBezTo>
                      <a:pt x="422030" y="1168232"/>
                      <a:pt x="459712" y="1162370"/>
                      <a:pt x="517490" y="1150647"/>
                    </a:cubicBezTo>
                    <a:cubicBezTo>
                      <a:pt x="575268" y="1138924"/>
                      <a:pt x="631371" y="1129713"/>
                      <a:pt x="698360" y="1100405"/>
                    </a:cubicBezTo>
                    <a:cubicBezTo>
                      <a:pt x="765349" y="1071097"/>
                      <a:pt x="853272" y="1018344"/>
                      <a:pt x="919424" y="974801"/>
                    </a:cubicBezTo>
                    <a:cubicBezTo>
                      <a:pt x="985576" y="931258"/>
                      <a:pt x="1041679" y="890227"/>
                      <a:pt x="1095270" y="839148"/>
                    </a:cubicBezTo>
                    <a:cubicBezTo>
                      <a:pt x="1148861" y="788069"/>
                      <a:pt x="1201615" y="722754"/>
                      <a:pt x="1240971" y="668326"/>
                    </a:cubicBezTo>
                    <a:cubicBezTo>
                      <a:pt x="1280327" y="613898"/>
                      <a:pt x="1305866" y="563237"/>
                      <a:pt x="1331406" y="512577"/>
                    </a:cubicBezTo>
                    <a:cubicBezTo>
                      <a:pt x="1311309" y="490805"/>
                      <a:pt x="1276978" y="454798"/>
                      <a:pt x="1261068" y="422141"/>
                    </a:cubicBezTo>
                    <a:cubicBezTo>
                      <a:pt x="1245158" y="389484"/>
                      <a:pt x="1232598" y="361851"/>
                      <a:pt x="1220875" y="291513"/>
                    </a:cubicBezTo>
                    <a:cubicBezTo>
                      <a:pt x="1209152" y="221175"/>
                      <a:pt x="1202452" y="-5750"/>
                      <a:pt x="1190729" y="111"/>
                    </a:cubicBezTo>
                    <a:close/>
                  </a:path>
                </a:pathLst>
              </a:custGeom>
              <a:gradFill flip="none" rotWithShape="1">
                <a:gsLst>
                  <a:gs pos="0">
                    <a:srgbClr val="FFC000">
                      <a:lumMod val="50000"/>
                      <a:alpha val="70000"/>
                    </a:srgbClr>
                  </a:gs>
                  <a:gs pos="77000">
                    <a:srgbClr val="FFC000">
                      <a:alpha val="50000"/>
                    </a:srgbClr>
                  </a:gs>
                  <a:gs pos="100000">
                    <a:srgbClr val="FFC000">
                      <a:lumMod val="60000"/>
                      <a:lumOff val="40000"/>
                    </a:srgbClr>
                  </a:gs>
                </a:gsLst>
                <a:lin ang="5400000" scaled="1"/>
                <a:tileRect/>
              </a:gradFill>
              <a:ln w="38100" cap="flat" cmpd="thickThin" algn="ctr">
                <a:noFill/>
                <a:prstDash val="solid"/>
              </a:ln>
              <a:effectLst/>
              <a:scene3d>
                <a:camera prst="orthographicFront"/>
                <a:lightRig rig="flat" dir="t">
                  <a:rot lat="0" lon="0" rev="5400000"/>
                </a:lightRig>
              </a:scene3d>
              <a:sp3d>
                <a:bevelT w="38100" h="38100" prst="softRound"/>
                <a:bevelB w="38100" h="38100"/>
              </a:sp3d>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0" cap="none" spc="0" normalizeH="0" baseline="0" noProof="0">
                  <a:ln>
                    <a:noFill/>
                  </a:ln>
                  <a:solidFill>
                    <a:srgbClr val="FFFFFF"/>
                  </a:solidFill>
                  <a:effectLst>
                    <a:outerShdw blurRad="292100" dist="38100" dir="2700000" sx="101000" sy="101000" algn="tl" rotWithShape="0">
                      <a:srgbClr val="080808"/>
                    </a:outerShdw>
                  </a:effectLst>
                  <a:uLnTx/>
                  <a:uFillTx/>
                  <a:latin typeface="Segoe Semibold" pitchFamily="34" charset="0"/>
                  <a:ea typeface="+mn-ea"/>
                  <a:cs typeface="+mn-cs"/>
                </a:endParaRPr>
              </a:p>
            </p:txBody>
          </p:sp>
        </p:grpSp>
      </p:grpSp>
      <p:grpSp>
        <p:nvGrpSpPr>
          <p:cNvPr id="18" name="组合 17"/>
          <p:cNvGrpSpPr/>
          <p:nvPr/>
        </p:nvGrpSpPr>
        <p:grpSpPr>
          <a:xfrm>
            <a:off x="2242185" y="4884103"/>
            <a:ext cx="2622550" cy="536835"/>
            <a:chOff x="-121876" y="3058704"/>
            <a:chExt cx="2620662" cy="536098"/>
          </a:xfrm>
        </p:grpSpPr>
        <p:sp>
          <p:nvSpPr>
            <p:cNvPr id="19" name="任意多边形 15"/>
            <p:cNvSpPr/>
            <p:nvPr/>
          </p:nvSpPr>
          <p:spPr>
            <a:xfrm>
              <a:off x="1619672" y="3058704"/>
              <a:ext cx="879114" cy="287383"/>
            </a:xfrm>
            <a:custGeom>
              <a:avLst/>
              <a:gdLst>
                <a:gd name="connsiteX0" fmla="*/ 1161535 w 1161535"/>
                <a:gd name="connsiteY0" fmla="*/ 0 h 383059"/>
                <a:gd name="connsiteX1" fmla="*/ 444843 w 1161535"/>
                <a:gd name="connsiteY1" fmla="*/ 383059 h 383059"/>
                <a:gd name="connsiteX2" fmla="*/ 0 w 1161535"/>
                <a:gd name="connsiteY2" fmla="*/ 383059 h 383059"/>
              </a:gdLst>
              <a:ahLst/>
              <a:cxnLst>
                <a:cxn ang="0">
                  <a:pos x="connsiteX0" y="connsiteY0"/>
                </a:cxn>
                <a:cxn ang="0">
                  <a:pos x="connsiteX1" y="connsiteY1"/>
                </a:cxn>
                <a:cxn ang="0">
                  <a:pos x="connsiteX2" y="connsiteY2"/>
                </a:cxn>
              </a:cxnLst>
              <a:rect l="l" t="t" r="r" b="b"/>
              <a:pathLst>
                <a:path w="1161535" h="383059">
                  <a:moveTo>
                    <a:pt x="1161535" y="0"/>
                  </a:moveTo>
                  <a:lnTo>
                    <a:pt x="444843" y="383059"/>
                  </a:lnTo>
                  <a:lnTo>
                    <a:pt x="0" y="383059"/>
                  </a:lnTo>
                </a:path>
              </a:pathLst>
            </a:custGeom>
            <a:noFill/>
            <a:ln w="9525" cap="flat" cmpd="sng" algn="ctr">
              <a:solidFill>
                <a:sysClr val="window" lastClr="FFFFFF">
                  <a:lumMod val="65000"/>
                </a:sysClr>
              </a:solidFill>
              <a:prstDash val="solid"/>
              <a:headEnd type="oval"/>
              <a:tailEnd type="oval"/>
            </a:ln>
            <a:effectLst>
              <a:reflection blurRad="6350" stA="52000" endA="300" endPos="35000" dir="5400000" sy="-100000" algn="bl" rotWithShape="0"/>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0" name="TextBox 16"/>
            <p:cNvSpPr txBox="1"/>
            <p:nvPr/>
          </p:nvSpPr>
          <p:spPr>
            <a:xfrm>
              <a:off x="-121876" y="3196569"/>
              <a:ext cx="1705651" cy="398233"/>
            </a:xfrm>
            <a:prstGeom prst="rect">
              <a:avLst/>
            </a:prstGeom>
            <a:noFill/>
          </p:spPr>
          <p:txBody>
            <a:bodyPr wrap="none">
              <a:spAutoFit/>
            </a:bodyPr>
            <a:lstStyle/>
            <a:p>
              <a:pPr marR="0" defTabSz="914400" eaLnBrk="1" fontAlgn="auto" hangingPunct="1">
                <a:spcBef>
                  <a:spcPts val="0"/>
                </a:spcBef>
                <a:spcAft>
                  <a:spcPts val="0"/>
                </a:spcAft>
                <a:buClrTx/>
                <a:buSzTx/>
                <a:buFontTx/>
                <a:buNone/>
                <a:defRPr/>
              </a:pPr>
              <a:r>
                <a:rPr kumimoji="0" lang="zh-CN" altLang="en-US" sz="2000" b="1" kern="0" cap="none" spc="0" normalizeH="0" baseline="0" noProof="0">
                  <a:solidFill>
                    <a:srgbClr val="FFCC99"/>
                  </a:solidFill>
                  <a:effectLst>
                    <a:reflection blurRad="6350" stA="55000" endA="300" endPos="45500" dir="5400000" sy="-100000" algn="bl" rotWithShape="0"/>
                  </a:effectLst>
                  <a:latin typeface="微软雅黑" panose="020B0503020204020204" charset="-122"/>
                  <a:ea typeface="微软雅黑" panose="020B0503020204020204" charset="-122"/>
                  <a:cs typeface="+mn-cs"/>
                </a:rPr>
                <a:t>社会文化环境</a:t>
              </a:r>
              <a:endParaRPr kumimoji="0" lang="zh-CN" altLang="en-US" sz="2000" b="1" kern="0" cap="none" spc="0" normalizeH="0" baseline="0" noProof="0" dirty="0">
                <a:solidFill>
                  <a:srgbClr val="FFCC99"/>
                </a:solidFill>
                <a:effectLst>
                  <a:reflection blurRad="6350" stA="55000" endA="300" endPos="45500" dir="5400000" sy="-100000" algn="bl" rotWithShape="0"/>
                </a:effectLst>
                <a:latin typeface="微软雅黑" panose="020B0503020204020204" charset="-122"/>
                <a:ea typeface="微软雅黑" panose="020B0503020204020204" charset="-122"/>
                <a:cs typeface="+mn-cs"/>
              </a:endParaRPr>
            </a:p>
          </p:txBody>
        </p:sp>
      </p:grpSp>
      <p:grpSp>
        <p:nvGrpSpPr>
          <p:cNvPr id="21" name="组合 20"/>
          <p:cNvGrpSpPr/>
          <p:nvPr/>
        </p:nvGrpSpPr>
        <p:grpSpPr>
          <a:xfrm>
            <a:off x="6718935" y="4965065"/>
            <a:ext cx="2931712" cy="486541"/>
            <a:chOff x="4602902" y="3077245"/>
            <a:chExt cx="2933375" cy="487817"/>
          </a:xfrm>
        </p:grpSpPr>
        <p:sp>
          <p:nvSpPr>
            <p:cNvPr id="22" name="任意多边形 17"/>
            <p:cNvSpPr/>
            <p:nvPr/>
          </p:nvSpPr>
          <p:spPr>
            <a:xfrm flipH="1">
              <a:off x="4602902" y="3077245"/>
              <a:ext cx="1161536" cy="287383"/>
            </a:xfrm>
            <a:custGeom>
              <a:avLst/>
              <a:gdLst>
                <a:gd name="connsiteX0" fmla="*/ 1161535 w 1161535"/>
                <a:gd name="connsiteY0" fmla="*/ 0 h 383059"/>
                <a:gd name="connsiteX1" fmla="*/ 444843 w 1161535"/>
                <a:gd name="connsiteY1" fmla="*/ 383059 h 383059"/>
                <a:gd name="connsiteX2" fmla="*/ 0 w 1161535"/>
                <a:gd name="connsiteY2" fmla="*/ 383059 h 383059"/>
              </a:gdLst>
              <a:ahLst/>
              <a:cxnLst>
                <a:cxn ang="0">
                  <a:pos x="connsiteX0" y="connsiteY0"/>
                </a:cxn>
                <a:cxn ang="0">
                  <a:pos x="connsiteX1" y="connsiteY1"/>
                </a:cxn>
                <a:cxn ang="0">
                  <a:pos x="connsiteX2" y="connsiteY2"/>
                </a:cxn>
              </a:cxnLst>
              <a:rect l="l" t="t" r="r" b="b"/>
              <a:pathLst>
                <a:path w="1161535" h="383059">
                  <a:moveTo>
                    <a:pt x="1161535" y="0"/>
                  </a:moveTo>
                  <a:lnTo>
                    <a:pt x="444843" y="383059"/>
                  </a:lnTo>
                  <a:lnTo>
                    <a:pt x="0" y="383059"/>
                  </a:lnTo>
                </a:path>
              </a:pathLst>
            </a:custGeom>
            <a:noFill/>
            <a:ln w="9525" cap="flat" cmpd="sng" algn="ctr">
              <a:solidFill>
                <a:sysClr val="window" lastClr="FFFFFF">
                  <a:lumMod val="65000"/>
                </a:sysClr>
              </a:solidFill>
              <a:prstDash val="solid"/>
              <a:headEnd type="oval"/>
              <a:tailEnd type="oval"/>
            </a:ln>
            <a:effectLst>
              <a:reflection blurRad="6350" stA="52000" endA="300" endPos="35000" dir="5400000" sy="-100000" algn="bl" rotWithShape="0"/>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3" name="TextBox 18"/>
            <p:cNvSpPr txBox="1"/>
            <p:nvPr/>
          </p:nvSpPr>
          <p:spPr>
            <a:xfrm>
              <a:off x="5828429" y="3165236"/>
              <a:ext cx="1707848" cy="399826"/>
            </a:xfrm>
            <a:prstGeom prst="rect">
              <a:avLst/>
            </a:prstGeom>
            <a:noFill/>
          </p:spPr>
          <p:txBody>
            <a:bodyPr wrap="none">
              <a:spAutoFit/>
            </a:bodyPr>
            <a:lstStyle/>
            <a:p>
              <a:pPr marR="0" defTabSz="914400" eaLnBrk="1" fontAlgn="auto" hangingPunct="1">
                <a:spcBef>
                  <a:spcPts val="0"/>
                </a:spcBef>
                <a:spcAft>
                  <a:spcPts val="0"/>
                </a:spcAft>
                <a:buClrTx/>
                <a:buSzTx/>
                <a:buFontTx/>
                <a:buNone/>
                <a:defRPr/>
              </a:pPr>
              <a:r>
                <a:rPr kumimoji="0" lang="zh-CN" altLang="en-US" sz="2000" b="1" kern="0" cap="none" spc="0" normalizeH="0" baseline="0" noProof="0" dirty="0">
                  <a:solidFill>
                    <a:srgbClr val="FFCC99"/>
                  </a:solidFill>
                  <a:effectLst>
                    <a:reflection blurRad="6350" stA="55000" endA="300" endPos="45500" dir="5400000" sy="-100000" algn="bl" rotWithShape="0"/>
                  </a:effectLst>
                  <a:latin typeface="微软雅黑" panose="020B0503020204020204" charset="-122"/>
                  <a:ea typeface="微软雅黑" panose="020B0503020204020204" charset="-122"/>
                  <a:cs typeface="+mn-cs"/>
                </a:rPr>
                <a:t>金融市场环境</a:t>
              </a:r>
            </a:p>
          </p:txBody>
        </p:sp>
      </p:grpSp>
      <p:grpSp>
        <p:nvGrpSpPr>
          <p:cNvPr id="24" name="组合 23"/>
          <p:cNvGrpSpPr/>
          <p:nvPr/>
        </p:nvGrpSpPr>
        <p:grpSpPr>
          <a:xfrm>
            <a:off x="2832735" y="3461703"/>
            <a:ext cx="2484438" cy="534987"/>
            <a:chOff x="467543" y="1636440"/>
            <a:chExt cx="2484922" cy="534740"/>
          </a:xfrm>
        </p:grpSpPr>
        <p:sp>
          <p:nvSpPr>
            <p:cNvPr id="25" name="任意多边形 19"/>
            <p:cNvSpPr/>
            <p:nvPr/>
          </p:nvSpPr>
          <p:spPr>
            <a:xfrm flipV="1">
              <a:off x="1790189" y="1858587"/>
              <a:ext cx="1162276" cy="312593"/>
            </a:xfrm>
            <a:custGeom>
              <a:avLst/>
              <a:gdLst>
                <a:gd name="connsiteX0" fmla="*/ 1161535 w 1161535"/>
                <a:gd name="connsiteY0" fmla="*/ 0 h 383059"/>
                <a:gd name="connsiteX1" fmla="*/ 444843 w 1161535"/>
                <a:gd name="connsiteY1" fmla="*/ 383059 h 383059"/>
                <a:gd name="connsiteX2" fmla="*/ 0 w 1161535"/>
                <a:gd name="connsiteY2" fmla="*/ 383059 h 383059"/>
              </a:gdLst>
              <a:ahLst/>
              <a:cxnLst>
                <a:cxn ang="0">
                  <a:pos x="connsiteX0" y="connsiteY0"/>
                </a:cxn>
                <a:cxn ang="0">
                  <a:pos x="connsiteX1" y="connsiteY1"/>
                </a:cxn>
                <a:cxn ang="0">
                  <a:pos x="connsiteX2" y="connsiteY2"/>
                </a:cxn>
              </a:cxnLst>
              <a:rect l="l" t="t" r="r" b="b"/>
              <a:pathLst>
                <a:path w="1161535" h="383059">
                  <a:moveTo>
                    <a:pt x="1161535" y="0"/>
                  </a:moveTo>
                  <a:lnTo>
                    <a:pt x="444843" y="383059"/>
                  </a:lnTo>
                  <a:lnTo>
                    <a:pt x="0" y="383059"/>
                  </a:lnTo>
                </a:path>
              </a:pathLst>
            </a:custGeom>
            <a:noFill/>
            <a:ln w="9525" cap="flat" cmpd="sng" algn="ctr">
              <a:solidFill>
                <a:sysClr val="window" lastClr="FFFFFF">
                  <a:lumMod val="65000"/>
                </a:sysClr>
              </a:solidFill>
              <a:prstDash val="solid"/>
              <a:headEnd type="oval"/>
              <a:tailEnd type="ova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6" name="TextBox 31"/>
            <p:cNvSpPr txBox="1">
              <a:spLocks noChangeArrowheads="1"/>
            </p:cNvSpPr>
            <p:nvPr/>
          </p:nvSpPr>
          <p:spPr bwMode="auto">
            <a:xfrm>
              <a:off x="467543" y="1636440"/>
              <a:ext cx="1309943" cy="398596"/>
            </a:xfrm>
            <a:prstGeom prst="rect">
              <a:avLst/>
            </a:prstGeom>
            <a:noFill/>
            <a:ln w="9525">
              <a:noFill/>
              <a:miter lim="800000"/>
            </a:ln>
          </p:spPr>
          <p:txBody>
            <a:bodyPr>
              <a:spAutoFit/>
            </a:bodyPr>
            <a:lstStyle/>
            <a:p>
              <a:pPr marR="0" defTabSz="914400" eaLnBrk="1" fontAlgn="auto" hangingPunct="1">
                <a:spcBef>
                  <a:spcPts val="0"/>
                </a:spcBef>
                <a:spcAft>
                  <a:spcPts val="0"/>
                </a:spcAft>
                <a:buClrTx/>
                <a:buSzTx/>
                <a:buFontTx/>
                <a:buNone/>
                <a:defRPr/>
              </a:pPr>
              <a:r>
                <a:rPr kumimoji="0" lang="zh-CN" altLang="en-US" sz="2000" b="1" kern="0" cap="none" spc="0" normalizeH="0" baseline="0" noProof="0" dirty="0">
                  <a:solidFill>
                    <a:srgbClr val="FFCC99"/>
                  </a:solidFill>
                  <a:latin typeface="微软雅黑" panose="020B0503020204020204" charset="-122"/>
                  <a:ea typeface="微软雅黑" panose="020B0503020204020204" charset="-122"/>
                  <a:cs typeface="+mn-cs"/>
                </a:rPr>
                <a:t>经济环境</a:t>
              </a:r>
            </a:p>
          </p:txBody>
        </p:sp>
      </p:grpSp>
      <p:grpSp>
        <p:nvGrpSpPr>
          <p:cNvPr id="27" name="组合 26"/>
          <p:cNvGrpSpPr/>
          <p:nvPr/>
        </p:nvGrpSpPr>
        <p:grpSpPr>
          <a:xfrm>
            <a:off x="6645910" y="3461703"/>
            <a:ext cx="2481580" cy="592137"/>
            <a:chOff x="4282026" y="1635227"/>
            <a:chExt cx="2480999" cy="591929"/>
          </a:xfrm>
        </p:grpSpPr>
        <p:sp>
          <p:nvSpPr>
            <p:cNvPr id="28" name="任意多边形 20"/>
            <p:cNvSpPr/>
            <p:nvPr/>
          </p:nvSpPr>
          <p:spPr>
            <a:xfrm flipH="1" flipV="1">
              <a:off x="4282026" y="1914529"/>
              <a:ext cx="1160191" cy="312627"/>
            </a:xfrm>
            <a:custGeom>
              <a:avLst/>
              <a:gdLst>
                <a:gd name="connsiteX0" fmla="*/ 1161535 w 1161535"/>
                <a:gd name="connsiteY0" fmla="*/ 0 h 383059"/>
                <a:gd name="connsiteX1" fmla="*/ 444843 w 1161535"/>
                <a:gd name="connsiteY1" fmla="*/ 383059 h 383059"/>
                <a:gd name="connsiteX2" fmla="*/ 0 w 1161535"/>
                <a:gd name="connsiteY2" fmla="*/ 383059 h 383059"/>
              </a:gdLst>
              <a:ahLst/>
              <a:cxnLst>
                <a:cxn ang="0">
                  <a:pos x="connsiteX0" y="connsiteY0"/>
                </a:cxn>
                <a:cxn ang="0">
                  <a:pos x="connsiteX1" y="connsiteY1"/>
                </a:cxn>
                <a:cxn ang="0">
                  <a:pos x="connsiteX2" y="connsiteY2"/>
                </a:cxn>
              </a:cxnLst>
              <a:rect l="l" t="t" r="r" b="b"/>
              <a:pathLst>
                <a:path w="1161535" h="383059">
                  <a:moveTo>
                    <a:pt x="1161535" y="0"/>
                  </a:moveTo>
                  <a:lnTo>
                    <a:pt x="444843" y="383059"/>
                  </a:lnTo>
                  <a:lnTo>
                    <a:pt x="0" y="383059"/>
                  </a:lnTo>
                </a:path>
              </a:pathLst>
            </a:custGeom>
            <a:noFill/>
            <a:ln w="9525" cap="flat" cmpd="sng" algn="ctr">
              <a:solidFill>
                <a:sysClr val="window" lastClr="FFFFFF">
                  <a:lumMod val="65000"/>
                </a:sysClr>
              </a:solidFill>
              <a:prstDash val="solid"/>
              <a:headEnd type="oval"/>
              <a:tailEnd type="ova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dirty="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29" name="TextBox 38"/>
            <p:cNvSpPr txBox="1">
              <a:spLocks noChangeArrowheads="1"/>
            </p:cNvSpPr>
            <p:nvPr/>
          </p:nvSpPr>
          <p:spPr bwMode="auto">
            <a:xfrm>
              <a:off x="5564426" y="1635227"/>
              <a:ext cx="1198599" cy="398640"/>
            </a:xfrm>
            <a:prstGeom prst="rect">
              <a:avLst/>
            </a:prstGeom>
            <a:noFill/>
            <a:ln w="9525">
              <a:noFill/>
              <a:miter lim="800000"/>
            </a:ln>
          </p:spPr>
          <p:txBody>
            <a:bodyPr wrap="none">
              <a:spAutoFit/>
            </a:bodyPr>
            <a:lstStyle/>
            <a:p>
              <a:pPr marR="0" defTabSz="914400" eaLnBrk="1" fontAlgn="auto" hangingPunct="1">
                <a:spcBef>
                  <a:spcPts val="0"/>
                </a:spcBef>
                <a:spcAft>
                  <a:spcPts val="0"/>
                </a:spcAft>
                <a:buClrTx/>
                <a:buSzTx/>
                <a:buFontTx/>
                <a:buNone/>
                <a:defRPr/>
              </a:pPr>
              <a:r>
                <a:rPr kumimoji="0" lang="zh-CN" altLang="en-US" sz="2000" b="1" kern="0" cap="none" spc="0" normalizeH="0" baseline="0" noProof="0" dirty="0">
                  <a:solidFill>
                    <a:srgbClr val="FFCC99"/>
                  </a:solidFill>
                  <a:latin typeface="微软雅黑" panose="020B0503020204020204" charset="-122"/>
                  <a:ea typeface="微软雅黑" panose="020B0503020204020204" charset="-122"/>
                  <a:cs typeface="+mn-cs"/>
                </a:rPr>
                <a:t>法律环境</a:t>
              </a:r>
            </a:p>
          </p:txBody>
        </p:sp>
      </p:grpSp>
      <p:sp>
        <p:nvSpPr>
          <p:cNvPr id="40967" name="矩形 2"/>
          <p:cNvSpPr/>
          <p:nvPr/>
        </p:nvSpPr>
        <p:spPr>
          <a:xfrm>
            <a:off x="1559859" y="1382378"/>
            <a:ext cx="8546353" cy="1705403"/>
          </a:xfrm>
          <a:prstGeom prst="rect">
            <a:avLst/>
          </a:prstGeom>
          <a:noFill/>
          <a:ln w="9525">
            <a:noFill/>
          </a:ln>
        </p:spPr>
        <p:txBody>
          <a:bodyPr wrap="square">
            <a:spAutoFit/>
          </a:bodyPr>
          <a:lstStyle/>
          <a:p>
            <a:pPr algn="just" defTabSz="913130" eaLnBrk="1" hangingPunct="1">
              <a:lnSpc>
                <a:spcPct val="150000"/>
              </a:lnSpc>
              <a:spcBef>
                <a:spcPts val="3600"/>
              </a:spcBef>
            </a:pPr>
            <a:r>
              <a:rPr lang="zh-CN" altLang="zh-CN" b="1" dirty="0">
                <a:solidFill>
                  <a:schemeClr val="bg1"/>
                </a:solidFill>
                <a:latin typeface="微软雅黑" panose="020B0503020204020204" charset="-122"/>
                <a:ea typeface="微软雅黑" panose="020B0503020204020204" charset="-122"/>
              </a:rPr>
              <a:t>财务管理的环境又称理财环境</a:t>
            </a:r>
            <a:r>
              <a:rPr lang="zh-CN" altLang="en-US" b="1" dirty="0">
                <a:solidFill>
                  <a:schemeClr val="bg1"/>
                </a:solidFill>
                <a:latin typeface="微软雅黑" panose="020B0503020204020204" charset="-122"/>
                <a:ea typeface="微软雅黑" panose="020B0503020204020204" charset="-122"/>
              </a:rPr>
              <a:t>，</a:t>
            </a:r>
            <a:r>
              <a:rPr lang="zh-CN" altLang="zh-CN" b="1" dirty="0">
                <a:solidFill>
                  <a:schemeClr val="bg1"/>
                </a:solidFill>
                <a:latin typeface="微软雅黑" panose="020B0503020204020204" charset="-122"/>
                <a:ea typeface="微软雅黑" panose="020B0503020204020204" charset="-122"/>
              </a:rPr>
              <a:t>是指对企业财务活动和财务管理产生影响的企业外部条件的总和。财务管理的环境涉及的范围很广</a:t>
            </a:r>
            <a:r>
              <a:rPr lang="zh-CN" altLang="en-US" b="1" dirty="0">
                <a:solidFill>
                  <a:schemeClr val="bg1"/>
                </a:solidFill>
                <a:latin typeface="微软雅黑" panose="020B0503020204020204" charset="-122"/>
                <a:ea typeface="微软雅黑" panose="020B0503020204020204" charset="-122"/>
              </a:rPr>
              <a:t>，</a:t>
            </a:r>
            <a:r>
              <a:rPr lang="zh-CN" altLang="zh-CN" b="1" dirty="0">
                <a:solidFill>
                  <a:schemeClr val="bg1"/>
                </a:solidFill>
                <a:latin typeface="微软雅黑" panose="020B0503020204020204" charset="-122"/>
                <a:ea typeface="微软雅黑" panose="020B0503020204020204" charset="-122"/>
              </a:rPr>
              <a:t>比如国家的政治、经济形势</a:t>
            </a:r>
            <a:r>
              <a:rPr lang="zh-CN" altLang="en-US" b="1" dirty="0">
                <a:solidFill>
                  <a:schemeClr val="bg1"/>
                </a:solidFill>
                <a:latin typeface="微软雅黑" panose="020B0503020204020204" charset="-122"/>
                <a:ea typeface="微软雅黑" panose="020B0503020204020204" charset="-122"/>
              </a:rPr>
              <a:t>，</a:t>
            </a:r>
            <a:r>
              <a:rPr lang="zh-CN" altLang="zh-CN" b="1" dirty="0">
                <a:solidFill>
                  <a:schemeClr val="bg1"/>
                </a:solidFill>
                <a:latin typeface="微软雅黑" panose="020B0503020204020204" charset="-122"/>
                <a:ea typeface="微软雅黑" panose="020B0503020204020204" charset="-122"/>
              </a:rPr>
              <a:t>国家经济法规的完善程度</a:t>
            </a:r>
            <a:r>
              <a:rPr lang="zh-CN" altLang="en-US" b="1" dirty="0">
                <a:solidFill>
                  <a:schemeClr val="bg1"/>
                </a:solidFill>
                <a:latin typeface="微软雅黑" panose="020B0503020204020204" charset="-122"/>
                <a:ea typeface="微软雅黑" panose="020B0503020204020204" charset="-122"/>
              </a:rPr>
              <a:t>，</a:t>
            </a:r>
            <a:r>
              <a:rPr lang="zh-CN" altLang="zh-CN" b="1" dirty="0">
                <a:solidFill>
                  <a:schemeClr val="bg1"/>
                </a:solidFill>
                <a:latin typeface="微软雅黑" panose="020B0503020204020204" charset="-122"/>
                <a:ea typeface="微软雅黑" panose="020B0503020204020204" charset="-122"/>
              </a:rPr>
              <a:t>企业所面临的市场状况</a:t>
            </a:r>
            <a:r>
              <a:rPr lang="zh-CN" altLang="en-US" b="1" dirty="0">
                <a:solidFill>
                  <a:schemeClr val="bg1"/>
                </a:solidFill>
                <a:latin typeface="微软雅黑" panose="020B0503020204020204" charset="-122"/>
                <a:ea typeface="微软雅黑" panose="020B0503020204020204" charset="-122"/>
              </a:rPr>
              <a:t>，</a:t>
            </a:r>
            <a:r>
              <a:rPr lang="zh-CN" altLang="zh-CN" b="1" dirty="0">
                <a:solidFill>
                  <a:schemeClr val="bg1"/>
                </a:solidFill>
                <a:latin typeface="微软雅黑" panose="020B0503020204020204" charset="-122"/>
                <a:ea typeface="微软雅黑" panose="020B0503020204020204" charset="-122"/>
              </a:rPr>
              <a:t>企业的生产条件等。本节主要讨论企业难以控制的几种重要的环境</a:t>
            </a:r>
            <a:r>
              <a:rPr lang="zh-CN" altLang="en-US" b="1" dirty="0">
                <a:solidFill>
                  <a:schemeClr val="bg1"/>
                </a:solidFill>
                <a:latin typeface="微软雅黑" panose="020B0503020204020204" charset="-122"/>
                <a:ea typeface="微软雅黑" panose="020B050302020402020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79368" y="1719355"/>
            <a:ext cx="8027035" cy="960776"/>
          </a:xfrm>
          <a:prstGeom prst="rect">
            <a:avLst/>
          </a:prstGeom>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defRPr/>
            </a:pPr>
            <a:r>
              <a:rPr lang="zh-CN" altLang="en-US" sz="2000" dirty="0">
                <a:solidFill>
                  <a:schemeClr val="bg1"/>
                </a:solidFill>
                <a:latin typeface="Arial" panose="020B0604020202020204" pitchFamily="34" charset="0"/>
              </a:rPr>
              <a:t>财务管理的经济环境是影响企业财务管理的各种经济因素，如经济周期、经济发展水平、通货膨胀状况、经济政策等。</a:t>
            </a:r>
          </a:p>
        </p:txBody>
      </p:sp>
      <p:pic>
        <p:nvPicPr>
          <p:cNvPr id="41988" name="图片 3"/>
          <p:cNvPicPr>
            <a:picLocks noChangeAspect="1"/>
          </p:cNvPicPr>
          <p:nvPr/>
        </p:nvPicPr>
        <p:blipFill>
          <a:blip r:embed="rId2"/>
          <a:stretch>
            <a:fillRect/>
          </a:stretch>
        </p:blipFill>
        <p:spPr>
          <a:xfrm>
            <a:off x="904875" y="2740660"/>
            <a:ext cx="5497830" cy="3345180"/>
          </a:xfrm>
          <a:prstGeom prst="rect">
            <a:avLst/>
          </a:prstGeom>
          <a:noFill/>
          <a:ln w="9525">
            <a:noFill/>
          </a:ln>
        </p:spPr>
      </p:pic>
      <p:sp>
        <p:nvSpPr>
          <p:cNvPr id="41989" name="文本框 7"/>
          <p:cNvSpPr txBox="1"/>
          <p:nvPr/>
        </p:nvSpPr>
        <p:spPr>
          <a:xfrm>
            <a:off x="6956388" y="3244441"/>
            <a:ext cx="4681220" cy="1866858"/>
          </a:xfrm>
          <a:prstGeom prst="rect">
            <a:avLst/>
          </a:prstGeom>
        </p:spPr>
        <p:txBody>
          <a:bodyPr wrap="square">
            <a:spAutoFit/>
          </a:bodyPr>
          <a:lstStyle>
            <a:defPPr>
              <a:defRPr lang="zh-CN"/>
            </a:defPPr>
            <a:lvl1pPr marR="0" lvl="0" indent="0" algn="just" eaLnBrk="0" fontAlgn="base" hangingPunct="0">
              <a:lnSpc>
                <a:spcPct val="150000"/>
              </a:lnSpc>
              <a:spcBef>
                <a:spcPct val="0"/>
              </a:spcBef>
              <a:spcAft>
                <a:spcPct val="0"/>
              </a:spcAft>
              <a:buClrTx/>
              <a:buSzTx/>
              <a:buFontTx/>
              <a:buNone/>
              <a:defRPr sz="2000">
                <a:solidFill>
                  <a:schemeClr val="bg1"/>
                </a:solidFill>
                <a:latin typeface="Arial" panose="020B0604020202020204" pitchFamily="34" charset="0"/>
              </a:defRPr>
            </a:lvl1pPr>
          </a:lstStyle>
          <a:p>
            <a:r>
              <a:rPr lang="zh-CN" altLang="en-US" dirty="0"/>
              <a:t>在市场经济条件下，经济发展通常带有一定的波动性，大体上经历复苏、繁荣、 衰退、萧条几个阶段的循环，这种循环叫经济周期。</a:t>
            </a:r>
          </a:p>
        </p:txBody>
      </p:sp>
      <p:sp>
        <p:nvSpPr>
          <p:cNvPr id="2" name="文本框 1"/>
          <p:cNvSpPr txBox="1"/>
          <p:nvPr/>
        </p:nvSpPr>
        <p:spPr>
          <a:xfrm>
            <a:off x="2304415" y="6220460"/>
            <a:ext cx="2698750" cy="306705"/>
          </a:xfrm>
          <a:prstGeom prst="rect">
            <a:avLst/>
          </a:prstGeom>
        </p:spPr>
        <p:txBody>
          <a:bodyPr wrap="square">
            <a:spAutoFit/>
          </a:bodyPr>
          <a:lstStyle/>
          <a:p>
            <a:r>
              <a:rPr lang="zh-CN" altLang="en-US" sz="1400">
                <a:solidFill>
                  <a:srgbClr val="ED028C"/>
                </a:solidFill>
                <a:latin typeface="FZHTK-GBK1-02000067f-Identity-H"/>
                <a:ea typeface="FZHTK-GBK1-02000067f-Identity-H"/>
              </a:rPr>
              <a:t>图</a:t>
            </a:r>
            <a:r>
              <a:rPr lang="zh-CN" altLang="en-US" sz="1400">
                <a:solidFill>
                  <a:srgbClr val="ED028C"/>
                </a:solidFill>
                <a:latin typeface="E-F29-PK7485a2-Identity-H"/>
                <a:ea typeface="E-F29-PK7485a2-Identity-H"/>
              </a:rPr>
              <a:t>１</a:t>
            </a:r>
            <a:r>
              <a:rPr lang="en-US" altLang="zh-CN" sz="1400">
                <a:solidFill>
                  <a:srgbClr val="ED028C"/>
                </a:solidFill>
                <a:latin typeface="E-F29-PK7485a2-Identity-H"/>
                <a:ea typeface="E-F29-PK7485a2-Identity-H"/>
              </a:rPr>
              <a:t>-</a:t>
            </a:r>
            <a:r>
              <a:rPr lang="zh-CN" altLang="en-US" sz="1400">
                <a:solidFill>
                  <a:srgbClr val="ED028C"/>
                </a:solidFill>
                <a:latin typeface="E-F29-PK7485a2-Identity-H"/>
                <a:ea typeface="E-F29-PK7485a2-Identity-H"/>
              </a:rPr>
              <a:t>５ </a:t>
            </a:r>
            <a:r>
              <a:rPr lang="zh-CN" altLang="en-US" sz="1400">
                <a:solidFill>
                  <a:srgbClr val="ED028C"/>
                </a:solidFill>
                <a:latin typeface="FZHTK-GBK1-02000067f-Identity-H"/>
                <a:ea typeface="FZHTK-GBK1-02000067f-Identity-H"/>
              </a:rPr>
              <a:t>经济周期中的理财策略</a:t>
            </a: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7" name="矩形 16"/>
          <p:cNvSpPr/>
          <p:nvPr/>
        </p:nvSpPr>
        <p:spPr>
          <a:xfrm>
            <a:off x="679368" y="991032"/>
            <a:ext cx="15036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经济环境</a:t>
            </a:r>
          </a:p>
        </p:txBody>
      </p:sp>
      <p:cxnSp>
        <p:nvCxnSpPr>
          <p:cNvPr id="30" name="直接连接符 29"/>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31"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custDataLst>
              <p:tags r:id="rId1"/>
            </p:custDataLst>
          </p:nvPr>
        </p:nvSpPr>
        <p:spPr>
          <a:xfrm>
            <a:off x="2321560" y="5246959"/>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cs typeface="+mn-ea"/>
              <a:sym typeface="+mn-lt"/>
            </a:endParaRPr>
          </a:p>
        </p:txBody>
      </p:sp>
      <p:sp>
        <p:nvSpPr>
          <p:cNvPr id="3" name="椭圆 2"/>
          <p:cNvSpPr/>
          <p:nvPr>
            <p:custDataLst>
              <p:tags r:id="rId2"/>
            </p:custDataLst>
          </p:nvPr>
        </p:nvSpPr>
        <p:spPr>
          <a:xfrm>
            <a:off x="5445125" y="5246959"/>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cs typeface="+mn-ea"/>
              <a:sym typeface="+mn-lt"/>
            </a:endParaRPr>
          </a:p>
        </p:txBody>
      </p:sp>
      <p:sp>
        <p:nvSpPr>
          <p:cNvPr id="4" name="椭圆 3"/>
          <p:cNvSpPr/>
          <p:nvPr>
            <p:custDataLst>
              <p:tags r:id="rId3"/>
            </p:custDataLst>
          </p:nvPr>
        </p:nvSpPr>
        <p:spPr>
          <a:xfrm>
            <a:off x="8474075" y="5246959"/>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pPr>
            <a:endParaRPr lang="zh-CN" altLang="en-US">
              <a:cs typeface="+mn-ea"/>
              <a:sym typeface="+mn-lt"/>
            </a:endParaRPr>
          </a:p>
        </p:txBody>
      </p:sp>
      <p:sp>
        <p:nvSpPr>
          <p:cNvPr id="6" name="任意多边形 11"/>
          <p:cNvSpPr/>
          <p:nvPr>
            <p:custDataLst>
              <p:tags r:id="rId4"/>
            </p:custDataLst>
          </p:nvPr>
        </p:nvSpPr>
        <p:spPr>
          <a:xfrm>
            <a:off x="1371600" y="1854835"/>
            <a:ext cx="2813685" cy="3201670"/>
          </a:xfrm>
          <a:custGeom>
            <a:avLst/>
            <a:gdLst>
              <a:gd name="connsiteX0" fmla="*/ 127235 w 1980000"/>
              <a:gd name="connsiteY0" fmla="*/ 0 h 2827279"/>
              <a:gd name="connsiteX1" fmla="*/ 1852765 w 1980000"/>
              <a:gd name="connsiteY1" fmla="*/ 0 h 2827279"/>
              <a:gd name="connsiteX2" fmla="*/ 1980000 w 1980000"/>
              <a:gd name="connsiteY2" fmla="*/ 127235 h 2827279"/>
              <a:gd name="connsiteX3" fmla="*/ 1980000 w 1980000"/>
              <a:gd name="connsiteY3" fmla="*/ 2572765 h 2827279"/>
              <a:gd name="connsiteX4" fmla="*/ 1852765 w 1980000"/>
              <a:gd name="connsiteY4" fmla="*/ 2700000 h 2827279"/>
              <a:gd name="connsiteX5" fmla="*/ 1117279 w 1980000"/>
              <a:gd name="connsiteY5" fmla="*/ 2700000 h 2827279"/>
              <a:gd name="connsiteX6" fmla="*/ 990000 w 1980000"/>
              <a:gd name="connsiteY6" fmla="*/ 2827279 h 2827279"/>
              <a:gd name="connsiteX7" fmla="*/ 862721 w 1980000"/>
              <a:gd name="connsiteY7" fmla="*/ 2700000 h 2827279"/>
              <a:gd name="connsiteX8" fmla="*/ 127235 w 1980000"/>
              <a:gd name="connsiteY8" fmla="*/ 2700000 h 2827279"/>
              <a:gd name="connsiteX9" fmla="*/ 0 w 1980000"/>
              <a:gd name="connsiteY9" fmla="*/ 2572765 h 2827279"/>
              <a:gd name="connsiteX10" fmla="*/ 0 w 1980000"/>
              <a:gd name="connsiteY10" fmla="*/ 127235 h 2827279"/>
              <a:gd name="connsiteX11" fmla="*/ 127235 w 1980000"/>
              <a:gd name="connsiteY11" fmla="*/ 0 h 282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0000" h="2827279">
                <a:moveTo>
                  <a:pt x="127235" y="0"/>
                </a:moveTo>
                <a:lnTo>
                  <a:pt x="1852765" y="0"/>
                </a:lnTo>
                <a:cubicBezTo>
                  <a:pt x="1923035" y="0"/>
                  <a:pt x="1980000" y="56965"/>
                  <a:pt x="1980000" y="127235"/>
                </a:cubicBezTo>
                <a:lnTo>
                  <a:pt x="1980000" y="2572765"/>
                </a:lnTo>
                <a:cubicBezTo>
                  <a:pt x="1980000" y="2643035"/>
                  <a:pt x="1923035" y="2700000"/>
                  <a:pt x="1852765" y="2700000"/>
                </a:cubicBezTo>
                <a:lnTo>
                  <a:pt x="1117279" y="2700000"/>
                </a:lnTo>
                <a:lnTo>
                  <a:pt x="990000" y="2827279"/>
                </a:lnTo>
                <a:lnTo>
                  <a:pt x="862721" y="2700000"/>
                </a:lnTo>
                <a:lnTo>
                  <a:pt x="127235" y="2700000"/>
                </a:lnTo>
                <a:cubicBezTo>
                  <a:pt x="56965" y="2700000"/>
                  <a:pt x="0" y="2643035"/>
                  <a:pt x="0" y="2572765"/>
                </a:cubicBezTo>
                <a:lnTo>
                  <a:pt x="0" y="127235"/>
                </a:lnTo>
                <a:cubicBezTo>
                  <a:pt x="0" y="56965"/>
                  <a:pt x="56965" y="0"/>
                  <a:pt x="127235" y="0"/>
                </a:cubicBezTo>
                <a:close/>
              </a:path>
            </a:pathLst>
          </a:custGeom>
          <a:noFill/>
          <a:ln>
            <a:solidFill>
              <a:srgbClr val="FFFFFF">
                <a:alpha val="60000"/>
              </a:srgbClr>
            </a:solidFill>
          </a:ln>
          <a:effectLst>
            <a:glow rad="63500">
              <a:schemeClr val="accent1">
                <a:satMod val="175000"/>
                <a:alpha val="40000"/>
              </a:schemeClr>
            </a:glow>
          </a:effec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7" name="任意多边形 12"/>
          <p:cNvSpPr/>
          <p:nvPr>
            <p:custDataLst>
              <p:tags r:id="rId5"/>
            </p:custDataLst>
          </p:nvPr>
        </p:nvSpPr>
        <p:spPr>
          <a:xfrm>
            <a:off x="4399280" y="1854835"/>
            <a:ext cx="2813685" cy="3201670"/>
          </a:xfrm>
          <a:custGeom>
            <a:avLst/>
            <a:gdLst>
              <a:gd name="connsiteX0" fmla="*/ 127235 w 1980000"/>
              <a:gd name="connsiteY0" fmla="*/ 0 h 2827279"/>
              <a:gd name="connsiteX1" fmla="*/ 1852765 w 1980000"/>
              <a:gd name="connsiteY1" fmla="*/ 0 h 2827279"/>
              <a:gd name="connsiteX2" fmla="*/ 1980000 w 1980000"/>
              <a:gd name="connsiteY2" fmla="*/ 127235 h 2827279"/>
              <a:gd name="connsiteX3" fmla="*/ 1980000 w 1980000"/>
              <a:gd name="connsiteY3" fmla="*/ 2572765 h 2827279"/>
              <a:gd name="connsiteX4" fmla="*/ 1852765 w 1980000"/>
              <a:gd name="connsiteY4" fmla="*/ 2700000 h 2827279"/>
              <a:gd name="connsiteX5" fmla="*/ 1117279 w 1980000"/>
              <a:gd name="connsiteY5" fmla="*/ 2700000 h 2827279"/>
              <a:gd name="connsiteX6" fmla="*/ 990000 w 1980000"/>
              <a:gd name="connsiteY6" fmla="*/ 2827279 h 2827279"/>
              <a:gd name="connsiteX7" fmla="*/ 862721 w 1980000"/>
              <a:gd name="connsiteY7" fmla="*/ 2700000 h 2827279"/>
              <a:gd name="connsiteX8" fmla="*/ 127235 w 1980000"/>
              <a:gd name="connsiteY8" fmla="*/ 2700000 h 2827279"/>
              <a:gd name="connsiteX9" fmla="*/ 0 w 1980000"/>
              <a:gd name="connsiteY9" fmla="*/ 2572765 h 2827279"/>
              <a:gd name="connsiteX10" fmla="*/ 0 w 1980000"/>
              <a:gd name="connsiteY10" fmla="*/ 127235 h 2827279"/>
              <a:gd name="connsiteX11" fmla="*/ 127235 w 1980000"/>
              <a:gd name="connsiteY11" fmla="*/ 0 h 282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0000" h="2827279">
                <a:moveTo>
                  <a:pt x="127235" y="0"/>
                </a:moveTo>
                <a:lnTo>
                  <a:pt x="1852765" y="0"/>
                </a:lnTo>
                <a:cubicBezTo>
                  <a:pt x="1923035" y="0"/>
                  <a:pt x="1980000" y="56965"/>
                  <a:pt x="1980000" y="127235"/>
                </a:cubicBezTo>
                <a:lnTo>
                  <a:pt x="1980000" y="2572765"/>
                </a:lnTo>
                <a:cubicBezTo>
                  <a:pt x="1980000" y="2643035"/>
                  <a:pt x="1923035" y="2700000"/>
                  <a:pt x="1852765" y="2700000"/>
                </a:cubicBezTo>
                <a:lnTo>
                  <a:pt x="1117279" y="2700000"/>
                </a:lnTo>
                <a:lnTo>
                  <a:pt x="990000" y="2827279"/>
                </a:lnTo>
                <a:lnTo>
                  <a:pt x="862721" y="2700000"/>
                </a:lnTo>
                <a:lnTo>
                  <a:pt x="127235" y="2700000"/>
                </a:lnTo>
                <a:cubicBezTo>
                  <a:pt x="56965" y="2700000"/>
                  <a:pt x="0" y="2643035"/>
                  <a:pt x="0" y="2572765"/>
                </a:cubicBezTo>
                <a:lnTo>
                  <a:pt x="0" y="127235"/>
                </a:lnTo>
                <a:cubicBezTo>
                  <a:pt x="0" y="56965"/>
                  <a:pt x="56965" y="0"/>
                  <a:pt x="127235" y="0"/>
                </a:cubicBezTo>
                <a:close/>
              </a:path>
            </a:pathLst>
          </a:custGeom>
          <a:noFill/>
          <a:ln>
            <a:solidFill>
              <a:srgbClr val="FFFFFF">
                <a:alpha val="60000"/>
              </a:srgbClr>
            </a:solidFill>
          </a:ln>
          <a:effectLst>
            <a:glow rad="63500">
              <a:schemeClr val="accent1">
                <a:satMod val="175000"/>
                <a:alpha val="40000"/>
              </a:schemeClr>
            </a:glow>
          </a:effectLst>
        </p:spPr>
        <p:txBody>
          <a:bodyPr vert="horz" wrap="square" lIns="91440" tIns="45720" rIns="91440" bIns="45720" numCol="1" anchor="t" anchorCtr="0" compatLnSpc="1"/>
          <a:lstStyle/>
          <a:p>
            <a:endParaRPr lang="zh-CN" altLang="en-US">
              <a:solidFill>
                <a:schemeClr val="bg1"/>
              </a:solidFill>
              <a:cs typeface="+mn-ea"/>
              <a:sym typeface="+mn-lt"/>
            </a:endParaRPr>
          </a:p>
        </p:txBody>
      </p:sp>
      <p:sp>
        <p:nvSpPr>
          <p:cNvPr id="8" name="任意多边形 13"/>
          <p:cNvSpPr/>
          <p:nvPr>
            <p:custDataLst>
              <p:tags r:id="rId6"/>
            </p:custDataLst>
          </p:nvPr>
        </p:nvSpPr>
        <p:spPr>
          <a:xfrm>
            <a:off x="7426960" y="1854835"/>
            <a:ext cx="2815590" cy="3201670"/>
          </a:xfrm>
          <a:custGeom>
            <a:avLst/>
            <a:gdLst>
              <a:gd name="connsiteX0" fmla="*/ 127235 w 1980000"/>
              <a:gd name="connsiteY0" fmla="*/ 0 h 2827279"/>
              <a:gd name="connsiteX1" fmla="*/ 1852765 w 1980000"/>
              <a:gd name="connsiteY1" fmla="*/ 0 h 2827279"/>
              <a:gd name="connsiteX2" fmla="*/ 1980000 w 1980000"/>
              <a:gd name="connsiteY2" fmla="*/ 127235 h 2827279"/>
              <a:gd name="connsiteX3" fmla="*/ 1980000 w 1980000"/>
              <a:gd name="connsiteY3" fmla="*/ 2572765 h 2827279"/>
              <a:gd name="connsiteX4" fmla="*/ 1852765 w 1980000"/>
              <a:gd name="connsiteY4" fmla="*/ 2700000 h 2827279"/>
              <a:gd name="connsiteX5" fmla="*/ 1117279 w 1980000"/>
              <a:gd name="connsiteY5" fmla="*/ 2700000 h 2827279"/>
              <a:gd name="connsiteX6" fmla="*/ 990000 w 1980000"/>
              <a:gd name="connsiteY6" fmla="*/ 2827279 h 2827279"/>
              <a:gd name="connsiteX7" fmla="*/ 862721 w 1980000"/>
              <a:gd name="connsiteY7" fmla="*/ 2700000 h 2827279"/>
              <a:gd name="connsiteX8" fmla="*/ 127235 w 1980000"/>
              <a:gd name="connsiteY8" fmla="*/ 2700000 h 2827279"/>
              <a:gd name="connsiteX9" fmla="*/ 0 w 1980000"/>
              <a:gd name="connsiteY9" fmla="*/ 2572765 h 2827279"/>
              <a:gd name="connsiteX10" fmla="*/ 0 w 1980000"/>
              <a:gd name="connsiteY10" fmla="*/ 127235 h 2827279"/>
              <a:gd name="connsiteX11" fmla="*/ 127235 w 1980000"/>
              <a:gd name="connsiteY11" fmla="*/ 0 h 282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80000" h="2827279">
                <a:moveTo>
                  <a:pt x="127235" y="0"/>
                </a:moveTo>
                <a:lnTo>
                  <a:pt x="1852765" y="0"/>
                </a:lnTo>
                <a:cubicBezTo>
                  <a:pt x="1923035" y="0"/>
                  <a:pt x="1980000" y="56965"/>
                  <a:pt x="1980000" y="127235"/>
                </a:cubicBezTo>
                <a:lnTo>
                  <a:pt x="1980000" y="2572765"/>
                </a:lnTo>
                <a:cubicBezTo>
                  <a:pt x="1980000" y="2643035"/>
                  <a:pt x="1923035" y="2700000"/>
                  <a:pt x="1852765" y="2700000"/>
                </a:cubicBezTo>
                <a:lnTo>
                  <a:pt x="1117279" y="2700000"/>
                </a:lnTo>
                <a:lnTo>
                  <a:pt x="990000" y="2827279"/>
                </a:lnTo>
                <a:lnTo>
                  <a:pt x="862721" y="2700000"/>
                </a:lnTo>
                <a:lnTo>
                  <a:pt x="127235" y="2700000"/>
                </a:lnTo>
                <a:cubicBezTo>
                  <a:pt x="56965" y="2700000"/>
                  <a:pt x="0" y="2643035"/>
                  <a:pt x="0" y="2572765"/>
                </a:cubicBezTo>
                <a:lnTo>
                  <a:pt x="0" y="127235"/>
                </a:lnTo>
                <a:cubicBezTo>
                  <a:pt x="0" y="56965"/>
                  <a:pt x="56965" y="0"/>
                  <a:pt x="127235" y="0"/>
                </a:cubicBezTo>
                <a:close/>
              </a:path>
            </a:pathLst>
          </a:custGeom>
          <a:noFill/>
          <a:ln>
            <a:solidFill>
              <a:srgbClr val="FFFFFF">
                <a:alpha val="60000"/>
              </a:srgbClr>
            </a:solidFill>
          </a:ln>
          <a:effectLst>
            <a:glow rad="63500">
              <a:schemeClr val="accent1">
                <a:satMod val="175000"/>
                <a:alpha val="40000"/>
              </a:schemeClr>
            </a:glow>
          </a:effectLst>
        </p:spPr>
        <p:txBody>
          <a:bodyPr vert="horz" wrap="square" lIns="91440" tIns="45720" rIns="91440" bIns="45720" numCol="1" anchor="t" anchorCtr="0" compatLnSpc="1"/>
          <a:lstStyle/>
          <a:p>
            <a:endParaRPr lang="zh-CN" altLang="en-US">
              <a:solidFill>
                <a:schemeClr val="bg1"/>
              </a:solidFill>
              <a:cs typeface="+mn-ea"/>
              <a:sym typeface="+mn-lt"/>
            </a:endParaRPr>
          </a:p>
        </p:txBody>
      </p:sp>
      <p:grpSp>
        <p:nvGrpSpPr>
          <p:cNvPr id="10" name="Group 4"/>
          <p:cNvGrpSpPr>
            <a:grpSpLocks noChangeAspect="1"/>
          </p:cNvGrpSpPr>
          <p:nvPr>
            <p:custDataLst>
              <p:tags r:id="rId7"/>
            </p:custDataLst>
          </p:nvPr>
        </p:nvGrpSpPr>
        <p:grpSpPr bwMode="auto">
          <a:xfrm>
            <a:off x="5632574" y="5437382"/>
            <a:ext cx="540000" cy="534809"/>
            <a:chOff x="3684" y="2007"/>
            <a:chExt cx="312" cy="309"/>
          </a:xfrm>
          <a:solidFill>
            <a:schemeClr val="bg1"/>
          </a:solidFill>
        </p:grpSpPr>
        <p:sp>
          <p:nvSpPr>
            <p:cNvPr id="11" name="Freeform 5"/>
            <p:cNvSpPr>
              <a:spLocks noEditPoints="1"/>
            </p:cNvSpPr>
            <p:nvPr>
              <p:custDataLst>
                <p:tags r:id="rId24"/>
              </p:custDataLst>
            </p:nvPr>
          </p:nvSpPr>
          <p:spPr bwMode="auto">
            <a:xfrm>
              <a:off x="3684" y="2036"/>
              <a:ext cx="283" cy="280"/>
            </a:xfrm>
            <a:custGeom>
              <a:avLst/>
              <a:gdLst>
                <a:gd name="T0" fmla="*/ 84 w 117"/>
                <a:gd name="T1" fmla="*/ 3 h 116"/>
                <a:gd name="T2" fmla="*/ 76 w 117"/>
                <a:gd name="T3" fmla="*/ 0 h 116"/>
                <a:gd name="T4" fmla="*/ 69 w 117"/>
                <a:gd name="T5" fmla="*/ 3 h 116"/>
                <a:gd name="T6" fmla="*/ 64 w 117"/>
                <a:gd name="T7" fmla="*/ 9 h 116"/>
                <a:gd name="T8" fmla="*/ 61 w 117"/>
                <a:gd name="T9" fmla="*/ 16 h 116"/>
                <a:gd name="T10" fmla="*/ 62 w 117"/>
                <a:gd name="T11" fmla="*/ 21 h 116"/>
                <a:gd name="T12" fmla="*/ 8 w 117"/>
                <a:gd name="T13" fmla="*/ 43 h 116"/>
                <a:gd name="T14" fmla="*/ 1 w 117"/>
                <a:gd name="T15" fmla="*/ 51 h 116"/>
                <a:gd name="T16" fmla="*/ 4 w 117"/>
                <a:gd name="T17" fmla="*/ 62 h 116"/>
                <a:gd name="T18" fmla="*/ 55 w 117"/>
                <a:gd name="T19" fmla="*/ 113 h 116"/>
                <a:gd name="T20" fmla="*/ 63 w 117"/>
                <a:gd name="T21" fmla="*/ 116 h 116"/>
                <a:gd name="T22" fmla="*/ 64 w 117"/>
                <a:gd name="T23" fmla="*/ 116 h 116"/>
                <a:gd name="T24" fmla="*/ 66 w 117"/>
                <a:gd name="T25" fmla="*/ 116 h 116"/>
                <a:gd name="T26" fmla="*/ 75 w 117"/>
                <a:gd name="T27" fmla="*/ 109 h 116"/>
                <a:gd name="T28" fmla="*/ 96 w 117"/>
                <a:gd name="T29" fmla="*/ 55 h 116"/>
                <a:gd name="T30" fmla="*/ 102 w 117"/>
                <a:gd name="T31" fmla="*/ 57 h 116"/>
                <a:gd name="T32" fmla="*/ 109 w 117"/>
                <a:gd name="T33" fmla="*/ 54 h 116"/>
                <a:gd name="T34" fmla="*/ 114 w 117"/>
                <a:gd name="T35" fmla="*/ 48 h 116"/>
                <a:gd name="T36" fmla="*/ 117 w 117"/>
                <a:gd name="T37" fmla="*/ 41 h 116"/>
                <a:gd name="T38" fmla="*/ 114 w 117"/>
                <a:gd name="T39" fmla="*/ 34 h 116"/>
                <a:gd name="T40" fmla="*/ 84 w 117"/>
                <a:gd name="T41" fmla="*/ 3 h 116"/>
                <a:gd name="T42" fmla="*/ 67 w 117"/>
                <a:gd name="T43" fmla="*/ 106 h 116"/>
                <a:gd name="T44" fmla="*/ 65 w 117"/>
                <a:gd name="T45" fmla="*/ 108 h 116"/>
                <a:gd name="T46" fmla="*/ 64 w 117"/>
                <a:gd name="T47" fmla="*/ 108 h 116"/>
                <a:gd name="T48" fmla="*/ 61 w 117"/>
                <a:gd name="T49" fmla="*/ 107 h 116"/>
                <a:gd name="T50" fmla="*/ 10 w 117"/>
                <a:gd name="T51" fmla="*/ 57 h 116"/>
                <a:gd name="T52" fmla="*/ 9 w 117"/>
                <a:gd name="T53" fmla="*/ 53 h 116"/>
                <a:gd name="T54" fmla="*/ 11 w 117"/>
                <a:gd name="T55" fmla="*/ 50 h 116"/>
                <a:gd name="T56" fmla="*/ 36 w 117"/>
                <a:gd name="T57" fmla="*/ 40 h 116"/>
                <a:gd name="T58" fmla="*/ 86 w 117"/>
                <a:gd name="T59" fmla="*/ 58 h 116"/>
                <a:gd name="T60" fmla="*/ 67 w 117"/>
                <a:gd name="T61" fmla="*/ 106 h 116"/>
                <a:gd name="T62" fmla="*/ 109 w 117"/>
                <a:gd name="T63" fmla="*/ 42 h 116"/>
                <a:gd name="T64" fmla="*/ 103 w 117"/>
                <a:gd name="T65" fmla="*/ 48 h 116"/>
                <a:gd name="T66" fmla="*/ 100 w 117"/>
                <a:gd name="T67" fmla="*/ 48 h 116"/>
                <a:gd name="T68" fmla="*/ 93 w 117"/>
                <a:gd name="T69" fmla="*/ 41 h 116"/>
                <a:gd name="T70" fmla="*/ 87 w 117"/>
                <a:gd name="T71" fmla="*/ 55 h 116"/>
                <a:gd name="T72" fmla="*/ 88 w 117"/>
                <a:gd name="T73" fmla="*/ 54 h 116"/>
                <a:gd name="T74" fmla="*/ 53 w 117"/>
                <a:gd name="T75" fmla="*/ 39 h 116"/>
                <a:gd name="T76" fmla="*/ 42 w 117"/>
                <a:gd name="T77" fmla="*/ 38 h 116"/>
                <a:gd name="T78" fmla="*/ 76 w 117"/>
                <a:gd name="T79" fmla="*/ 24 h 116"/>
                <a:gd name="T80" fmla="*/ 69 w 117"/>
                <a:gd name="T81" fmla="*/ 17 h 116"/>
                <a:gd name="T82" fmla="*/ 69 w 117"/>
                <a:gd name="T83" fmla="*/ 14 h 116"/>
                <a:gd name="T84" fmla="*/ 75 w 117"/>
                <a:gd name="T85" fmla="*/ 9 h 116"/>
                <a:gd name="T86" fmla="*/ 78 w 117"/>
                <a:gd name="T87" fmla="*/ 9 h 116"/>
                <a:gd name="T88" fmla="*/ 109 w 117"/>
                <a:gd name="T89" fmla="*/ 40 h 116"/>
                <a:gd name="T90" fmla="*/ 109 w 117"/>
                <a:gd name="T91" fmla="*/ 4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7" h="116">
                  <a:moveTo>
                    <a:pt x="84" y="3"/>
                  </a:moveTo>
                  <a:cubicBezTo>
                    <a:pt x="82" y="1"/>
                    <a:pt x="79" y="0"/>
                    <a:pt x="76" y="0"/>
                  </a:cubicBezTo>
                  <a:cubicBezTo>
                    <a:pt x="74" y="0"/>
                    <a:pt x="71" y="1"/>
                    <a:pt x="69" y="3"/>
                  </a:cubicBezTo>
                  <a:cubicBezTo>
                    <a:pt x="64" y="9"/>
                    <a:pt x="64" y="9"/>
                    <a:pt x="64" y="9"/>
                  </a:cubicBezTo>
                  <a:cubicBezTo>
                    <a:pt x="62" y="11"/>
                    <a:pt x="61" y="13"/>
                    <a:pt x="61" y="16"/>
                  </a:cubicBezTo>
                  <a:cubicBezTo>
                    <a:pt x="61" y="18"/>
                    <a:pt x="61" y="19"/>
                    <a:pt x="62" y="21"/>
                  </a:cubicBezTo>
                  <a:cubicBezTo>
                    <a:pt x="8" y="43"/>
                    <a:pt x="8" y="43"/>
                    <a:pt x="8" y="43"/>
                  </a:cubicBezTo>
                  <a:cubicBezTo>
                    <a:pt x="4" y="44"/>
                    <a:pt x="2" y="48"/>
                    <a:pt x="1" y="51"/>
                  </a:cubicBezTo>
                  <a:cubicBezTo>
                    <a:pt x="0" y="55"/>
                    <a:pt x="1" y="59"/>
                    <a:pt x="4" y="62"/>
                  </a:cubicBezTo>
                  <a:cubicBezTo>
                    <a:pt x="55" y="113"/>
                    <a:pt x="55" y="113"/>
                    <a:pt x="55" y="113"/>
                  </a:cubicBezTo>
                  <a:cubicBezTo>
                    <a:pt x="57" y="115"/>
                    <a:pt x="60" y="116"/>
                    <a:pt x="63" y="116"/>
                  </a:cubicBezTo>
                  <a:cubicBezTo>
                    <a:pt x="63" y="116"/>
                    <a:pt x="64" y="116"/>
                    <a:pt x="64" y="116"/>
                  </a:cubicBezTo>
                  <a:cubicBezTo>
                    <a:pt x="65" y="116"/>
                    <a:pt x="65" y="116"/>
                    <a:pt x="66" y="116"/>
                  </a:cubicBezTo>
                  <a:cubicBezTo>
                    <a:pt x="70" y="115"/>
                    <a:pt x="73" y="112"/>
                    <a:pt x="75" y="109"/>
                  </a:cubicBezTo>
                  <a:cubicBezTo>
                    <a:pt x="96" y="55"/>
                    <a:pt x="96" y="55"/>
                    <a:pt x="96" y="55"/>
                  </a:cubicBezTo>
                  <a:cubicBezTo>
                    <a:pt x="98" y="56"/>
                    <a:pt x="100" y="57"/>
                    <a:pt x="102" y="57"/>
                  </a:cubicBezTo>
                  <a:cubicBezTo>
                    <a:pt x="104" y="57"/>
                    <a:pt x="107" y="56"/>
                    <a:pt x="109" y="54"/>
                  </a:cubicBezTo>
                  <a:cubicBezTo>
                    <a:pt x="114" y="48"/>
                    <a:pt x="114" y="48"/>
                    <a:pt x="114" y="48"/>
                  </a:cubicBezTo>
                  <a:cubicBezTo>
                    <a:pt x="116" y="46"/>
                    <a:pt x="117" y="44"/>
                    <a:pt x="117" y="41"/>
                  </a:cubicBezTo>
                  <a:cubicBezTo>
                    <a:pt x="117" y="38"/>
                    <a:pt x="116" y="36"/>
                    <a:pt x="114" y="34"/>
                  </a:cubicBezTo>
                  <a:lnTo>
                    <a:pt x="84" y="3"/>
                  </a:lnTo>
                  <a:close/>
                  <a:moveTo>
                    <a:pt x="67" y="106"/>
                  </a:moveTo>
                  <a:cubicBezTo>
                    <a:pt x="67" y="107"/>
                    <a:pt x="66" y="108"/>
                    <a:pt x="65" y="108"/>
                  </a:cubicBezTo>
                  <a:cubicBezTo>
                    <a:pt x="64" y="108"/>
                    <a:pt x="64" y="108"/>
                    <a:pt x="64" y="108"/>
                  </a:cubicBezTo>
                  <a:cubicBezTo>
                    <a:pt x="63" y="108"/>
                    <a:pt x="62" y="108"/>
                    <a:pt x="61" y="107"/>
                  </a:cubicBezTo>
                  <a:cubicBezTo>
                    <a:pt x="10" y="57"/>
                    <a:pt x="10" y="57"/>
                    <a:pt x="10" y="57"/>
                  </a:cubicBezTo>
                  <a:cubicBezTo>
                    <a:pt x="9" y="56"/>
                    <a:pt x="9" y="54"/>
                    <a:pt x="9" y="53"/>
                  </a:cubicBezTo>
                  <a:cubicBezTo>
                    <a:pt x="9" y="52"/>
                    <a:pt x="10" y="51"/>
                    <a:pt x="11" y="50"/>
                  </a:cubicBezTo>
                  <a:cubicBezTo>
                    <a:pt x="36" y="40"/>
                    <a:pt x="36" y="40"/>
                    <a:pt x="36" y="40"/>
                  </a:cubicBezTo>
                  <a:cubicBezTo>
                    <a:pt x="53" y="46"/>
                    <a:pt x="70" y="40"/>
                    <a:pt x="86" y="58"/>
                  </a:cubicBezTo>
                  <a:lnTo>
                    <a:pt x="67" y="106"/>
                  </a:lnTo>
                  <a:close/>
                  <a:moveTo>
                    <a:pt x="109" y="42"/>
                  </a:moveTo>
                  <a:cubicBezTo>
                    <a:pt x="103" y="48"/>
                    <a:pt x="103" y="48"/>
                    <a:pt x="103" y="48"/>
                  </a:cubicBezTo>
                  <a:cubicBezTo>
                    <a:pt x="102" y="49"/>
                    <a:pt x="101" y="49"/>
                    <a:pt x="100" y="48"/>
                  </a:cubicBezTo>
                  <a:cubicBezTo>
                    <a:pt x="93" y="41"/>
                    <a:pt x="93" y="41"/>
                    <a:pt x="93" y="41"/>
                  </a:cubicBezTo>
                  <a:cubicBezTo>
                    <a:pt x="87" y="55"/>
                    <a:pt x="87" y="55"/>
                    <a:pt x="87" y="55"/>
                  </a:cubicBezTo>
                  <a:cubicBezTo>
                    <a:pt x="88" y="54"/>
                    <a:pt x="88" y="54"/>
                    <a:pt x="88" y="54"/>
                  </a:cubicBezTo>
                  <a:cubicBezTo>
                    <a:pt x="76" y="42"/>
                    <a:pt x="64" y="41"/>
                    <a:pt x="53" y="39"/>
                  </a:cubicBezTo>
                  <a:cubicBezTo>
                    <a:pt x="49" y="39"/>
                    <a:pt x="46" y="38"/>
                    <a:pt x="42" y="38"/>
                  </a:cubicBezTo>
                  <a:cubicBezTo>
                    <a:pt x="76" y="24"/>
                    <a:pt x="76" y="24"/>
                    <a:pt x="76" y="24"/>
                  </a:cubicBezTo>
                  <a:cubicBezTo>
                    <a:pt x="69" y="17"/>
                    <a:pt x="69" y="17"/>
                    <a:pt x="69" y="17"/>
                  </a:cubicBezTo>
                  <a:cubicBezTo>
                    <a:pt x="69" y="16"/>
                    <a:pt x="69" y="15"/>
                    <a:pt x="69" y="14"/>
                  </a:cubicBezTo>
                  <a:cubicBezTo>
                    <a:pt x="75" y="9"/>
                    <a:pt x="75" y="9"/>
                    <a:pt x="75" y="9"/>
                  </a:cubicBezTo>
                  <a:cubicBezTo>
                    <a:pt x="76" y="8"/>
                    <a:pt x="77" y="8"/>
                    <a:pt x="78" y="9"/>
                  </a:cubicBezTo>
                  <a:cubicBezTo>
                    <a:pt x="109" y="40"/>
                    <a:pt x="109" y="40"/>
                    <a:pt x="109" y="40"/>
                  </a:cubicBezTo>
                  <a:cubicBezTo>
                    <a:pt x="110" y="40"/>
                    <a:pt x="110" y="42"/>
                    <a:pt x="109"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12" name="Freeform 6"/>
            <p:cNvSpPr>
              <a:spLocks noEditPoints="1"/>
            </p:cNvSpPr>
            <p:nvPr>
              <p:custDataLst>
                <p:tags r:id="rId25"/>
              </p:custDataLst>
            </p:nvPr>
          </p:nvSpPr>
          <p:spPr bwMode="auto">
            <a:xfrm>
              <a:off x="3822" y="2161"/>
              <a:ext cx="48" cy="49"/>
            </a:xfrm>
            <a:custGeom>
              <a:avLst/>
              <a:gdLst>
                <a:gd name="T0" fmla="*/ 10 w 20"/>
                <a:gd name="T1" fmla="*/ 20 h 20"/>
                <a:gd name="T2" fmla="*/ 20 w 20"/>
                <a:gd name="T3" fmla="*/ 10 h 20"/>
                <a:gd name="T4" fmla="*/ 10 w 20"/>
                <a:gd name="T5" fmla="*/ 0 h 20"/>
                <a:gd name="T6" fmla="*/ 0 w 20"/>
                <a:gd name="T7" fmla="*/ 10 h 20"/>
                <a:gd name="T8" fmla="*/ 10 w 20"/>
                <a:gd name="T9" fmla="*/ 20 h 20"/>
                <a:gd name="T10" fmla="*/ 10 w 20"/>
                <a:gd name="T11" fmla="*/ 4 h 20"/>
                <a:gd name="T12" fmla="*/ 16 w 20"/>
                <a:gd name="T13" fmla="*/ 10 h 20"/>
                <a:gd name="T14" fmla="*/ 10 w 20"/>
                <a:gd name="T15" fmla="*/ 16 h 20"/>
                <a:gd name="T16" fmla="*/ 4 w 20"/>
                <a:gd name="T17" fmla="*/ 10 h 20"/>
                <a:gd name="T18" fmla="*/ 10 w 20"/>
                <a:gd name="T19"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20"/>
                  </a:moveTo>
                  <a:cubicBezTo>
                    <a:pt x="15" y="20"/>
                    <a:pt x="20" y="16"/>
                    <a:pt x="20" y="10"/>
                  </a:cubicBezTo>
                  <a:cubicBezTo>
                    <a:pt x="20" y="5"/>
                    <a:pt x="15" y="0"/>
                    <a:pt x="10" y="0"/>
                  </a:cubicBezTo>
                  <a:cubicBezTo>
                    <a:pt x="4" y="0"/>
                    <a:pt x="0" y="5"/>
                    <a:pt x="0" y="10"/>
                  </a:cubicBezTo>
                  <a:cubicBezTo>
                    <a:pt x="0" y="16"/>
                    <a:pt x="4" y="20"/>
                    <a:pt x="10" y="20"/>
                  </a:cubicBezTo>
                  <a:close/>
                  <a:moveTo>
                    <a:pt x="10" y="4"/>
                  </a:moveTo>
                  <a:cubicBezTo>
                    <a:pt x="13" y="4"/>
                    <a:pt x="16" y="7"/>
                    <a:pt x="16" y="10"/>
                  </a:cubicBezTo>
                  <a:cubicBezTo>
                    <a:pt x="16" y="13"/>
                    <a:pt x="13" y="16"/>
                    <a:pt x="10" y="16"/>
                  </a:cubicBezTo>
                  <a:cubicBezTo>
                    <a:pt x="6" y="16"/>
                    <a:pt x="4" y="13"/>
                    <a:pt x="4" y="10"/>
                  </a:cubicBezTo>
                  <a:cubicBezTo>
                    <a:pt x="4" y="7"/>
                    <a:pt x="6" y="4"/>
                    <a:pt x="1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13" name="Freeform 7"/>
            <p:cNvSpPr>
              <a:spLocks noEditPoints="1"/>
            </p:cNvSpPr>
            <p:nvPr>
              <p:custDataLst>
                <p:tags r:id="rId26"/>
              </p:custDataLst>
            </p:nvPr>
          </p:nvSpPr>
          <p:spPr bwMode="auto">
            <a:xfrm>
              <a:off x="3948" y="2007"/>
              <a:ext cx="48" cy="48"/>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5"/>
                    <a:pt x="0" y="10"/>
                  </a:cubicBezTo>
                  <a:cubicBezTo>
                    <a:pt x="0" y="16"/>
                    <a:pt x="4" y="20"/>
                    <a:pt x="10" y="20"/>
                  </a:cubicBezTo>
                  <a:cubicBezTo>
                    <a:pt x="15" y="20"/>
                    <a:pt x="20" y="16"/>
                    <a:pt x="20" y="10"/>
                  </a:cubicBezTo>
                  <a:cubicBezTo>
                    <a:pt x="20" y="5"/>
                    <a:pt x="15" y="0"/>
                    <a:pt x="10" y="0"/>
                  </a:cubicBezTo>
                  <a:close/>
                  <a:moveTo>
                    <a:pt x="10" y="16"/>
                  </a:moveTo>
                  <a:cubicBezTo>
                    <a:pt x="6" y="16"/>
                    <a:pt x="4" y="13"/>
                    <a:pt x="4" y="10"/>
                  </a:cubicBezTo>
                  <a:cubicBezTo>
                    <a:pt x="4" y="7"/>
                    <a:pt x="6"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14" name="Freeform 8"/>
            <p:cNvSpPr>
              <a:spLocks noEditPoints="1"/>
            </p:cNvSpPr>
            <p:nvPr>
              <p:custDataLst>
                <p:tags r:id="rId27"/>
              </p:custDataLst>
            </p:nvPr>
          </p:nvSpPr>
          <p:spPr bwMode="auto">
            <a:xfrm>
              <a:off x="3764" y="2152"/>
              <a:ext cx="39" cy="38"/>
            </a:xfrm>
            <a:custGeom>
              <a:avLst/>
              <a:gdLst>
                <a:gd name="T0" fmla="*/ 0 w 16"/>
                <a:gd name="T1" fmla="*/ 8 h 16"/>
                <a:gd name="T2" fmla="*/ 8 w 16"/>
                <a:gd name="T3" fmla="*/ 16 h 16"/>
                <a:gd name="T4" fmla="*/ 16 w 16"/>
                <a:gd name="T5" fmla="*/ 8 h 16"/>
                <a:gd name="T6" fmla="*/ 8 w 16"/>
                <a:gd name="T7" fmla="*/ 0 h 16"/>
                <a:gd name="T8" fmla="*/ 0 w 16"/>
                <a:gd name="T9" fmla="*/ 8 h 16"/>
                <a:gd name="T10" fmla="*/ 8 w 16"/>
                <a:gd name="T11" fmla="*/ 4 h 16"/>
                <a:gd name="T12" fmla="*/ 12 w 16"/>
                <a:gd name="T13" fmla="*/ 8 h 16"/>
                <a:gd name="T14" fmla="*/ 8 w 16"/>
                <a:gd name="T15" fmla="*/ 12 h 16"/>
                <a:gd name="T16" fmla="*/ 4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0" y="8"/>
                  </a:moveTo>
                  <a:cubicBezTo>
                    <a:pt x="0" y="12"/>
                    <a:pt x="3" y="16"/>
                    <a:pt x="8" y="16"/>
                  </a:cubicBezTo>
                  <a:cubicBezTo>
                    <a:pt x="12" y="16"/>
                    <a:pt x="16" y="12"/>
                    <a:pt x="16" y="8"/>
                  </a:cubicBezTo>
                  <a:cubicBezTo>
                    <a:pt x="16" y="4"/>
                    <a:pt x="12" y="0"/>
                    <a:pt x="8" y="0"/>
                  </a:cubicBezTo>
                  <a:cubicBezTo>
                    <a:pt x="3" y="0"/>
                    <a:pt x="0" y="4"/>
                    <a:pt x="0" y="8"/>
                  </a:cubicBezTo>
                  <a:close/>
                  <a:moveTo>
                    <a:pt x="8" y="4"/>
                  </a:moveTo>
                  <a:cubicBezTo>
                    <a:pt x="10" y="4"/>
                    <a:pt x="12" y="6"/>
                    <a:pt x="12" y="8"/>
                  </a:cubicBezTo>
                  <a:cubicBezTo>
                    <a:pt x="12" y="10"/>
                    <a:pt x="10" y="12"/>
                    <a:pt x="8" y="12"/>
                  </a:cubicBezTo>
                  <a:cubicBezTo>
                    <a:pt x="6" y="12"/>
                    <a:pt x="4" y="10"/>
                    <a:pt x="4" y="8"/>
                  </a:cubicBezTo>
                  <a:cubicBezTo>
                    <a:pt x="4" y="6"/>
                    <a:pt x="6" y="4"/>
                    <a:pt x="8"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15" name="Oval 9"/>
            <p:cNvSpPr>
              <a:spLocks noChangeArrowheads="1"/>
            </p:cNvSpPr>
            <p:nvPr>
              <p:custDataLst>
                <p:tags r:id="rId28"/>
              </p:custDataLst>
            </p:nvPr>
          </p:nvSpPr>
          <p:spPr bwMode="auto">
            <a:xfrm>
              <a:off x="3803" y="2219"/>
              <a:ext cx="19" cy="2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16" name="Oval 10"/>
            <p:cNvSpPr>
              <a:spLocks noChangeArrowheads="1"/>
            </p:cNvSpPr>
            <p:nvPr>
              <p:custDataLst>
                <p:tags r:id="rId29"/>
              </p:custDataLst>
            </p:nvPr>
          </p:nvSpPr>
          <p:spPr bwMode="auto">
            <a:xfrm>
              <a:off x="3957" y="2074"/>
              <a:ext cx="20" cy="2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grpSp>
      <p:sp>
        <p:nvSpPr>
          <p:cNvPr id="17" name="Freeform 5"/>
          <p:cNvSpPr>
            <a:spLocks noChangeAspect="1" noEditPoints="1"/>
          </p:cNvSpPr>
          <p:nvPr>
            <p:custDataLst>
              <p:tags r:id="rId8"/>
            </p:custDataLst>
          </p:nvPr>
        </p:nvSpPr>
        <p:spPr bwMode="auto">
          <a:xfrm>
            <a:off x="2572385" y="5453334"/>
            <a:ext cx="414338" cy="503237"/>
          </a:xfrm>
          <a:custGeom>
            <a:avLst/>
            <a:gdLst>
              <a:gd name="T0" fmla="*/ 2147483646 w 1518"/>
              <a:gd name="T1" fmla="*/ 2147483646 h 1847"/>
              <a:gd name="T2" fmla="*/ 2147483646 w 1518"/>
              <a:gd name="T3" fmla="*/ 2147483646 h 1847"/>
              <a:gd name="T4" fmla="*/ 2147483646 w 1518"/>
              <a:gd name="T5" fmla="*/ 2147483646 h 1847"/>
              <a:gd name="T6" fmla="*/ 2147483646 w 1518"/>
              <a:gd name="T7" fmla="*/ 2147483646 h 1847"/>
              <a:gd name="T8" fmla="*/ 2147483646 w 1518"/>
              <a:gd name="T9" fmla="*/ 2147483646 h 1847"/>
              <a:gd name="T10" fmla="*/ 2147483646 w 1518"/>
              <a:gd name="T11" fmla="*/ 2147483646 h 1847"/>
              <a:gd name="T12" fmla="*/ 2147483646 w 1518"/>
              <a:gd name="T13" fmla="*/ 2147483646 h 1847"/>
              <a:gd name="T14" fmla="*/ 2147483646 w 1518"/>
              <a:gd name="T15" fmla="*/ 2147483646 h 1847"/>
              <a:gd name="T16" fmla="*/ 2147483646 w 1518"/>
              <a:gd name="T17" fmla="*/ 2147483646 h 1847"/>
              <a:gd name="T18" fmla="*/ 2147483646 w 1518"/>
              <a:gd name="T19" fmla="*/ 2147483646 h 1847"/>
              <a:gd name="T20" fmla="*/ 2147483646 w 1518"/>
              <a:gd name="T21" fmla="*/ 2147483646 h 1847"/>
              <a:gd name="T22" fmla="*/ 2147483646 w 1518"/>
              <a:gd name="T23" fmla="*/ 2147483646 h 1847"/>
              <a:gd name="T24" fmla="*/ 2147483646 w 1518"/>
              <a:gd name="T25" fmla="*/ 2147483646 h 1847"/>
              <a:gd name="T26" fmla="*/ 2147483646 w 1518"/>
              <a:gd name="T27" fmla="*/ 2147483646 h 1847"/>
              <a:gd name="T28" fmla="*/ 0 w 1518"/>
              <a:gd name="T29" fmla="*/ 2147483646 h 1847"/>
              <a:gd name="T30" fmla="*/ 2147483646 w 1518"/>
              <a:gd name="T31" fmla="*/ 2147483646 h 1847"/>
              <a:gd name="T32" fmla="*/ 2147483646 w 1518"/>
              <a:gd name="T33" fmla="*/ 2147483646 h 1847"/>
              <a:gd name="T34" fmla="*/ 2147483646 w 1518"/>
              <a:gd name="T35" fmla="*/ 2147483646 h 1847"/>
              <a:gd name="T36" fmla="*/ 2147483646 w 1518"/>
              <a:gd name="T37" fmla="*/ 2147483646 h 1847"/>
              <a:gd name="T38" fmla="*/ 2147483646 w 1518"/>
              <a:gd name="T39" fmla="*/ 2147483646 h 1847"/>
              <a:gd name="T40" fmla="*/ 2147483646 w 1518"/>
              <a:gd name="T41" fmla="*/ 2147483646 h 1847"/>
              <a:gd name="T42" fmla="*/ 2147483646 w 1518"/>
              <a:gd name="T43" fmla="*/ 2147483646 h 1847"/>
              <a:gd name="T44" fmla="*/ 2147483646 w 1518"/>
              <a:gd name="T45" fmla="*/ 2147483646 h 1847"/>
              <a:gd name="T46" fmla="*/ 2147483646 w 1518"/>
              <a:gd name="T47" fmla="*/ 2147483646 h 1847"/>
              <a:gd name="T48" fmla="*/ 2147483646 w 1518"/>
              <a:gd name="T49" fmla="*/ 2147483646 h 1847"/>
              <a:gd name="T50" fmla="*/ 2147483646 w 1518"/>
              <a:gd name="T51" fmla="*/ 2147483646 h 1847"/>
              <a:gd name="T52" fmla="*/ 2147483646 w 1518"/>
              <a:gd name="T53" fmla="*/ 2147483646 h 1847"/>
              <a:gd name="T54" fmla="*/ 2147483646 w 1518"/>
              <a:gd name="T55" fmla="*/ 2147483646 h 1847"/>
              <a:gd name="T56" fmla="*/ 2147483646 w 1518"/>
              <a:gd name="T57" fmla="*/ 2147483646 h 1847"/>
              <a:gd name="T58" fmla="*/ 2147483646 w 1518"/>
              <a:gd name="T59" fmla="*/ 2147483646 h 1847"/>
              <a:gd name="T60" fmla="*/ 2147483646 w 1518"/>
              <a:gd name="T61" fmla="*/ 2147483646 h 1847"/>
              <a:gd name="T62" fmla="*/ 2147483646 w 1518"/>
              <a:gd name="T63" fmla="*/ 2147483646 h 1847"/>
              <a:gd name="T64" fmla="*/ 2147483646 w 1518"/>
              <a:gd name="T65" fmla="*/ 2147483646 h 1847"/>
              <a:gd name="T66" fmla="*/ 2147483646 w 1518"/>
              <a:gd name="T67" fmla="*/ 2147483646 h 18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18" h="1847">
                <a:moveTo>
                  <a:pt x="1480" y="1602"/>
                </a:moveTo>
                <a:cubicBezTo>
                  <a:pt x="1403" y="1602"/>
                  <a:pt x="1403" y="1602"/>
                  <a:pt x="1403" y="1602"/>
                </a:cubicBezTo>
                <a:cubicBezTo>
                  <a:pt x="1403" y="1209"/>
                  <a:pt x="1403" y="1209"/>
                  <a:pt x="1403" y="1209"/>
                </a:cubicBezTo>
                <a:cubicBezTo>
                  <a:pt x="1403" y="1198"/>
                  <a:pt x="1395" y="1190"/>
                  <a:pt x="1384" y="1190"/>
                </a:cubicBezTo>
                <a:cubicBezTo>
                  <a:pt x="1297" y="1190"/>
                  <a:pt x="1297" y="1190"/>
                  <a:pt x="1297" y="1190"/>
                </a:cubicBezTo>
                <a:cubicBezTo>
                  <a:pt x="1297" y="890"/>
                  <a:pt x="1297" y="890"/>
                  <a:pt x="1297" y="890"/>
                </a:cubicBezTo>
                <a:cubicBezTo>
                  <a:pt x="1306" y="894"/>
                  <a:pt x="1306" y="894"/>
                  <a:pt x="1306" y="894"/>
                </a:cubicBezTo>
                <a:cubicBezTo>
                  <a:pt x="1311" y="896"/>
                  <a:pt x="1316" y="897"/>
                  <a:pt x="1320" y="897"/>
                </a:cubicBezTo>
                <a:cubicBezTo>
                  <a:pt x="1335" y="897"/>
                  <a:pt x="1349" y="888"/>
                  <a:pt x="1355" y="873"/>
                </a:cubicBezTo>
                <a:cubicBezTo>
                  <a:pt x="1408" y="745"/>
                  <a:pt x="1408" y="745"/>
                  <a:pt x="1408" y="745"/>
                </a:cubicBezTo>
                <a:cubicBezTo>
                  <a:pt x="1412" y="735"/>
                  <a:pt x="1412" y="725"/>
                  <a:pt x="1408" y="716"/>
                </a:cubicBezTo>
                <a:cubicBezTo>
                  <a:pt x="1405" y="707"/>
                  <a:pt x="1397" y="699"/>
                  <a:pt x="1388" y="696"/>
                </a:cubicBezTo>
                <a:cubicBezTo>
                  <a:pt x="578" y="360"/>
                  <a:pt x="578" y="360"/>
                  <a:pt x="578" y="360"/>
                </a:cubicBezTo>
                <a:cubicBezTo>
                  <a:pt x="608" y="304"/>
                  <a:pt x="634" y="246"/>
                  <a:pt x="657" y="189"/>
                </a:cubicBezTo>
                <a:cubicBezTo>
                  <a:pt x="665" y="170"/>
                  <a:pt x="656" y="148"/>
                  <a:pt x="637" y="141"/>
                </a:cubicBezTo>
                <a:cubicBezTo>
                  <a:pt x="317" y="8"/>
                  <a:pt x="317" y="8"/>
                  <a:pt x="317" y="8"/>
                </a:cubicBezTo>
                <a:cubicBezTo>
                  <a:pt x="298" y="0"/>
                  <a:pt x="276" y="9"/>
                  <a:pt x="268" y="28"/>
                </a:cubicBezTo>
                <a:cubicBezTo>
                  <a:pt x="189" y="214"/>
                  <a:pt x="137" y="420"/>
                  <a:pt x="107" y="679"/>
                </a:cubicBezTo>
                <a:cubicBezTo>
                  <a:pt x="105" y="695"/>
                  <a:pt x="114" y="711"/>
                  <a:pt x="130" y="718"/>
                </a:cubicBezTo>
                <a:cubicBezTo>
                  <a:pt x="267" y="775"/>
                  <a:pt x="267" y="775"/>
                  <a:pt x="267" y="775"/>
                </a:cubicBezTo>
                <a:cubicBezTo>
                  <a:pt x="283" y="781"/>
                  <a:pt x="300" y="776"/>
                  <a:pt x="311" y="763"/>
                </a:cubicBezTo>
                <a:cubicBezTo>
                  <a:pt x="370" y="688"/>
                  <a:pt x="422" y="617"/>
                  <a:pt x="468" y="547"/>
                </a:cubicBezTo>
                <a:cubicBezTo>
                  <a:pt x="630" y="614"/>
                  <a:pt x="630" y="614"/>
                  <a:pt x="630" y="614"/>
                </a:cubicBezTo>
                <a:cubicBezTo>
                  <a:pt x="622" y="669"/>
                  <a:pt x="622" y="669"/>
                  <a:pt x="622" y="669"/>
                </a:cubicBezTo>
                <a:cubicBezTo>
                  <a:pt x="598" y="836"/>
                  <a:pt x="598" y="836"/>
                  <a:pt x="598" y="836"/>
                </a:cubicBezTo>
                <a:cubicBezTo>
                  <a:pt x="487" y="1602"/>
                  <a:pt x="487" y="1602"/>
                  <a:pt x="487" y="1602"/>
                </a:cubicBezTo>
                <a:cubicBezTo>
                  <a:pt x="228" y="1602"/>
                  <a:pt x="228" y="1602"/>
                  <a:pt x="228" y="1602"/>
                </a:cubicBezTo>
                <a:cubicBezTo>
                  <a:pt x="38" y="1602"/>
                  <a:pt x="38" y="1602"/>
                  <a:pt x="38" y="1602"/>
                </a:cubicBezTo>
                <a:cubicBezTo>
                  <a:pt x="17" y="1602"/>
                  <a:pt x="0" y="1618"/>
                  <a:pt x="0" y="1639"/>
                </a:cubicBezTo>
                <a:cubicBezTo>
                  <a:pt x="0" y="1809"/>
                  <a:pt x="0" y="1809"/>
                  <a:pt x="0" y="1809"/>
                </a:cubicBezTo>
                <a:cubicBezTo>
                  <a:pt x="0" y="1830"/>
                  <a:pt x="17" y="1847"/>
                  <a:pt x="38" y="1847"/>
                </a:cubicBezTo>
                <a:cubicBezTo>
                  <a:pt x="1480" y="1847"/>
                  <a:pt x="1480" y="1847"/>
                  <a:pt x="1480" y="1847"/>
                </a:cubicBezTo>
                <a:cubicBezTo>
                  <a:pt x="1501" y="1847"/>
                  <a:pt x="1518" y="1830"/>
                  <a:pt x="1518" y="1809"/>
                </a:cubicBezTo>
                <a:cubicBezTo>
                  <a:pt x="1518" y="1639"/>
                  <a:pt x="1518" y="1639"/>
                  <a:pt x="1518" y="1639"/>
                </a:cubicBezTo>
                <a:cubicBezTo>
                  <a:pt x="1518" y="1618"/>
                  <a:pt x="1501" y="1602"/>
                  <a:pt x="1480" y="1602"/>
                </a:cubicBezTo>
                <a:close/>
                <a:moveTo>
                  <a:pt x="1222" y="1190"/>
                </a:moveTo>
                <a:cubicBezTo>
                  <a:pt x="1135" y="1190"/>
                  <a:pt x="1135" y="1190"/>
                  <a:pt x="1135" y="1190"/>
                </a:cubicBezTo>
                <a:cubicBezTo>
                  <a:pt x="1124" y="1190"/>
                  <a:pt x="1116" y="1198"/>
                  <a:pt x="1116" y="1209"/>
                </a:cubicBezTo>
                <a:cubicBezTo>
                  <a:pt x="1116" y="1602"/>
                  <a:pt x="1116" y="1602"/>
                  <a:pt x="1116" y="1602"/>
                </a:cubicBezTo>
                <a:cubicBezTo>
                  <a:pt x="1031" y="1602"/>
                  <a:pt x="1031" y="1602"/>
                  <a:pt x="1031" y="1602"/>
                </a:cubicBezTo>
                <a:cubicBezTo>
                  <a:pt x="920" y="836"/>
                  <a:pt x="920" y="836"/>
                  <a:pt x="920" y="836"/>
                </a:cubicBezTo>
                <a:cubicBezTo>
                  <a:pt x="905" y="727"/>
                  <a:pt x="905" y="727"/>
                  <a:pt x="905" y="727"/>
                </a:cubicBezTo>
                <a:cubicBezTo>
                  <a:pt x="1222" y="859"/>
                  <a:pt x="1222" y="859"/>
                  <a:pt x="1222" y="859"/>
                </a:cubicBezTo>
                <a:cubicBezTo>
                  <a:pt x="1222" y="1190"/>
                  <a:pt x="1222" y="1190"/>
                  <a:pt x="1222" y="1190"/>
                </a:cubicBezTo>
                <a:close/>
                <a:moveTo>
                  <a:pt x="852" y="936"/>
                </a:moveTo>
                <a:cubicBezTo>
                  <a:pt x="720" y="838"/>
                  <a:pt x="720" y="838"/>
                  <a:pt x="720" y="838"/>
                </a:cubicBezTo>
                <a:cubicBezTo>
                  <a:pt x="825" y="749"/>
                  <a:pt x="825" y="749"/>
                  <a:pt x="825" y="749"/>
                </a:cubicBezTo>
                <a:lnTo>
                  <a:pt x="852" y="936"/>
                </a:lnTo>
                <a:close/>
                <a:moveTo>
                  <a:pt x="808" y="1006"/>
                </a:moveTo>
                <a:cubicBezTo>
                  <a:pt x="641" y="1112"/>
                  <a:pt x="641" y="1112"/>
                  <a:pt x="641" y="1112"/>
                </a:cubicBezTo>
                <a:cubicBezTo>
                  <a:pt x="671" y="904"/>
                  <a:pt x="671" y="904"/>
                  <a:pt x="671" y="904"/>
                </a:cubicBezTo>
                <a:lnTo>
                  <a:pt x="808" y="1006"/>
                </a:lnTo>
                <a:close/>
                <a:moveTo>
                  <a:pt x="870" y="1064"/>
                </a:moveTo>
                <a:cubicBezTo>
                  <a:pt x="910" y="1342"/>
                  <a:pt x="910" y="1342"/>
                  <a:pt x="910" y="1342"/>
                </a:cubicBezTo>
                <a:cubicBezTo>
                  <a:pt x="694" y="1176"/>
                  <a:pt x="694" y="1176"/>
                  <a:pt x="694" y="1176"/>
                </a:cubicBezTo>
                <a:lnTo>
                  <a:pt x="870" y="1064"/>
                </a:lnTo>
                <a:close/>
                <a:moveTo>
                  <a:pt x="709" y="1602"/>
                </a:moveTo>
                <a:cubicBezTo>
                  <a:pt x="925" y="1445"/>
                  <a:pt x="925" y="1445"/>
                  <a:pt x="925" y="1445"/>
                </a:cubicBezTo>
                <a:cubicBezTo>
                  <a:pt x="948" y="1602"/>
                  <a:pt x="948" y="1602"/>
                  <a:pt x="948" y="1602"/>
                </a:cubicBezTo>
                <a:lnTo>
                  <a:pt x="709" y="1602"/>
                </a:lnTo>
                <a:close/>
                <a:moveTo>
                  <a:pt x="783" y="677"/>
                </a:moveTo>
                <a:cubicBezTo>
                  <a:pt x="693" y="754"/>
                  <a:pt x="693" y="754"/>
                  <a:pt x="693" y="754"/>
                </a:cubicBezTo>
                <a:cubicBezTo>
                  <a:pt x="708" y="646"/>
                  <a:pt x="708" y="646"/>
                  <a:pt x="708" y="646"/>
                </a:cubicBezTo>
                <a:lnTo>
                  <a:pt x="783" y="677"/>
                </a:lnTo>
                <a:close/>
                <a:moveTo>
                  <a:pt x="624" y="1226"/>
                </a:moveTo>
                <a:cubicBezTo>
                  <a:pt x="849" y="1399"/>
                  <a:pt x="849" y="1399"/>
                  <a:pt x="849" y="1399"/>
                </a:cubicBezTo>
                <a:cubicBezTo>
                  <a:pt x="570" y="1601"/>
                  <a:pt x="570" y="1601"/>
                  <a:pt x="570" y="1601"/>
                </a:cubicBezTo>
                <a:lnTo>
                  <a:pt x="624" y="1226"/>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20000"/>
              </a:lnSpc>
            </a:pPr>
            <a:endParaRPr lang="zh-CN" altLang="en-US">
              <a:cs typeface="+mn-ea"/>
              <a:sym typeface="+mn-lt"/>
            </a:endParaRPr>
          </a:p>
        </p:txBody>
      </p:sp>
      <p:grpSp>
        <p:nvGrpSpPr>
          <p:cNvPr id="18" name="Group 5"/>
          <p:cNvGrpSpPr>
            <a:grpSpLocks noChangeAspect="1"/>
          </p:cNvGrpSpPr>
          <p:nvPr>
            <p:custDataLst>
              <p:tags r:id="rId9"/>
            </p:custDataLst>
          </p:nvPr>
        </p:nvGrpSpPr>
        <p:grpSpPr bwMode="auto">
          <a:xfrm>
            <a:off x="8661027" y="5411893"/>
            <a:ext cx="540000" cy="502711"/>
            <a:chOff x="1577" y="314"/>
            <a:chExt cx="782" cy="728"/>
          </a:xfrm>
          <a:solidFill>
            <a:schemeClr val="bg1"/>
          </a:solidFill>
        </p:grpSpPr>
        <p:sp>
          <p:nvSpPr>
            <p:cNvPr id="19" name="Freeform 6"/>
            <p:cNvSpPr>
              <a:spLocks noEditPoints="1"/>
            </p:cNvSpPr>
            <p:nvPr>
              <p:custDataLst>
                <p:tags r:id="rId16"/>
              </p:custDataLst>
            </p:nvPr>
          </p:nvSpPr>
          <p:spPr bwMode="auto">
            <a:xfrm>
              <a:off x="1577" y="314"/>
              <a:ext cx="389" cy="649"/>
            </a:xfrm>
            <a:custGeom>
              <a:avLst/>
              <a:gdLst>
                <a:gd name="T0" fmla="*/ 22 w 163"/>
                <a:gd name="T1" fmla="*/ 234 h 272"/>
                <a:gd name="T2" fmla="*/ 37 w 163"/>
                <a:gd name="T3" fmla="*/ 219 h 272"/>
                <a:gd name="T4" fmla="*/ 81 w 163"/>
                <a:gd name="T5" fmla="*/ 107 h 272"/>
                <a:gd name="T6" fmla="*/ 125 w 163"/>
                <a:gd name="T7" fmla="*/ 219 h 272"/>
                <a:gd name="T8" fmla="*/ 141 w 163"/>
                <a:gd name="T9" fmla="*/ 234 h 272"/>
                <a:gd name="T10" fmla="*/ 163 w 163"/>
                <a:gd name="T11" fmla="*/ 272 h 272"/>
                <a:gd name="T12" fmla="*/ 153 w 163"/>
                <a:gd name="T13" fmla="*/ 229 h 272"/>
                <a:gd name="T14" fmla="*/ 155 w 163"/>
                <a:gd name="T15" fmla="*/ 209 h 272"/>
                <a:gd name="T16" fmla="*/ 129 w 163"/>
                <a:gd name="T17" fmla="*/ 138 h 272"/>
                <a:gd name="T18" fmla="*/ 143 w 163"/>
                <a:gd name="T19" fmla="*/ 138 h 272"/>
                <a:gd name="T20" fmla="*/ 143 w 163"/>
                <a:gd name="T21" fmla="*/ 149 h 272"/>
                <a:gd name="T22" fmla="*/ 150 w 163"/>
                <a:gd name="T23" fmla="*/ 149 h 272"/>
                <a:gd name="T24" fmla="*/ 150 w 163"/>
                <a:gd name="T25" fmla="*/ 120 h 272"/>
                <a:gd name="T26" fmla="*/ 143 w 163"/>
                <a:gd name="T27" fmla="*/ 120 h 272"/>
                <a:gd name="T28" fmla="*/ 143 w 163"/>
                <a:gd name="T29" fmla="*/ 131 h 272"/>
                <a:gd name="T30" fmla="*/ 126 w 163"/>
                <a:gd name="T31" fmla="*/ 131 h 272"/>
                <a:gd name="T32" fmla="*/ 109 w 163"/>
                <a:gd name="T33" fmla="*/ 85 h 272"/>
                <a:gd name="T34" fmla="*/ 112 w 163"/>
                <a:gd name="T35" fmla="*/ 72 h 272"/>
                <a:gd name="T36" fmla="*/ 84 w 163"/>
                <a:gd name="T37" fmla="*/ 39 h 272"/>
                <a:gd name="T38" fmla="*/ 84 w 163"/>
                <a:gd name="T39" fmla="*/ 0 h 272"/>
                <a:gd name="T40" fmla="*/ 75 w 163"/>
                <a:gd name="T41" fmla="*/ 0 h 272"/>
                <a:gd name="T42" fmla="*/ 75 w 163"/>
                <a:gd name="T43" fmla="*/ 39 h 272"/>
                <a:gd name="T44" fmla="*/ 46 w 163"/>
                <a:gd name="T45" fmla="*/ 72 h 272"/>
                <a:gd name="T46" fmla="*/ 52 w 163"/>
                <a:gd name="T47" fmla="*/ 90 h 272"/>
                <a:gd name="T48" fmla="*/ 37 w 163"/>
                <a:gd name="T49" fmla="*/ 131 h 272"/>
                <a:gd name="T50" fmla="*/ 19 w 163"/>
                <a:gd name="T51" fmla="*/ 131 h 272"/>
                <a:gd name="T52" fmla="*/ 19 w 163"/>
                <a:gd name="T53" fmla="*/ 120 h 272"/>
                <a:gd name="T54" fmla="*/ 12 w 163"/>
                <a:gd name="T55" fmla="*/ 120 h 272"/>
                <a:gd name="T56" fmla="*/ 12 w 163"/>
                <a:gd name="T57" fmla="*/ 149 h 272"/>
                <a:gd name="T58" fmla="*/ 19 w 163"/>
                <a:gd name="T59" fmla="*/ 149 h 272"/>
                <a:gd name="T60" fmla="*/ 19 w 163"/>
                <a:gd name="T61" fmla="*/ 138 h 272"/>
                <a:gd name="T62" fmla="*/ 34 w 163"/>
                <a:gd name="T63" fmla="*/ 138 h 272"/>
                <a:gd name="T64" fmla="*/ 8 w 163"/>
                <a:gd name="T65" fmla="*/ 209 h 272"/>
                <a:gd name="T66" fmla="*/ 10 w 163"/>
                <a:gd name="T67" fmla="*/ 229 h 272"/>
                <a:gd name="T68" fmla="*/ 0 w 163"/>
                <a:gd name="T69" fmla="*/ 272 h 272"/>
                <a:gd name="T70" fmla="*/ 22 w 163"/>
                <a:gd name="T71" fmla="*/ 234 h 272"/>
                <a:gd name="T72" fmla="*/ 80 w 163"/>
                <a:gd name="T73" fmla="*/ 49 h 272"/>
                <a:gd name="T74" fmla="*/ 103 w 163"/>
                <a:gd name="T75" fmla="*/ 72 h 272"/>
                <a:gd name="T76" fmla="*/ 80 w 163"/>
                <a:gd name="T77" fmla="*/ 95 h 272"/>
                <a:gd name="T78" fmla="*/ 57 w 163"/>
                <a:gd name="T79" fmla="*/ 72 h 272"/>
                <a:gd name="T80" fmla="*/ 80 w 163"/>
                <a:gd name="T81" fmla="*/ 49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3" h="272">
                  <a:moveTo>
                    <a:pt x="22" y="234"/>
                  </a:moveTo>
                  <a:cubicBezTo>
                    <a:pt x="37" y="219"/>
                    <a:pt x="37" y="219"/>
                    <a:pt x="37" y="219"/>
                  </a:cubicBezTo>
                  <a:cubicBezTo>
                    <a:pt x="81" y="107"/>
                    <a:pt x="81" y="107"/>
                    <a:pt x="81" y="107"/>
                  </a:cubicBezTo>
                  <a:cubicBezTo>
                    <a:pt x="125" y="219"/>
                    <a:pt x="125" y="219"/>
                    <a:pt x="125" y="219"/>
                  </a:cubicBezTo>
                  <a:cubicBezTo>
                    <a:pt x="141" y="234"/>
                    <a:pt x="141" y="234"/>
                    <a:pt x="141" y="234"/>
                  </a:cubicBezTo>
                  <a:cubicBezTo>
                    <a:pt x="163" y="272"/>
                    <a:pt x="163" y="272"/>
                    <a:pt x="163" y="272"/>
                  </a:cubicBezTo>
                  <a:cubicBezTo>
                    <a:pt x="153" y="229"/>
                    <a:pt x="153" y="229"/>
                    <a:pt x="153" y="229"/>
                  </a:cubicBezTo>
                  <a:cubicBezTo>
                    <a:pt x="155" y="209"/>
                    <a:pt x="155" y="209"/>
                    <a:pt x="155" y="209"/>
                  </a:cubicBezTo>
                  <a:cubicBezTo>
                    <a:pt x="129" y="138"/>
                    <a:pt x="129" y="138"/>
                    <a:pt x="129" y="138"/>
                  </a:cubicBezTo>
                  <a:cubicBezTo>
                    <a:pt x="143" y="138"/>
                    <a:pt x="143" y="138"/>
                    <a:pt x="143" y="138"/>
                  </a:cubicBezTo>
                  <a:cubicBezTo>
                    <a:pt x="143" y="149"/>
                    <a:pt x="143" y="149"/>
                    <a:pt x="143" y="149"/>
                  </a:cubicBezTo>
                  <a:cubicBezTo>
                    <a:pt x="150" y="149"/>
                    <a:pt x="150" y="149"/>
                    <a:pt x="150" y="149"/>
                  </a:cubicBezTo>
                  <a:cubicBezTo>
                    <a:pt x="150" y="120"/>
                    <a:pt x="150" y="120"/>
                    <a:pt x="150" y="120"/>
                  </a:cubicBezTo>
                  <a:cubicBezTo>
                    <a:pt x="143" y="120"/>
                    <a:pt x="143" y="120"/>
                    <a:pt x="143" y="120"/>
                  </a:cubicBezTo>
                  <a:cubicBezTo>
                    <a:pt x="143" y="131"/>
                    <a:pt x="143" y="131"/>
                    <a:pt x="143" y="131"/>
                  </a:cubicBezTo>
                  <a:cubicBezTo>
                    <a:pt x="126" y="131"/>
                    <a:pt x="126" y="131"/>
                    <a:pt x="126" y="131"/>
                  </a:cubicBezTo>
                  <a:cubicBezTo>
                    <a:pt x="109" y="85"/>
                    <a:pt x="109" y="85"/>
                    <a:pt x="109" y="85"/>
                  </a:cubicBezTo>
                  <a:cubicBezTo>
                    <a:pt x="111" y="81"/>
                    <a:pt x="112" y="77"/>
                    <a:pt x="112" y="72"/>
                  </a:cubicBezTo>
                  <a:cubicBezTo>
                    <a:pt x="112" y="55"/>
                    <a:pt x="100" y="42"/>
                    <a:pt x="84" y="39"/>
                  </a:cubicBezTo>
                  <a:cubicBezTo>
                    <a:pt x="84" y="0"/>
                    <a:pt x="84" y="0"/>
                    <a:pt x="84" y="0"/>
                  </a:cubicBezTo>
                  <a:cubicBezTo>
                    <a:pt x="75" y="0"/>
                    <a:pt x="75" y="0"/>
                    <a:pt x="75" y="0"/>
                  </a:cubicBezTo>
                  <a:cubicBezTo>
                    <a:pt x="75" y="39"/>
                    <a:pt x="75" y="39"/>
                    <a:pt x="75" y="39"/>
                  </a:cubicBezTo>
                  <a:cubicBezTo>
                    <a:pt x="59" y="42"/>
                    <a:pt x="46" y="55"/>
                    <a:pt x="46" y="72"/>
                  </a:cubicBezTo>
                  <a:cubicBezTo>
                    <a:pt x="46" y="79"/>
                    <a:pt x="48" y="85"/>
                    <a:pt x="52" y="90"/>
                  </a:cubicBezTo>
                  <a:cubicBezTo>
                    <a:pt x="37" y="131"/>
                    <a:pt x="37" y="131"/>
                    <a:pt x="37" y="131"/>
                  </a:cubicBezTo>
                  <a:cubicBezTo>
                    <a:pt x="19" y="131"/>
                    <a:pt x="19" y="131"/>
                    <a:pt x="19" y="131"/>
                  </a:cubicBezTo>
                  <a:cubicBezTo>
                    <a:pt x="19" y="120"/>
                    <a:pt x="19" y="120"/>
                    <a:pt x="19" y="120"/>
                  </a:cubicBezTo>
                  <a:cubicBezTo>
                    <a:pt x="12" y="120"/>
                    <a:pt x="12" y="120"/>
                    <a:pt x="12" y="120"/>
                  </a:cubicBezTo>
                  <a:cubicBezTo>
                    <a:pt x="12" y="149"/>
                    <a:pt x="12" y="149"/>
                    <a:pt x="12" y="149"/>
                  </a:cubicBezTo>
                  <a:cubicBezTo>
                    <a:pt x="19" y="149"/>
                    <a:pt x="19" y="149"/>
                    <a:pt x="19" y="149"/>
                  </a:cubicBezTo>
                  <a:cubicBezTo>
                    <a:pt x="19" y="138"/>
                    <a:pt x="19" y="138"/>
                    <a:pt x="19" y="138"/>
                  </a:cubicBezTo>
                  <a:cubicBezTo>
                    <a:pt x="34" y="138"/>
                    <a:pt x="34" y="138"/>
                    <a:pt x="34" y="138"/>
                  </a:cubicBezTo>
                  <a:cubicBezTo>
                    <a:pt x="8" y="209"/>
                    <a:pt x="8" y="209"/>
                    <a:pt x="8" y="209"/>
                  </a:cubicBezTo>
                  <a:cubicBezTo>
                    <a:pt x="10" y="229"/>
                    <a:pt x="10" y="229"/>
                    <a:pt x="10" y="229"/>
                  </a:cubicBezTo>
                  <a:cubicBezTo>
                    <a:pt x="0" y="272"/>
                    <a:pt x="0" y="272"/>
                    <a:pt x="0" y="272"/>
                  </a:cubicBezTo>
                  <a:lnTo>
                    <a:pt x="22" y="234"/>
                  </a:lnTo>
                  <a:close/>
                  <a:moveTo>
                    <a:pt x="80" y="49"/>
                  </a:moveTo>
                  <a:cubicBezTo>
                    <a:pt x="92" y="49"/>
                    <a:pt x="103" y="59"/>
                    <a:pt x="103" y="72"/>
                  </a:cubicBezTo>
                  <a:cubicBezTo>
                    <a:pt x="103" y="84"/>
                    <a:pt x="92" y="95"/>
                    <a:pt x="80" y="95"/>
                  </a:cubicBezTo>
                  <a:cubicBezTo>
                    <a:pt x="67" y="95"/>
                    <a:pt x="57" y="84"/>
                    <a:pt x="57" y="72"/>
                  </a:cubicBezTo>
                  <a:cubicBezTo>
                    <a:pt x="57" y="59"/>
                    <a:pt x="67" y="49"/>
                    <a:pt x="8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0" name="Oval 7"/>
            <p:cNvSpPr>
              <a:spLocks noChangeArrowheads="1"/>
            </p:cNvSpPr>
            <p:nvPr>
              <p:custDataLst>
                <p:tags r:id="rId17"/>
              </p:custDataLst>
            </p:nvPr>
          </p:nvSpPr>
          <p:spPr bwMode="auto">
            <a:xfrm>
              <a:off x="1742" y="460"/>
              <a:ext cx="52" cy="5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1" name="Freeform 8"/>
            <p:cNvSpPr/>
            <p:nvPr>
              <p:custDataLst>
                <p:tags r:id="rId18"/>
              </p:custDataLst>
            </p:nvPr>
          </p:nvSpPr>
          <p:spPr bwMode="auto">
            <a:xfrm>
              <a:off x="1599" y="965"/>
              <a:ext cx="345" cy="77"/>
            </a:xfrm>
            <a:custGeom>
              <a:avLst/>
              <a:gdLst>
                <a:gd name="T0" fmla="*/ 3 w 145"/>
                <a:gd name="T1" fmla="*/ 0 h 32"/>
                <a:gd name="T2" fmla="*/ 0 w 145"/>
                <a:gd name="T3" fmla="*/ 5 h 32"/>
                <a:gd name="T4" fmla="*/ 74 w 145"/>
                <a:gd name="T5" fmla="*/ 20 h 32"/>
                <a:gd name="T6" fmla="*/ 145 w 145"/>
                <a:gd name="T7" fmla="*/ 5 h 32"/>
                <a:gd name="T8" fmla="*/ 142 w 145"/>
                <a:gd name="T9" fmla="*/ 0 h 32"/>
                <a:gd name="T10" fmla="*/ 3 w 145"/>
                <a:gd name="T11" fmla="*/ 0 h 32"/>
              </a:gdLst>
              <a:ahLst/>
              <a:cxnLst>
                <a:cxn ang="0">
                  <a:pos x="T0" y="T1"/>
                </a:cxn>
                <a:cxn ang="0">
                  <a:pos x="T2" y="T3"/>
                </a:cxn>
                <a:cxn ang="0">
                  <a:pos x="T4" y="T5"/>
                </a:cxn>
                <a:cxn ang="0">
                  <a:pos x="T6" y="T7"/>
                </a:cxn>
                <a:cxn ang="0">
                  <a:pos x="T8" y="T9"/>
                </a:cxn>
                <a:cxn ang="0">
                  <a:pos x="T10" y="T11"/>
                </a:cxn>
              </a:cxnLst>
              <a:rect l="0" t="0" r="r" b="b"/>
              <a:pathLst>
                <a:path w="145" h="32">
                  <a:moveTo>
                    <a:pt x="3" y="0"/>
                  </a:moveTo>
                  <a:cubicBezTo>
                    <a:pt x="0" y="5"/>
                    <a:pt x="0" y="5"/>
                    <a:pt x="0" y="5"/>
                  </a:cubicBezTo>
                  <a:cubicBezTo>
                    <a:pt x="1" y="5"/>
                    <a:pt x="32" y="20"/>
                    <a:pt x="74" y="20"/>
                  </a:cubicBezTo>
                  <a:cubicBezTo>
                    <a:pt x="96" y="20"/>
                    <a:pt x="120" y="16"/>
                    <a:pt x="145" y="5"/>
                  </a:cubicBezTo>
                  <a:cubicBezTo>
                    <a:pt x="142" y="0"/>
                    <a:pt x="142" y="0"/>
                    <a:pt x="142" y="0"/>
                  </a:cubicBezTo>
                  <a:cubicBezTo>
                    <a:pt x="71" y="32"/>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2" name="Freeform 9"/>
            <p:cNvSpPr/>
            <p:nvPr>
              <p:custDataLst>
                <p:tags r:id="rId19"/>
              </p:custDataLst>
            </p:nvPr>
          </p:nvSpPr>
          <p:spPr bwMode="auto">
            <a:xfrm>
              <a:off x="1944" y="751"/>
              <a:ext cx="341" cy="150"/>
            </a:xfrm>
            <a:custGeom>
              <a:avLst/>
              <a:gdLst>
                <a:gd name="T0" fmla="*/ 70 w 143"/>
                <a:gd name="T1" fmla="*/ 7 h 63"/>
                <a:gd name="T2" fmla="*/ 54 w 143"/>
                <a:gd name="T3" fmla="*/ 8 h 63"/>
                <a:gd name="T4" fmla="*/ 61 w 143"/>
                <a:gd name="T5" fmla="*/ 1 h 63"/>
                <a:gd name="T6" fmla="*/ 70 w 143"/>
                <a:gd name="T7" fmla="*/ 0 h 63"/>
                <a:gd name="T8" fmla="*/ 142 w 143"/>
                <a:gd name="T9" fmla="*/ 59 h 63"/>
                <a:gd name="T10" fmla="*/ 143 w 143"/>
                <a:gd name="T11" fmla="*/ 63 h 63"/>
                <a:gd name="T12" fmla="*/ 0 w 143"/>
                <a:gd name="T13" fmla="*/ 63 h 63"/>
                <a:gd name="T14" fmla="*/ 6 w 143"/>
                <a:gd name="T15" fmla="*/ 57 h 63"/>
                <a:gd name="T16" fmla="*/ 135 w 143"/>
                <a:gd name="T17" fmla="*/ 57 h 63"/>
                <a:gd name="T18" fmla="*/ 70 w 143"/>
                <a:gd name="T19" fmla="*/ 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3" h="63">
                  <a:moveTo>
                    <a:pt x="70" y="7"/>
                  </a:moveTo>
                  <a:cubicBezTo>
                    <a:pt x="64" y="7"/>
                    <a:pt x="59" y="7"/>
                    <a:pt x="54" y="8"/>
                  </a:cubicBezTo>
                  <a:cubicBezTo>
                    <a:pt x="61" y="1"/>
                    <a:pt x="61" y="1"/>
                    <a:pt x="61" y="1"/>
                  </a:cubicBezTo>
                  <a:cubicBezTo>
                    <a:pt x="64" y="1"/>
                    <a:pt x="67" y="0"/>
                    <a:pt x="70" y="0"/>
                  </a:cubicBezTo>
                  <a:cubicBezTo>
                    <a:pt x="104" y="0"/>
                    <a:pt x="135" y="25"/>
                    <a:pt x="142" y="59"/>
                  </a:cubicBezTo>
                  <a:cubicBezTo>
                    <a:pt x="143" y="63"/>
                    <a:pt x="143" y="63"/>
                    <a:pt x="143" y="63"/>
                  </a:cubicBezTo>
                  <a:cubicBezTo>
                    <a:pt x="0" y="63"/>
                    <a:pt x="0" y="63"/>
                    <a:pt x="0" y="63"/>
                  </a:cubicBezTo>
                  <a:cubicBezTo>
                    <a:pt x="6" y="57"/>
                    <a:pt x="6" y="57"/>
                    <a:pt x="6" y="57"/>
                  </a:cubicBezTo>
                  <a:cubicBezTo>
                    <a:pt x="135" y="57"/>
                    <a:pt x="135" y="57"/>
                    <a:pt x="135" y="57"/>
                  </a:cubicBezTo>
                  <a:cubicBezTo>
                    <a:pt x="127" y="27"/>
                    <a:pt x="100" y="7"/>
                    <a:pt x="7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3" name="Freeform 10"/>
            <p:cNvSpPr/>
            <p:nvPr>
              <p:custDataLst>
                <p:tags r:id="rId20"/>
              </p:custDataLst>
            </p:nvPr>
          </p:nvSpPr>
          <p:spPr bwMode="auto">
            <a:xfrm>
              <a:off x="1873" y="684"/>
              <a:ext cx="486" cy="288"/>
            </a:xfrm>
            <a:custGeom>
              <a:avLst/>
              <a:gdLst>
                <a:gd name="T0" fmla="*/ 14 w 204"/>
                <a:gd name="T1" fmla="*/ 115 h 121"/>
                <a:gd name="T2" fmla="*/ 15 w 204"/>
                <a:gd name="T3" fmla="*/ 106 h 121"/>
                <a:gd name="T4" fmla="*/ 16 w 204"/>
                <a:gd name="T5" fmla="*/ 115 h 121"/>
                <a:gd name="T6" fmla="*/ 22 w 204"/>
                <a:gd name="T7" fmla="*/ 106 h 121"/>
                <a:gd name="T8" fmla="*/ 24 w 204"/>
                <a:gd name="T9" fmla="*/ 115 h 121"/>
                <a:gd name="T10" fmla="*/ 29 w 204"/>
                <a:gd name="T11" fmla="*/ 97 h 121"/>
                <a:gd name="T12" fmla="*/ 31 w 204"/>
                <a:gd name="T13" fmla="*/ 115 h 121"/>
                <a:gd name="T14" fmla="*/ 36 w 204"/>
                <a:gd name="T15" fmla="*/ 106 h 121"/>
                <a:gd name="T16" fmla="*/ 38 w 204"/>
                <a:gd name="T17" fmla="*/ 115 h 121"/>
                <a:gd name="T18" fmla="*/ 45 w 204"/>
                <a:gd name="T19" fmla="*/ 106 h 121"/>
                <a:gd name="T20" fmla="*/ 47 w 204"/>
                <a:gd name="T21" fmla="*/ 115 h 121"/>
                <a:gd name="T22" fmla="*/ 52 w 204"/>
                <a:gd name="T23" fmla="*/ 106 h 121"/>
                <a:gd name="T24" fmla="*/ 55 w 204"/>
                <a:gd name="T25" fmla="*/ 115 h 121"/>
                <a:gd name="T26" fmla="*/ 60 w 204"/>
                <a:gd name="T27" fmla="*/ 97 h 121"/>
                <a:gd name="T28" fmla="*/ 62 w 204"/>
                <a:gd name="T29" fmla="*/ 115 h 121"/>
                <a:gd name="T30" fmla="*/ 68 w 204"/>
                <a:gd name="T31" fmla="*/ 106 h 121"/>
                <a:gd name="T32" fmla="*/ 70 w 204"/>
                <a:gd name="T33" fmla="*/ 115 h 121"/>
                <a:gd name="T34" fmla="*/ 76 w 204"/>
                <a:gd name="T35" fmla="*/ 106 h 121"/>
                <a:gd name="T36" fmla="*/ 79 w 204"/>
                <a:gd name="T37" fmla="*/ 115 h 121"/>
                <a:gd name="T38" fmla="*/ 84 w 204"/>
                <a:gd name="T39" fmla="*/ 106 h 121"/>
                <a:gd name="T40" fmla="*/ 86 w 204"/>
                <a:gd name="T41" fmla="*/ 115 h 121"/>
                <a:gd name="T42" fmla="*/ 92 w 204"/>
                <a:gd name="T43" fmla="*/ 97 h 121"/>
                <a:gd name="T44" fmla="*/ 94 w 204"/>
                <a:gd name="T45" fmla="*/ 115 h 121"/>
                <a:gd name="T46" fmla="*/ 99 w 204"/>
                <a:gd name="T47" fmla="*/ 106 h 121"/>
                <a:gd name="T48" fmla="*/ 102 w 204"/>
                <a:gd name="T49" fmla="*/ 115 h 121"/>
                <a:gd name="T50" fmla="*/ 108 w 204"/>
                <a:gd name="T51" fmla="*/ 106 h 121"/>
                <a:gd name="T52" fmla="*/ 110 w 204"/>
                <a:gd name="T53" fmla="*/ 115 h 121"/>
                <a:gd name="T54" fmla="*/ 116 w 204"/>
                <a:gd name="T55" fmla="*/ 106 h 121"/>
                <a:gd name="T56" fmla="*/ 118 w 204"/>
                <a:gd name="T57" fmla="*/ 115 h 121"/>
                <a:gd name="T58" fmla="*/ 123 w 204"/>
                <a:gd name="T59" fmla="*/ 97 h 121"/>
                <a:gd name="T60" fmla="*/ 125 w 204"/>
                <a:gd name="T61" fmla="*/ 115 h 121"/>
                <a:gd name="T62" fmla="*/ 130 w 204"/>
                <a:gd name="T63" fmla="*/ 106 h 121"/>
                <a:gd name="T64" fmla="*/ 132 w 204"/>
                <a:gd name="T65" fmla="*/ 115 h 121"/>
                <a:gd name="T66" fmla="*/ 138 w 204"/>
                <a:gd name="T67" fmla="*/ 106 h 121"/>
                <a:gd name="T68" fmla="*/ 141 w 204"/>
                <a:gd name="T69" fmla="*/ 115 h 121"/>
                <a:gd name="T70" fmla="*/ 146 w 204"/>
                <a:gd name="T71" fmla="*/ 106 h 121"/>
                <a:gd name="T72" fmla="*/ 148 w 204"/>
                <a:gd name="T73" fmla="*/ 115 h 121"/>
                <a:gd name="T74" fmla="*/ 154 w 204"/>
                <a:gd name="T75" fmla="*/ 97 h 121"/>
                <a:gd name="T76" fmla="*/ 156 w 204"/>
                <a:gd name="T77" fmla="*/ 115 h 121"/>
                <a:gd name="T78" fmla="*/ 162 w 204"/>
                <a:gd name="T79" fmla="*/ 106 h 121"/>
                <a:gd name="T80" fmla="*/ 164 w 204"/>
                <a:gd name="T81" fmla="*/ 115 h 121"/>
                <a:gd name="T82" fmla="*/ 170 w 204"/>
                <a:gd name="T83" fmla="*/ 106 h 121"/>
                <a:gd name="T84" fmla="*/ 172 w 204"/>
                <a:gd name="T85" fmla="*/ 115 h 121"/>
                <a:gd name="T86" fmla="*/ 178 w 204"/>
                <a:gd name="T87" fmla="*/ 106 h 121"/>
                <a:gd name="T88" fmla="*/ 180 w 204"/>
                <a:gd name="T89" fmla="*/ 115 h 121"/>
                <a:gd name="T90" fmla="*/ 186 w 204"/>
                <a:gd name="T91" fmla="*/ 97 h 121"/>
                <a:gd name="T92" fmla="*/ 188 w 204"/>
                <a:gd name="T93" fmla="*/ 115 h 121"/>
                <a:gd name="T94" fmla="*/ 198 w 204"/>
                <a:gd name="T95" fmla="*/ 103 h 121"/>
                <a:gd name="T96" fmla="*/ 120 w 204"/>
                <a:gd name="T97" fmla="*/ 0 h 121"/>
                <a:gd name="T98" fmla="*/ 204 w 204"/>
                <a:gd name="T99" fmla="*/ 121 h 121"/>
                <a:gd name="T100" fmla="*/ 8 w 204"/>
                <a:gd name="T101" fmla="*/ 11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4" h="121">
                  <a:moveTo>
                    <a:pt x="8" y="115"/>
                  </a:moveTo>
                  <a:cubicBezTo>
                    <a:pt x="14" y="115"/>
                    <a:pt x="14" y="115"/>
                    <a:pt x="14" y="115"/>
                  </a:cubicBezTo>
                  <a:cubicBezTo>
                    <a:pt x="14" y="106"/>
                    <a:pt x="14" y="106"/>
                    <a:pt x="14" y="106"/>
                  </a:cubicBezTo>
                  <a:cubicBezTo>
                    <a:pt x="15" y="106"/>
                    <a:pt x="15" y="106"/>
                    <a:pt x="15" y="106"/>
                  </a:cubicBezTo>
                  <a:cubicBezTo>
                    <a:pt x="16" y="106"/>
                    <a:pt x="16" y="106"/>
                    <a:pt x="16" y="106"/>
                  </a:cubicBezTo>
                  <a:cubicBezTo>
                    <a:pt x="16" y="115"/>
                    <a:pt x="16" y="115"/>
                    <a:pt x="16" y="115"/>
                  </a:cubicBezTo>
                  <a:cubicBezTo>
                    <a:pt x="22" y="115"/>
                    <a:pt x="22" y="115"/>
                    <a:pt x="22" y="115"/>
                  </a:cubicBezTo>
                  <a:cubicBezTo>
                    <a:pt x="22" y="106"/>
                    <a:pt x="22" y="106"/>
                    <a:pt x="22" y="106"/>
                  </a:cubicBezTo>
                  <a:cubicBezTo>
                    <a:pt x="24" y="106"/>
                    <a:pt x="24" y="106"/>
                    <a:pt x="24" y="106"/>
                  </a:cubicBezTo>
                  <a:cubicBezTo>
                    <a:pt x="24" y="115"/>
                    <a:pt x="24" y="115"/>
                    <a:pt x="24" y="115"/>
                  </a:cubicBezTo>
                  <a:cubicBezTo>
                    <a:pt x="29" y="115"/>
                    <a:pt x="29" y="115"/>
                    <a:pt x="29" y="115"/>
                  </a:cubicBezTo>
                  <a:cubicBezTo>
                    <a:pt x="29" y="97"/>
                    <a:pt x="29" y="97"/>
                    <a:pt x="29" y="97"/>
                  </a:cubicBezTo>
                  <a:cubicBezTo>
                    <a:pt x="31" y="97"/>
                    <a:pt x="31" y="97"/>
                    <a:pt x="31" y="97"/>
                  </a:cubicBezTo>
                  <a:cubicBezTo>
                    <a:pt x="31" y="115"/>
                    <a:pt x="31" y="115"/>
                    <a:pt x="31" y="115"/>
                  </a:cubicBezTo>
                  <a:cubicBezTo>
                    <a:pt x="36" y="115"/>
                    <a:pt x="36" y="115"/>
                    <a:pt x="36" y="115"/>
                  </a:cubicBezTo>
                  <a:cubicBezTo>
                    <a:pt x="36" y="106"/>
                    <a:pt x="36" y="106"/>
                    <a:pt x="36" y="106"/>
                  </a:cubicBezTo>
                  <a:cubicBezTo>
                    <a:pt x="38" y="106"/>
                    <a:pt x="38" y="106"/>
                    <a:pt x="38" y="106"/>
                  </a:cubicBezTo>
                  <a:cubicBezTo>
                    <a:pt x="38" y="115"/>
                    <a:pt x="38" y="115"/>
                    <a:pt x="38" y="115"/>
                  </a:cubicBezTo>
                  <a:cubicBezTo>
                    <a:pt x="45" y="115"/>
                    <a:pt x="45" y="115"/>
                    <a:pt x="45" y="115"/>
                  </a:cubicBezTo>
                  <a:cubicBezTo>
                    <a:pt x="45" y="106"/>
                    <a:pt x="45" y="106"/>
                    <a:pt x="45" y="106"/>
                  </a:cubicBezTo>
                  <a:cubicBezTo>
                    <a:pt x="47" y="106"/>
                    <a:pt x="47" y="106"/>
                    <a:pt x="47" y="106"/>
                  </a:cubicBezTo>
                  <a:cubicBezTo>
                    <a:pt x="47" y="115"/>
                    <a:pt x="47" y="115"/>
                    <a:pt x="47" y="115"/>
                  </a:cubicBezTo>
                  <a:cubicBezTo>
                    <a:pt x="52" y="115"/>
                    <a:pt x="52" y="115"/>
                    <a:pt x="52" y="115"/>
                  </a:cubicBezTo>
                  <a:cubicBezTo>
                    <a:pt x="52" y="106"/>
                    <a:pt x="52" y="106"/>
                    <a:pt x="52" y="106"/>
                  </a:cubicBezTo>
                  <a:cubicBezTo>
                    <a:pt x="55" y="106"/>
                    <a:pt x="55" y="106"/>
                    <a:pt x="55" y="106"/>
                  </a:cubicBezTo>
                  <a:cubicBezTo>
                    <a:pt x="55" y="115"/>
                    <a:pt x="55" y="115"/>
                    <a:pt x="55" y="115"/>
                  </a:cubicBezTo>
                  <a:cubicBezTo>
                    <a:pt x="60" y="115"/>
                    <a:pt x="60" y="115"/>
                    <a:pt x="60" y="115"/>
                  </a:cubicBezTo>
                  <a:cubicBezTo>
                    <a:pt x="60" y="97"/>
                    <a:pt x="60" y="97"/>
                    <a:pt x="60" y="97"/>
                  </a:cubicBezTo>
                  <a:cubicBezTo>
                    <a:pt x="62" y="97"/>
                    <a:pt x="62" y="97"/>
                    <a:pt x="62" y="97"/>
                  </a:cubicBezTo>
                  <a:cubicBezTo>
                    <a:pt x="62" y="115"/>
                    <a:pt x="62" y="115"/>
                    <a:pt x="62" y="115"/>
                  </a:cubicBezTo>
                  <a:cubicBezTo>
                    <a:pt x="68" y="115"/>
                    <a:pt x="68" y="115"/>
                    <a:pt x="68" y="115"/>
                  </a:cubicBezTo>
                  <a:cubicBezTo>
                    <a:pt x="68" y="106"/>
                    <a:pt x="68" y="106"/>
                    <a:pt x="68" y="106"/>
                  </a:cubicBezTo>
                  <a:cubicBezTo>
                    <a:pt x="70" y="106"/>
                    <a:pt x="70" y="106"/>
                    <a:pt x="70" y="106"/>
                  </a:cubicBezTo>
                  <a:cubicBezTo>
                    <a:pt x="70" y="115"/>
                    <a:pt x="70" y="115"/>
                    <a:pt x="70" y="115"/>
                  </a:cubicBezTo>
                  <a:cubicBezTo>
                    <a:pt x="76" y="115"/>
                    <a:pt x="76" y="115"/>
                    <a:pt x="76" y="115"/>
                  </a:cubicBezTo>
                  <a:cubicBezTo>
                    <a:pt x="76" y="106"/>
                    <a:pt x="76" y="106"/>
                    <a:pt x="76" y="106"/>
                  </a:cubicBezTo>
                  <a:cubicBezTo>
                    <a:pt x="79" y="106"/>
                    <a:pt x="79" y="106"/>
                    <a:pt x="79" y="106"/>
                  </a:cubicBezTo>
                  <a:cubicBezTo>
                    <a:pt x="79" y="115"/>
                    <a:pt x="79" y="115"/>
                    <a:pt x="79" y="115"/>
                  </a:cubicBezTo>
                  <a:cubicBezTo>
                    <a:pt x="84" y="115"/>
                    <a:pt x="84" y="115"/>
                    <a:pt x="84" y="115"/>
                  </a:cubicBezTo>
                  <a:cubicBezTo>
                    <a:pt x="84" y="106"/>
                    <a:pt x="84" y="106"/>
                    <a:pt x="84" y="106"/>
                  </a:cubicBezTo>
                  <a:cubicBezTo>
                    <a:pt x="86" y="106"/>
                    <a:pt x="86" y="106"/>
                    <a:pt x="86" y="106"/>
                  </a:cubicBezTo>
                  <a:cubicBezTo>
                    <a:pt x="86" y="115"/>
                    <a:pt x="86" y="115"/>
                    <a:pt x="86" y="115"/>
                  </a:cubicBezTo>
                  <a:cubicBezTo>
                    <a:pt x="92" y="115"/>
                    <a:pt x="92" y="115"/>
                    <a:pt x="92" y="115"/>
                  </a:cubicBezTo>
                  <a:cubicBezTo>
                    <a:pt x="92" y="97"/>
                    <a:pt x="92" y="97"/>
                    <a:pt x="92" y="97"/>
                  </a:cubicBezTo>
                  <a:cubicBezTo>
                    <a:pt x="94" y="97"/>
                    <a:pt x="94" y="97"/>
                    <a:pt x="94" y="97"/>
                  </a:cubicBezTo>
                  <a:cubicBezTo>
                    <a:pt x="94" y="115"/>
                    <a:pt x="94" y="115"/>
                    <a:pt x="94" y="115"/>
                  </a:cubicBezTo>
                  <a:cubicBezTo>
                    <a:pt x="99" y="115"/>
                    <a:pt x="99" y="115"/>
                    <a:pt x="99" y="115"/>
                  </a:cubicBezTo>
                  <a:cubicBezTo>
                    <a:pt x="99" y="106"/>
                    <a:pt x="99" y="106"/>
                    <a:pt x="99" y="106"/>
                  </a:cubicBezTo>
                  <a:cubicBezTo>
                    <a:pt x="102" y="106"/>
                    <a:pt x="102" y="106"/>
                    <a:pt x="102" y="106"/>
                  </a:cubicBezTo>
                  <a:cubicBezTo>
                    <a:pt x="102" y="115"/>
                    <a:pt x="102" y="115"/>
                    <a:pt x="102" y="115"/>
                  </a:cubicBezTo>
                  <a:cubicBezTo>
                    <a:pt x="108" y="115"/>
                    <a:pt x="108" y="115"/>
                    <a:pt x="108" y="115"/>
                  </a:cubicBezTo>
                  <a:cubicBezTo>
                    <a:pt x="108" y="106"/>
                    <a:pt x="108" y="106"/>
                    <a:pt x="108" y="106"/>
                  </a:cubicBezTo>
                  <a:cubicBezTo>
                    <a:pt x="110" y="106"/>
                    <a:pt x="110" y="106"/>
                    <a:pt x="110" y="106"/>
                  </a:cubicBezTo>
                  <a:cubicBezTo>
                    <a:pt x="110" y="115"/>
                    <a:pt x="110" y="115"/>
                    <a:pt x="110" y="115"/>
                  </a:cubicBezTo>
                  <a:cubicBezTo>
                    <a:pt x="116" y="115"/>
                    <a:pt x="116" y="115"/>
                    <a:pt x="116" y="115"/>
                  </a:cubicBezTo>
                  <a:cubicBezTo>
                    <a:pt x="116" y="106"/>
                    <a:pt x="116" y="106"/>
                    <a:pt x="116" y="106"/>
                  </a:cubicBezTo>
                  <a:cubicBezTo>
                    <a:pt x="118" y="106"/>
                    <a:pt x="118" y="106"/>
                    <a:pt x="118" y="106"/>
                  </a:cubicBezTo>
                  <a:cubicBezTo>
                    <a:pt x="118" y="115"/>
                    <a:pt x="118" y="115"/>
                    <a:pt x="118" y="115"/>
                  </a:cubicBezTo>
                  <a:cubicBezTo>
                    <a:pt x="123" y="115"/>
                    <a:pt x="123" y="115"/>
                    <a:pt x="123" y="115"/>
                  </a:cubicBezTo>
                  <a:cubicBezTo>
                    <a:pt x="123" y="97"/>
                    <a:pt x="123" y="97"/>
                    <a:pt x="123" y="97"/>
                  </a:cubicBezTo>
                  <a:cubicBezTo>
                    <a:pt x="125" y="97"/>
                    <a:pt x="125" y="97"/>
                    <a:pt x="125" y="97"/>
                  </a:cubicBezTo>
                  <a:cubicBezTo>
                    <a:pt x="125" y="115"/>
                    <a:pt x="125" y="115"/>
                    <a:pt x="125" y="115"/>
                  </a:cubicBezTo>
                  <a:cubicBezTo>
                    <a:pt x="130" y="115"/>
                    <a:pt x="130" y="115"/>
                    <a:pt x="130" y="115"/>
                  </a:cubicBezTo>
                  <a:cubicBezTo>
                    <a:pt x="130" y="106"/>
                    <a:pt x="130" y="106"/>
                    <a:pt x="130" y="106"/>
                  </a:cubicBezTo>
                  <a:cubicBezTo>
                    <a:pt x="132" y="106"/>
                    <a:pt x="132" y="106"/>
                    <a:pt x="132" y="106"/>
                  </a:cubicBezTo>
                  <a:cubicBezTo>
                    <a:pt x="132" y="115"/>
                    <a:pt x="132" y="115"/>
                    <a:pt x="132" y="115"/>
                  </a:cubicBezTo>
                  <a:cubicBezTo>
                    <a:pt x="138" y="115"/>
                    <a:pt x="138" y="115"/>
                    <a:pt x="138" y="115"/>
                  </a:cubicBezTo>
                  <a:cubicBezTo>
                    <a:pt x="138" y="106"/>
                    <a:pt x="138" y="106"/>
                    <a:pt x="138" y="106"/>
                  </a:cubicBezTo>
                  <a:cubicBezTo>
                    <a:pt x="141" y="106"/>
                    <a:pt x="141" y="106"/>
                    <a:pt x="141" y="106"/>
                  </a:cubicBezTo>
                  <a:cubicBezTo>
                    <a:pt x="141" y="115"/>
                    <a:pt x="141" y="115"/>
                    <a:pt x="141" y="115"/>
                  </a:cubicBezTo>
                  <a:cubicBezTo>
                    <a:pt x="146" y="115"/>
                    <a:pt x="146" y="115"/>
                    <a:pt x="146" y="115"/>
                  </a:cubicBezTo>
                  <a:cubicBezTo>
                    <a:pt x="146" y="106"/>
                    <a:pt x="146" y="106"/>
                    <a:pt x="146" y="106"/>
                  </a:cubicBezTo>
                  <a:cubicBezTo>
                    <a:pt x="148" y="106"/>
                    <a:pt x="148" y="106"/>
                    <a:pt x="148" y="106"/>
                  </a:cubicBezTo>
                  <a:cubicBezTo>
                    <a:pt x="148" y="115"/>
                    <a:pt x="148" y="115"/>
                    <a:pt x="148" y="115"/>
                  </a:cubicBezTo>
                  <a:cubicBezTo>
                    <a:pt x="154" y="115"/>
                    <a:pt x="154" y="115"/>
                    <a:pt x="154" y="115"/>
                  </a:cubicBezTo>
                  <a:cubicBezTo>
                    <a:pt x="154" y="97"/>
                    <a:pt x="154" y="97"/>
                    <a:pt x="154" y="97"/>
                  </a:cubicBezTo>
                  <a:cubicBezTo>
                    <a:pt x="156" y="97"/>
                    <a:pt x="156" y="97"/>
                    <a:pt x="156" y="97"/>
                  </a:cubicBezTo>
                  <a:cubicBezTo>
                    <a:pt x="156" y="115"/>
                    <a:pt x="156" y="115"/>
                    <a:pt x="156" y="115"/>
                  </a:cubicBezTo>
                  <a:cubicBezTo>
                    <a:pt x="162" y="115"/>
                    <a:pt x="162" y="115"/>
                    <a:pt x="162" y="115"/>
                  </a:cubicBezTo>
                  <a:cubicBezTo>
                    <a:pt x="162" y="106"/>
                    <a:pt x="162" y="106"/>
                    <a:pt x="162" y="106"/>
                  </a:cubicBezTo>
                  <a:cubicBezTo>
                    <a:pt x="164" y="106"/>
                    <a:pt x="164" y="106"/>
                    <a:pt x="164" y="106"/>
                  </a:cubicBezTo>
                  <a:cubicBezTo>
                    <a:pt x="164" y="115"/>
                    <a:pt x="164" y="115"/>
                    <a:pt x="164" y="115"/>
                  </a:cubicBezTo>
                  <a:cubicBezTo>
                    <a:pt x="170" y="115"/>
                    <a:pt x="170" y="115"/>
                    <a:pt x="170" y="115"/>
                  </a:cubicBezTo>
                  <a:cubicBezTo>
                    <a:pt x="170" y="106"/>
                    <a:pt x="170" y="106"/>
                    <a:pt x="170" y="106"/>
                  </a:cubicBezTo>
                  <a:cubicBezTo>
                    <a:pt x="172" y="106"/>
                    <a:pt x="172" y="106"/>
                    <a:pt x="172" y="106"/>
                  </a:cubicBezTo>
                  <a:cubicBezTo>
                    <a:pt x="172" y="115"/>
                    <a:pt x="172" y="115"/>
                    <a:pt x="172" y="115"/>
                  </a:cubicBezTo>
                  <a:cubicBezTo>
                    <a:pt x="178" y="115"/>
                    <a:pt x="178" y="115"/>
                    <a:pt x="178" y="115"/>
                  </a:cubicBezTo>
                  <a:cubicBezTo>
                    <a:pt x="178" y="106"/>
                    <a:pt x="178" y="106"/>
                    <a:pt x="178" y="106"/>
                  </a:cubicBezTo>
                  <a:cubicBezTo>
                    <a:pt x="180" y="106"/>
                    <a:pt x="180" y="106"/>
                    <a:pt x="180" y="106"/>
                  </a:cubicBezTo>
                  <a:cubicBezTo>
                    <a:pt x="180" y="115"/>
                    <a:pt x="180" y="115"/>
                    <a:pt x="180" y="115"/>
                  </a:cubicBezTo>
                  <a:cubicBezTo>
                    <a:pt x="186" y="115"/>
                    <a:pt x="186" y="115"/>
                    <a:pt x="186" y="115"/>
                  </a:cubicBezTo>
                  <a:cubicBezTo>
                    <a:pt x="186" y="97"/>
                    <a:pt x="186" y="97"/>
                    <a:pt x="186" y="97"/>
                  </a:cubicBezTo>
                  <a:cubicBezTo>
                    <a:pt x="188" y="97"/>
                    <a:pt x="188" y="97"/>
                    <a:pt x="188" y="97"/>
                  </a:cubicBezTo>
                  <a:cubicBezTo>
                    <a:pt x="188" y="115"/>
                    <a:pt x="188" y="115"/>
                    <a:pt x="188" y="115"/>
                  </a:cubicBezTo>
                  <a:cubicBezTo>
                    <a:pt x="198" y="115"/>
                    <a:pt x="198" y="115"/>
                    <a:pt x="198" y="115"/>
                  </a:cubicBezTo>
                  <a:cubicBezTo>
                    <a:pt x="198" y="103"/>
                    <a:pt x="198" y="103"/>
                    <a:pt x="198" y="103"/>
                  </a:cubicBezTo>
                  <a:cubicBezTo>
                    <a:pt x="198" y="54"/>
                    <a:pt x="162" y="13"/>
                    <a:pt x="115" y="6"/>
                  </a:cubicBezTo>
                  <a:cubicBezTo>
                    <a:pt x="120" y="0"/>
                    <a:pt x="120" y="0"/>
                    <a:pt x="120" y="0"/>
                  </a:cubicBezTo>
                  <a:cubicBezTo>
                    <a:pt x="168" y="10"/>
                    <a:pt x="204" y="52"/>
                    <a:pt x="204" y="103"/>
                  </a:cubicBezTo>
                  <a:cubicBezTo>
                    <a:pt x="204" y="121"/>
                    <a:pt x="204" y="121"/>
                    <a:pt x="204" y="121"/>
                  </a:cubicBezTo>
                  <a:cubicBezTo>
                    <a:pt x="0" y="121"/>
                    <a:pt x="0" y="121"/>
                    <a:pt x="0" y="121"/>
                  </a:cubicBezTo>
                  <a:cubicBezTo>
                    <a:pt x="8" y="113"/>
                    <a:pt x="8" y="113"/>
                    <a:pt x="8" y="113"/>
                  </a:cubicBezTo>
                  <a:cubicBezTo>
                    <a:pt x="8" y="115"/>
                    <a:pt x="8" y="115"/>
                    <a:pt x="8" y="1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4" name="Freeform 11"/>
            <p:cNvSpPr/>
            <p:nvPr>
              <p:custDataLst>
                <p:tags r:id="rId21"/>
              </p:custDataLst>
            </p:nvPr>
          </p:nvSpPr>
          <p:spPr bwMode="auto">
            <a:xfrm>
              <a:off x="1839" y="415"/>
              <a:ext cx="189" cy="367"/>
            </a:xfrm>
            <a:custGeom>
              <a:avLst/>
              <a:gdLst>
                <a:gd name="T0" fmla="*/ 74 w 79"/>
                <a:gd name="T1" fmla="*/ 78 h 154"/>
                <a:gd name="T2" fmla="*/ 67 w 79"/>
                <a:gd name="T3" fmla="*/ 80 h 154"/>
                <a:gd name="T4" fmla="*/ 70 w 79"/>
                <a:gd name="T5" fmla="*/ 74 h 154"/>
                <a:gd name="T6" fmla="*/ 63 w 79"/>
                <a:gd name="T7" fmla="*/ 76 h 154"/>
                <a:gd name="T8" fmla="*/ 66 w 79"/>
                <a:gd name="T9" fmla="*/ 70 h 154"/>
                <a:gd name="T10" fmla="*/ 60 w 79"/>
                <a:gd name="T11" fmla="*/ 72 h 154"/>
                <a:gd name="T12" fmla="*/ 63 w 79"/>
                <a:gd name="T13" fmla="*/ 67 h 154"/>
                <a:gd name="T14" fmla="*/ 51 w 79"/>
                <a:gd name="T15" fmla="*/ 72 h 154"/>
                <a:gd name="T16" fmla="*/ 59 w 79"/>
                <a:gd name="T17" fmla="*/ 63 h 154"/>
                <a:gd name="T18" fmla="*/ 53 w 79"/>
                <a:gd name="T19" fmla="*/ 65 h 154"/>
                <a:gd name="T20" fmla="*/ 56 w 79"/>
                <a:gd name="T21" fmla="*/ 60 h 154"/>
                <a:gd name="T22" fmla="*/ 49 w 79"/>
                <a:gd name="T23" fmla="*/ 61 h 154"/>
                <a:gd name="T24" fmla="*/ 52 w 79"/>
                <a:gd name="T25" fmla="*/ 56 h 154"/>
                <a:gd name="T26" fmla="*/ 45 w 79"/>
                <a:gd name="T27" fmla="*/ 57 h 154"/>
                <a:gd name="T28" fmla="*/ 48 w 79"/>
                <a:gd name="T29" fmla="*/ 52 h 154"/>
                <a:gd name="T30" fmla="*/ 37 w 79"/>
                <a:gd name="T31" fmla="*/ 58 h 154"/>
                <a:gd name="T32" fmla="*/ 45 w 79"/>
                <a:gd name="T33" fmla="*/ 49 h 154"/>
                <a:gd name="T34" fmla="*/ 38 w 79"/>
                <a:gd name="T35" fmla="*/ 51 h 154"/>
                <a:gd name="T36" fmla="*/ 41 w 79"/>
                <a:gd name="T37" fmla="*/ 45 h 154"/>
                <a:gd name="T38" fmla="*/ 34 w 79"/>
                <a:gd name="T39" fmla="*/ 47 h 154"/>
                <a:gd name="T40" fmla="*/ 37 w 79"/>
                <a:gd name="T41" fmla="*/ 41 h 154"/>
                <a:gd name="T42" fmla="*/ 30 w 79"/>
                <a:gd name="T43" fmla="*/ 43 h 154"/>
                <a:gd name="T44" fmla="*/ 34 w 79"/>
                <a:gd name="T45" fmla="*/ 38 h 154"/>
                <a:gd name="T46" fmla="*/ 22 w 79"/>
                <a:gd name="T47" fmla="*/ 43 h 154"/>
                <a:gd name="T48" fmla="*/ 30 w 79"/>
                <a:gd name="T49" fmla="*/ 34 h 154"/>
                <a:gd name="T50" fmla="*/ 23 w 79"/>
                <a:gd name="T51" fmla="*/ 35 h 154"/>
                <a:gd name="T52" fmla="*/ 26 w 79"/>
                <a:gd name="T53" fmla="*/ 30 h 154"/>
                <a:gd name="T54" fmla="*/ 19 w 79"/>
                <a:gd name="T55" fmla="*/ 31 h 154"/>
                <a:gd name="T56" fmla="*/ 22 w 79"/>
                <a:gd name="T57" fmla="*/ 26 h 154"/>
                <a:gd name="T58" fmla="*/ 15 w 79"/>
                <a:gd name="T59" fmla="*/ 28 h 154"/>
                <a:gd name="T60" fmla="*/ 18 w 79"/>
                <a:gd name="T61" fmla="*/ 22 h 154"/>
                <a:gd name="T62" fmla="*/ 7 w 79"/>
                <a:gd name="T63" fmla="*/ 28 h 154"/>
                <a:gd name="T64" fmla="*/ 15 w 79"/>
                <a:gd name="T65" fmla="*/ 19 h 154"/>
                <a:gd name="T66" fmla="*/ 5 w 79"/>
                <a:gd name="T67" fmla="*/ 148 h 154"/>
                <a:gd name="T68" fmla="*/ 0 w 79"/>
                <a:gd name="T69" fmla="*/ 3 h 154"/>
                <a:gd name="T70" fmla="*/ 4 w 79"/>
                <a:gd name="T71" fmla="*/ 1 h 154"/>
                <a:gd name="T72" fmla="*/ 66 w 79"/>
                <a:gd name="T73" fmla="*/ 8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9" h="154">
                  <a:moveTo>
                    <a:pt x="66" y="87"/>
                  </a:moveTo>
                  <a:cubicBezTo>
                    <a:pt x="74" y="78"/>
                    <a:pt x="74" y="78"/>
                    <a:pt x="74" y="78"/>
                  </a:cubicBezTo>
                  <a:cubicBezTo>
                    <a:pt x="71" y="75"/>
                    <a:pt x="71" y="75"/>
                    <a:pt x="71" y="75"/>
                  </a:cubicBezTo>
                  <a:cubicBezTo>
                    <a:pt x="67" y="80"/>
                    <a:pt x="67" y="80"/>
                    <a:pt x="67" y="80"/>
                  </a:cubicBezTo>
                  <a:cubicBezTo>
                    <a:pt x="66" y="79"/>
                    <a:pt x="66" y="79"/>
                    <a:pt x="66" y="79"/>
                  </a:cubicBezTo>
                  <a:cubicBezTo>
                    <a:pt x="70" y="74"/>
                    <a:pt x="70" y="74"/>
                    <a:pt x="70" y="74"/>
                  </a:cubicBezTo>
                  <a:cubicBezTo>
                    <a:pt x="67" y="71"/>
                    <a:pt x="67" y="71"/>
                    <a:pt x="67" y="71"/>
                  </a:cubicBezTo>
                  <a:cubicBezTo>
                    <a:pt x="63" y="76"/>
                    <a:pt x="63" y="76"/>
                    <a:pt x="63" y="76"/>
                  </a:cubicBezTo>
                  <a:cubicBezTo>
                    <a:pt x="62" y="75"/>
                    <a:pt x="62" y="75"/>
                    <a:pt x="62" y="75"/>
                  </a:cubicBezTo>
                  <a:cubicBezTo>
                    <a:pt x="66" y="70"/>
                    <a:pt x="66" y="70"/>
                    <a:pt x="66" y="70"/>
                  </a:cubicBezTo>
                  <a:cubicBezTo>
                    <a:pt x="64" y="68"/>
                    <a:pt x="64" y="68"/>
                    <a:pt x="64" y="68"/>
                  </a:cubicBezTo>
                  <a:cubicBezTo>
                    <a:pt x="60" y="72"/>
                    <a:pt x="60" y="72"/>
                    <a:pt x="60" y="72"/>
                  </a:cubicBezTo>
                  <a:cubicBezTo>
                    <a:pt x="58" y="71"/>
                    <a:pt x="58" y="71"/>
                    <a:pt x="58" y="71"/>
                  </a:cubicBezTo>
                  <a:cubicBezTo>
                    <a:pt x="63" y="67"/>
                    <a:pt x="63" y="67"/>
                    <a:pt x="63" y="67"/>
                  </a:cubicBezTo>
                  <a:cubicBezTo>
                    <a:pt x="60" y="64"/>
                    <a:pt x="60" y="64"/>
                    <a:pt x="60" y="64"/>
                  </a:cubicBezTo>
                  <a:cubicBezTo>
                    <a:pt x="51" y="72"/>
                    <a:pt x="51" y="72"/>
                    <a:pt x="51" y="72"/>
                  </a:cubicBezTo>
                  <a:cubicBezTo>
                    <a:pt x="50" y="71"/>
                    <a:pt x="50" y="71"/>
                    <a:pt x="50" y="71"/>
                  </a:cubicBezTo>
                  <a:cubicBezTo>
                    <a:pt x="59" y="63"/>
                    <a:pt x="59" y="63"/>
                    <a:pt x="59" y="63"/>
                  </a:cubicBezTo>
                  <a:cubicBezTo>
                    <a:pt x="57" y="61"/>
                    <a:pt x="57" y="61"/>
                    <a:pt x="57" y="61"/>
                  </a:cubicBezTo>
                  <a:cubicBezTo>
                    <a:pt x="53" y="65"/>
                    <a:pt x="53" y="65"/>
                    <a:pt x="53" y="65"/>
                  </a:cubicBezTo>
                  <a:cubicBezTo>
                    <a:pt x="52" y="64"/>
                    <a:pt x="52" y="64"/>
                    <a:pt x="52" y="64"/>
                  </a:cubicBezTo>
                  <a:cubicBezTo>
                    <a:pt x="56" y="60"/>
                    <a:pt x="56" y="60"/>
                    <a:pt x="56" y="60"/>
                  </a:cubicBezTo>
                  <a:cubicBezTo>
                    <a:pt x="53" y="57"/>
                    <a:pt x="53" y="57"/>
                    <a:pt x="53" y="57"/>
                  </a:cubicBezTo>
                  <a:cubicBezTo>
                    <a:pt x="49" y="61"/>
                    <a:pt x="49" y="61"/>
                    <a:pt x="49" y="61"/>
                  </a:cubicBezTo>
                  <a:cubicBezTo>
                    <a:pt x="48" y="60"/>
                    <a:pt x="48" y="60"/>
                    <a:pt x="48" y="60"/>
                  </a:cubicBezTo>
                  <a:cubicBezTo>
                    <a:pt x="52" y="56"/>
                    <a:pt x="52" y="56"/>
                    <a:pt x="52" y="56"/>
                  </a:cubicBezTo>
                  <a:cubicBezTo>
                    <a:pt x="49" y="53"/>
                    <a:pt x="49" y="53"/>
                    <a:pt x="49" y="53"/>
                  </a:cubicBezTo>
                  <a:cubicBezTo>
                    <a:pt x="45" y="57"/>
                    <a:pt x="45" y="57"/>
                    <a:pt x="45" y="57"/>
                  </a:cubicBezTo>
                  <a:cubicBezTo>
                    <a:pt x="44" y="56"/>
                    <a:pt x="44" y="56"/>
                    <a:pt x="44" y="56"/>
                  </a:cubicBezTo>
                  <a:cubicBezTo>
                    <a:pt x="48" y="52"/>
                    <a:pt x="48" y="52"/>
                    <a:pt x="48" y="52"/>
                  </a:cubicBezTo>
                  <a:cubicBezTo>
                    <a:pt x="46" y="50"/>
                    <a:pt x="46" y="50"/>
                    <a:pt x="46" y="50"/>
                  </a:cubicBezTo>
                  <a:cubicBezTo>
                    <a:pt x="37" y="58"/>
                    <a:pt x="37" y="58"/>
                    <a:pt x="37" y="58"/>
                  </a:cubicBezTo>
                  <a:cubicBezTo>
                    <a:pt x="36" y="57"/>
                    <a:pt x="36" y="57"/>
                    <a:pt x="36" y="57"/>
                  </a:cubicBezTo>
                  <a:cubicBezTo>
                    <a:pt x="45" y="49"/>
                    <a:pt x="45" y="49"/>
                    <a:pt x="45" y="49"/>
                  </a:cubicBezTo>
                  <a:cubicBezTo>
                    <a:pt x="42" y="46"/>
                    <a:pt x="42" y="46"/>
                    <a:pt x="42" y="46"/>
                  </a:cubicBezTo>
                  <a:cubicBezTo>
                    <a:pt x="38" y="51"/>
                    <a:pt x="38" y="51"/>
                    <a:pt x="38" y="51"/>
                  </a:cubicBezTo>
                  <a:cubicBezTo>
                    <a:pt x="37" y="50"/>
                    <a:pt x="37" y="50"/>
                    <a:pt x="37" y="50"/>
                  </a:cubicBezTo>
                  <a:cubicBezTo>
                    <a:pt x="41" y="45"/>
                    <a:pt x="41" y="45"/>
                    <a:pt x="41" y="45"/>
                  </a:cubicBezTo>
                  <a:cubicBezTo>
                    <a:pt x="38" y="42"/>
                    <a:pt x="38" y="42"/>
                    <a:pt x="38" y="42"/>
                  </a:cubicBezTo>
                  <a:cubicBezTo>
                    <a:pt x="34" y="47"/>
                    <a:pt x="34" y="47"/>
                    <a:pt x="34" y="47"/>
                  </a:cubicBezTo>
                  <a:cubicBezTo>
                    <a:pt x="33" y="46"/>
                    <a:pt x="33" y="46"/>
                    <a:pt x="33" y="46"/>
                  </a:cubicBezTo>
                  <a:cubicBezTo>
                    <a:pt x="37" y="41"/>
                    <a:pt x="37" y="41"/>
                    <a:pt x="37" y="41"/>
                  </a:cubicBezTo>
                  <a:cubicBezTo>
                    <a:pt x="35" y="39"/>
                    <a:pt x="35" y="39"/>
                    <a:pt x="35" y="39"/>
                  </a:cubicBezTo>
                  <a:cubicBezTo>
                    <a:pt x="30" y="43"/>
                    <a:pt x="30" y="43"/>
                    <a:pt x="30" y="43"/>
                  </a:cubicBezTo>
                  <a:cubicBezTo>
                    <a:pt x="29" y="42"/>
                    <a:pt x="29" y="42"/>
                    <a:pt x="29" y="42"/>
                  </a:cubicBezTo>
                  <a:cubicBezTo>
                    <a:pt x="34" y="38"/>
                    <a:pt x="34" y="38"/>
                    <a:pt x="34" y="38"/>
                  </a:cubicBezTo>
                  <a:cubicBezTo>
                    <a:pt x="31" y="35"/>
                    <a:pt x="31" y="35"/>
                    <a:pt x="31" y="35"/>
                  </a:cubicBezTo>
                  <a:cubicBezTo>
                    <a:pt x="22" y="43"/>
                    <a:pt x="22" y="43"/>
                    <a:pt x="22" y="43"/>
                  </a:cubicBezTo>
                  <a:cubicBezTo>
                    <a:pt x="21" y="42"/>
                    <a:pt x="21" y="42"/>
                    <a:pt x="21" y="42"/>
                  </a:cubicBezTo>
                  <a:cubicBezTo>
                    <a:pt x="30" y="34"/>
                    <a:pt x="30" y="34"/>
                    <a:pt x="30" y="34"/>
                  </a:cubicBezTo>
                  <a:cubicBezTo>
                    <a:pt x="27" y="31"/>
                    <a:pt x="27" y="31"/>
                    <a:pt x="27" y="31"/>
                  </a:cubicBezTo>
                  <a:cubicBezTo>
                    <a:pt x="23" y="35"/>
                    <a:pt x="23" y="35"/>
                    <a:pt x="23" y="35"/>
                  </a:cubicBezTo>
                  <a:cubicBezTo>
                    <a:pt x="22" y="34"/>
                    <a:pt x="22" y="34"/>
                    <a:pt x="22" y="34"/>
                  </a:cubicBezTo>
                  <a:cubicBezTo>
                    <a:pt x="26" y="30"/>
                    <a:pt x="26" y="30"/>
                    <a:pt x="26" y="30"/>
                  </a:cubicBezTo>
                  <a:cubicBezTo>
                    <a:pt x="23" y="27"/>
                    <a:pt x="23" y="27"/>
                    <a:pt x="23" y="27"/>
                  </a:cubicBezTo>
                  <a:cubicBezTo>
                    <a:pt x="19" y="31"/>
                    <a:pt x="19" y="31"/>
                    <a:pt x="19" y="31"/>
                  </a:cubicBezTo>
                  <a:cubicBezTo>
                    <a:pt x="18" y="30"/>
                    <a:pt x="18" y="30"/>
                    <a:pt x="18" y="30"/>
                  </a:cubicBezTo>
                  <a:cubicBezTo>
                    <a:pt x="22" y="26"/>
                    <a:pt x="22" y="26"/>
                    <a:pt x="22" y="26"/>
                  </a:cubicBezTo>
                  <a:cubicBezTo>
                    <a:pt x="19" y="23"/>
                    <a:pt x="19" y="23"/>
                    <a:pt x="19" y="23"/>
                  </a:cubicBezTo>
                  <a:cubicBezTo>
                    <a:pt x="15" y="28"/>
                    <a:pt x="15" y="28"/>
                    <a:pt x="15" y="28"/>
                  </a:cubicBezTo>
                  <a:cubicBezTo>
                    <a:pt x="14" y="27"/>
                    <a:pt x="14" y="27"/>
                    <a:pt x="14" y="27"/>
                  </a:cubicBezTo>
                  <a:cubicBezTo>
                    <a:pt x="18" y="22"/>
                    <a:pt x="18" y="22"/>
                    <a:pt x="18" y="22"/>
                  </a:cubicBezTo>
                  <a:cubicBezTo>
                    <a:pt x="16" y="20"/>
                    <a:pt x="16" y="20"/>
                    <a:pt x="16" y="20"/>
                  </a:cubicBezTo>
                  <a:cubicBezTo>
                    <a:pt x="7" y="28"/>
                    <a:pt x="7" y="28"/>
                    <a:pt x="7" y="28"/>
                  </a:cubicBezTo>
                  <a:cubicBezTo>
                    <a:pt x="6" y="27"/>
                    <a:pt x="6" y="27"/>
                    <a:pt x="6" y="27"/>
                  </a:cubicBezTo>
                  <a:cubicBezTo>
                    <a:pt x="15" y="19"/>
                    <a:pt x="15" y="19"/>
                    <a:pt x="15" y="19"/>
                  </a:cubicBezTo>
                  <a:cubicBezTo>
                    <a:pt x="5" y="9"/>
                    <a:pt x="5" y="9"/>
                    <a:pt x="5" y="9"/>
                  </a:cubicBezTo>
                  <a:cubicBezTo>
                    <a:pt x="5" y="148"/>
                    <a:pt x="5" y="148"/>
                    <a:pt x="5" y="148"/>
                  </a:cubicBezTo>
                  <a:cubicBezTo>
                    <a:pt x="0" y="154"/>
                    <a:pt x="0" y="154"/>
                    <a:pt x="0" y="154"/>
                  </a:cubicBezTo>
                  <a:cubicBezTo>
                    <a:pt x="0" y="3"/>
                    <a:pt x="0" y="3"/>
                    <a:pt x="0" y="3"/>
                  </a:cubicBezTo>
                  <a:cubicBezTo>
                    <a:pt x="0" y="1"/>
                    <a:pt x="0" y="0"/>
                    <a:pt x="1" y="0"/>
                  </a:cubicBezTo>
                  <a:cubicBezTo>
                    <a:pt x="2" y="0"/>
                    <a:pt x="4" y="0"/>
                    <a:pt x="4" y="1"/>
                  </a:cubicBezTo>
                  <a:cubicBezTo>
                    <a:pt x="79" y="75"/>
                    <a:pt x="79" y="75"/>
                    <a:pt x="79" y="75"/>
                  </a:cubicBezTo>
                  <a:cubicBezTo>
                    <a:pt x="66" y="87"/>
                    <a:pt x="66" y="87"/>
                    <a:pt x="66"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5" name="Freeform 12"/>
            <p:cNvSpPr/>
            <p:nvPr>
              <p:custDataLst>
                <p:tags r:id="rId22"/>
              </p:custDataLst>
            </p:nvPr>
          </p:nvSpPr>
          <p:spPr bwMode="auto">
            <a:xfrm>
              <a:off x="1892" y="541"/>
              <a:ext cx="97" cy="188"/>
            </a:xfrm>
            <a:custGeom>
              <a:avLst/>
              <a:gdLst>
                <a:gd name="T0" fmla="*/ 0 w 41"/>
                <a:gd name="T1" fmla="*/ 79 h 79"/>
                <a:gd name="T2" fmla="*/ 0 w 41"/>
                <a:gd name="T3" fmla="*/ 3 h 79"/>
                <a:gd name="T4" fmla="*/ 2 w 41"/>
                <a:gd name="T5" fmla="*/ 0 h 79"/>
                <a:gd name="T6" fmla="*/ 5 w 41"/>
                <a:gd name="T7" fmla="*/ 1 h 79"/>
                <a:gd name="T8" fmla="*/ 41 w 41"/>
                <a:gd name="T9" fmla="*/ 38 h 79"/>
                <a:gd name="T10" fmla="*/ 37 w 41"/>
                <a:gd name="T11" fmla="*/ 41 h 79"/>
                <a:gd name="T12" fmla="*/ 5 w 41"/>
                <a:gd name="T13" fmla="*/ 10 h 79"/>
                <a:gd name="T14" fmla="*/ 5 w 41"/>
                <a:gd name="T15" fmla="*/ 73 h 79"/>
                <a:gd name="T16" fmla="*/ 0 w 41"/>
                <a:gd name="T17"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79">
                  <a:moveTo>
                    <a:pt x="0" y="79"/>
                  </a:moveTo>
                  <a:cubicBezTo>
                    <a:pt x="0" y="3"/>
                    <a:pt x="0" y="3"/>
                    <a:pt x="0" y="3"/>
                  </a:cubicBezTo>
                  <a:cubicBezTo>
                    <a:pt x="0" y="2"/>
                    <a:pt x="1" y="1"/>
                    <a:pt x="2" y="0"/>
                  </a:cubicBezTo>
                  <a:cubicBezTo>
                    <a:pt x="3" y="0"/>
                    <a:pt x="4" y="0"/>
                    <a:pt x="5" y="1"/>
                  </a:cubicBezTo>
                  <a:cubicBezTo>
                    <a:pt x="41" y="38"/>
                    <a:pt x="41" y="38"/>
                    <a:pt x="41" y="38"/>
                  </a:cubicBezTo>
                  <a:cubicBezTo>
                    <a:pt x="37" y="41"/>
                    <a:pt x="37" y="41"/>
                    <a:pt x="37" y="41"/>
                  </a:cubicBezTo>
                  <a:cubicBezTo>
                    <a:pt x="5" y="10"/>
                    <a:pt x="5" y="10"/>
                    <a:pt x="5" y="10"/>
                  </a:cubicBezTo>
                  <a:cubicBezTo>
                    <a:pt x="5" y="73"/>
                    <a:pt x="5" y="73"/>
                    <a:pt x="5" y="73"/>
                  </a:cubicBezTo>
                  <a:lnTo>
                    <a:pt x="0" y="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sp>
          <p:nvSpPr>
            <p:cNvPr id="26" name="Freeform 13"/>
            <p:cNvSpPr>
              <a:spLocks noEditPoints="1"/>
            </p:cNvSpPr>
            <p:nvPr>
              <p:custDataLst>
                <p:tags r:id="rId23"/>
              </p:custDataLst>
            </p:nvPr>
          </p:nvSpPr>
          <p:spPr bwMode="auto">
            <a:xfrm>
              <a:off x="1754" y="529"/>
              <a:ext cx="447" cy="446"/>
            </a:xfrm>
            <a:custGeom>
              <a:avLst/>
              <a:gdLst>
                <a:gd name="T0" fmla="*/ 2 w 188"/>
                <a:gd name="T1" fmla="*/ 151 h 187"/>
                <a:gd name="T2" fmla="*/ 36 w 188"/>
                <a:gd name="T3" fmla="*/ 185 h 187"/>
                <a:gd name="T4" fmla="*/ 43 w 188"/>
                <a:gd name="T5" fmla="*/ 185 h 187"/>
                <a:gd name="T6" fmla="*/ 186 w 188"/>
                <a:gd name="T7" fmla="*/ 43 h 187"/>
                <a:gd name="T8" fmla="*/ 186 w 188"/>
                <a:gd name="T9" fmla="*/ 36 h 187"/>
                <a:gd name="T10" fmla="*/ 152 w 188"/>
                <a:gd name="T11" fmla="*/ 2 h 187"/>
                <a:gd name="T12" fmla="*/ 145 w 188"/>
                <a:gd name="T13" fmla="*/ 2 h 187"/>
                <a:gd name="T14" fmla="*/ 2 w 188"/>
                <a:gd name="T15" fmla="*/ 144 h 187"/>
                <a:gd name="T16" fmla="*/ 2 w 188"/>
                <a:gd name="T17" fmla="*/ 151 h 187"/>
                <a:gd name="T18" fmla="*/ 6 w 188"/>
                <a:gd name="T19" fmla="*/ 148 h 187"/>
                <a:gd name="T20" fmla="*/ 148 w 188"/>
                <a:gd name="T21" fmla="*/ 5 h 187"/>
                <a:gd name="T22" fmla="*/ 182 w 188"/>
                <a:gd name="T23" fmla="*/ 39 h 187"/>
                <a:gd name="T24" fmla="*/ 173 w 188"/>
                <a:gd name="T25" fmla="*/ 48 h 187"/>
                <a:gd name="T26" fmla="*/ 148 w 188"/>
                <a:gd name="T27" fmla="*/ 23 h 187"/>
                <a:gd name="T28" fmla="*/ 145 w 188"/>
                <a:gd name="T29" fmla="*/ 26 h 187"/>
                <a:gd name="T30" fmla="*/ 170 w 188"/>
                <a:gd name="T31" fmla="*/ 51 h 187"/>
                <a:gd name="T32" fmla="*/ 162 w 188"/>
                <a:gd name="T33" fmla="*/ 59 h 187"/>
                <a:gd name="T34" fmla="*/ 149 w 188"/>
                <a:gd name="T35" fmla="*/ 47 h 187"/>
                <a:gd name="T36" fmla="*/ 146 w 188"/>
                <a:gd name="T37" fmla="*/ 50 h 187"/>
                <a:gd name="T38" fmla="*/ 159 w 188"/>
                <a:gd name="T39" fmla="*/ 62 h 187"/>
                <a:gd name="T40" fmla="*/ 151 w 188"/>
                <a:gd name="T41" fmla="*/ 70 h 187"/>
                <a:gd name="T42" fmla="*/ 138 w 188"/>
                <a:gd name="T43" fmla="*/ 58 h 187"/>
                <a:gd name="T44" fmla="*/ 135 w 188"/>
                <a:gd name="T45" fmla="*/ 61 h 187"/>
                <a:gd name="T46" fmla="*/ 148 w 188"/>
                <a:gd name="T47" fmla="*/ 73 h 187"/>
                <a:gd name="T48" fmla="*/ 139 w 188"/>
                <a:gd name="T49" fmla="*/ 82 h 187"/>
                <a:gd name="T50" fmla="*/ 127 w 188"/>
                <a:gd name="T51" fmla="*/ 69 h 187"/>
                <a:gd name="T52" fmla="*/ 124 w 188"/>
                <a:gd name="T53" fmla="*/ 72 h 187"/>
                <a:gd name="T54" fmla="*/ 136 w 188"/>
                <a:gd name="T55" fmla="*/ 85 h 187"/>
                <a:gd name="T56" fmla="*/ 128 w 188"/>
                <a:gd name="T57" fmla="*/ 93 h 187"/>
                <a:gd name="T58" fmla="*/ 103 w 188"/>
                <a:gd name="T59" fmla="*/ 68 h 187"/>
                <a:gd name="T60" fmla="*/ 100 w 188"/>
                <a:gd name="T61" fmla="*/ 71 h 187"/>
                <a:gd name="T62" fmla="*/ 125 w 188"/>
                <a:gd name="T63" fmla="*/ 96 h 187"/>
                <a:gd name="T64" fmla="*/ 117 w 188"/>
                <a:gd name="T65" fmla="*/ 104 h 187"/>
                <a:gd name="T66" fmla="*/ 104 w 188"/>
                <a:gd name="T67" fmla="*/ 92 h 187"/>
                <a:gd name="T68" fmla="*/ 101 w 188"/>
                <a:gd name="T69" fmla="*/ 95 h 187"/>
                <a:gd name="T70" fmla="*/ 114 w 188"/>
                <a:gd name="T71" fmla="*/ 107 h 187"/>
                <a:gd name="T72" fmla="*/ 106 w 188"/>
                <a:gd name="T73" fmla="*/ 115 h 187"/>
                <a:gd name="T74" fmla="*/ 93 w 188"/>
                <a:gd name="T75" fmla="*/ 103 h 187"/>
                <a:gd name="T76" fmla="*/ 90 w 188"/>
                <a:gd name="T77" fmla="*/ 105 h 187"/>
                <a:gd name="T78" fmla="*/ 103 w 188"/>
                <a:gd name="T79" fmla="*/ 118 h 187"/>
                <a:gd name="T80" fmla="*/ 94 w 188"/>
                <a:gd name="T81" fmla="*/ 127 h 187"/>
                <a:gd name="T82" fmla="*/ 82 w 188"/>
                <a:gd name="T83" fmla="*/ 114 h 187"/>
                <a:gd name="T84" fmla="*/ 79 w 188"/>
                <a:gd name="T85" fmla="*/ 117 h 187"/>
                <a:gd name="T86" fmla="*/ 91 w 188"/>
                <a:gd name="T87" fmla="*/ 130 h 187"/>
                <a:gd name="T88" fmla="*/ 84 w 188"/>
                <a:gd name="T89" fmla="*/ 137 h 187"/>
                <a:gd name="T90" fmla="*/ 59 w 188"/>
                <a:gd name="T91" fmla="*/ 111 h 187"/>
                <a:gd name="T92" fmla="*/ 56 w 188"/>
                <a:gd name="T93" fmla="*/ 114 h 187"/>
                <a:gd name="T94" fmla="*/ 81 w 188"/>
                <a:gd name="T95" fmla="*/ 140 h 187"/>
                <a:gd name="T96" fmla="*/ 74 w 188"/>
                <a:gd name="T97" fmla="*/ 147 h 187"/>
                <a:gd name="T98" fmla="*/ 61 w 188"/>
                <a:gd name="T99" fmla="*/ 135 h 187"/>
                <a:gd name="T100" fmla="*/ 58 w 188"/>
                <a:gd name="T101" fmla="*/ 138 h 187"/>
                <a:gd name="T102" fmla="*/ 71 w 188"/>
                <a:gd name="T103" fmla="*/ 150 h 187"/>
                <a:gd name="T104" fmla="*/ 63 w 188"/>
                <a:gd name="T105" fmla="*/ 158 h 187"/>
                <a:gd name="T106" fmla="*/ 50 w 188"/>
                <a:gd name="T107" fmla="*/ 146 h 187"/>
                <a:gd name="T108" fmla="*/ 47 w 188"/>
                <a:gd name="T109" fmla="*/ 149 h 187"/>
                <a:gd name="T110" fmla="*/ 60 w 188"/>
                <a:gd name="T111" fmla="*/ 161 h 187"/>
                <a:gd name="T112" fmla="*/ 51 w 188"/>
                <a:gd name="T113" fmla="*/ 170 h 187"/>
                <a:gd name="T114" fmla="*/ 38 w 188"/>
                <a:gd name="T115" fmla="*/ 158 h 187"/>
                <a:gd name="T116" fmla="*/ 35 w 188"/>
                <a:gd name="T117" fmla="*/ 161 h 187"/>
                <a:gd name="T118" fmla="*/ 48 w 188"/>
                <a:gd name="T119" fmla="*/ 173 h 187"/>
                <a:gd name="T120" fmla="*/ 40 w 188"/>
                <a:gd name="T121" fmla="*/ 182 h 187"/>
                <a:gd name="T122" fmla="*/ 6 w 188"/>
                <a:gd name="T123" fmla="*/ 14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8" h="187">
                  <a:moveTo>
                    <a:pt x="2" y="151"/>
                  </a:moveTo>
                  <a:cubicBezTo>
                    <a:pt x="36" y="185"/>
                    <a:pt x="36" y="185"/>
                    <a:pt x="36" y="185"/>
                  </a:cubicBezTo>
                  <a:cubicBezTo>
                    <a:pt x="38" y="187"/>
                    <a:pt x="41" y="187"/>
                    <a:pt x="43" y="185"/>
                  </a:cubicBezTo>
                  <a:cubicBezTo>
                    <a:pt x="186" y="43"/>
                    <a:pt x="186" y="43"/>
                    <a:pt x="186" y="43"/>
                  </a:cubicBezTo>
                  <a:cubicBezTo>
                    <a:pt x="188" y="41"/>
                    <a:pt x="188" y="37"/>
                    <a:pt x="186" y="36"/>
                  </a:cubicBezTo>
                  <a:cubicBezTo>
                    <a:pt x="152" y="2"/>
                    <a:pt x="152" y="2"/>
                    <a:pt x="152" y="2"/>
                  </a:cubicBezTo>
                  <a:cubicBezTo>
                    <a:pt x="150" y="0"/>
                    <a:pt x="147" y="0"/>
                    <a:pt x="145" y="2"/>
                  </a:cubicBezTo>
                  <a:cubicBezTo>
                    <a:pt x="2" y="144"/>
                    <a:pt x="2" y="144"/>
                    <a:pt x="2" y="144"/>
                  </a:cubicBezTo>
                  <a:cubicBezTo>
                    <a:pt x="0" y="146"/>
                    <a:pt x="0" y="150"/>
                    <a:pt x="2" y="151"/>
                  </a:cubicBezTo>
                  <a:close/>
                  <a:moveTo>
                    <a:pt x="6" y="148"/>
                  </a:moveTo>
                  <a:cubicBezTo>
                    <a:pt x="148" y="5"/>
                    <a:pt x="148" y="5"/>
                    <a:pt x="148" y="5"/>
                  </a:cubicBezTo>
                  <a:cubicBezTo>
                    <a:pt x="182" y="39"/>
                    <a:pt x="182" y="39"/>
                    <a:pt x="182" y="39"/>
                  </a:cubicBezTo>
                  <a:cubicBezTo>
                    <a:pt x="173" y="48"/>
                    <a:pt x="173" y="48"/>
                    <a:pt x="173" y="48"/>
                  </a:cubicBezTo>
                  <a:cubicBezTo>
                    <a:pt x="148" y="23"/>
                    <a:pt x="148" y="23"/>
                    <a:pt x="148" y="23"/>
                  </a:cubicBezTo>
                  <a:cubicBezTo>
                    <a:pt x="145" y="26"/>
                    <a:pt x="145" y="26"/>
                    <a:pt x="145" y="26"/>
                  </a:cubicBezTo>
                  <a:cubicBezTo>
                    <a:pt x="170" y="51"/>
                    <a:pt x="170" y="51"/>
                    <a:pt x="170" y="51"/>
                  </a:cubicBezTo>
                  <a:cubicBezTo>
                    <a:pt x="162" y="59"/>
                    <a:pt x="162" y="59"/>
                    <a:pt x="162" y="59"/>
                  </a:cubicBezTo>
                  <a:cubicBezTo>
                    <a:pt x="149" y="47"/>
                    <a:pt x="149" y="47"/>
                    <a:pt x="149" y="47"/>
                  </a:cubicBezTo>
                  <a:cubicBezTo>
                    <a:pt x="146" y="50"/>
                    <a:pt x="146" y="50"/>
                    <a:pt x="146" y="50"/>
                  </a:cubicBezTo>
                  <a:cubicBezTo>
                    <a:pt x="159" y="62"/>
                    <a:pt x="159" y="62"/>
                    <a:pt x="159" y="62"/>
                  </a:cubicBezTo>
                  <a:cubicBezTo>
                    <a:pt x="151" y="70"/>
                    <a:pt x="151" y="70"/>
                    <a:pt x="151" y="70"/>
                  </a:cubicBezTo>
                  <a:cubicBezTo>
                    <a:pt x="138" y="58"/>
                    <a:pt x="138" y="58"/>
                    <a:pt x="138" y="58"/>
                  </a:cubicBezTo>
                  <a:cubicBezTo>
                    <a:pt x="135" y="61"/>
                    <a:pt x="135" y="61"/>
                    <a:pt x="135" y="61"/>
                  </a:cubicBezTo>
                  <a:cubicBezTo>
                    <a:pt x="148" y="73"/>
                    <a:pt x="148" y="73"/>
                    <a:pt x="148" y="73"/>
                  </a:cubicBezTo>
                  <a:cubicBezTo>
                    <a:pt x="139" y="82"/>
                    <a:pt x="139" y="82"/>
                    <a:pt x="139" y="82"/>
                  </a:cubicBezTo>
                  <a:cubicBezTo>
                    <a:pt x="127" y="69"/>
                    <a:pt x="127" y="69"/>
                    <a:pt x="127" y="69"/>
                  </a:cubicBezTo>
                  <a:cubicBezTo>
                    <a:pt x="124" y="72"/>
                    <a:pt x="124" y="72"/>
                    <a:pt x="124" y="72"/>
                  </a:cubicBezTo>
                  <a:cubicBezTo>
                    <a:pt x="136" y="85"/>
                    <a:pt x="136" y="85"/>
                    <a:pt x="136" y="85"/>
                  </a:cubicBezTo>
                  <a:cubicBezTo>
                    <a:pt x="128" y="93"/>
                    <a:pt x="128" y="93"/>
                    <a:pt x="128" y="93"/>
                  </a:cubicBezTo>
                  <a:cubicBezTo>
                    <a:pt x="103" y="68"/>
                    <a:pt x="103" y="68"/>
                    <a:pt x="103" y="68"/>
                  </a:cubicBezTo>
                  <a:cubicBezTo>
                    <a:pt x="100" y="71"/>
                    <a:pt x="100" y="71"/>
                    <a:pt x="100" y="71"/>
                  </a:cubicBezTo>
                  <a:cubicBezTo>
                    <a:pt x="125" y="96"/>
                    <a:pt x="125" y="96"/>
                    <a:pt x="125" y="96"/>
                  </a:cubicBezTo>
                  <a:cubicBezTo>
                    <a:pt x="117" y="104"/>
                    <a:pt x="117" y="104"/>
                    <a:pt x="117" y="104"/>
                  </a:cubicBezTo>
                  <a:cubicBezTo>
                    <a:pt x="104" y="92"/>
                    <a:pt x="104" y="92"/>
                    <a:pt x="104" y="92"/>
                  </a:cubicBezTo>
                  <a:cubicBezTo>
                    <a:pt x="101" y="95"/>
                    <a:pt x="101" y="95"/>
                    <a:pt x="101" y="95"/>
                  </a:cubicBezTo>
                  <a:cubicBezTo>
                    <a:pt x="114" y="107"/>
                    <a:pt x="114" y="107"/>
                    <a:pt x="114" y="107"/>
                  </a:cubicBezTo>
                  <a:cubicBezTo>
                    <a:pt x="106" y="115"/>
                    <a:pt x="106" y="115"/>
                    <a:pt x="106" y="115"/>
                  </a:cubicBezTo>
                  <a:cubicBezTo>
                    <a:pt x="93" y="103"/>
                    <a:pt x="93" y="103"/>
                    <a:pt x="93" y="103"/>
                  </a:cubicBezTo>
                  <a:cubicBezTo>
                    <a:pt x="90" y="105"/>
                    <a:pt x="90" y="105"/>
                    <a:pt x="90" y="105"/>
                  </a:cubicBezTo>
                  <a:cubicBezTo>
                    <a:pt x="103" y="118"/>
                    <a:pt x="103" y="118"/>
                    <a:pt x="103" y="118"/>
                  </a:cubicBezTo>
                  <a:cubicBezTo>
                    <a:pt x="94" y="127"/>
                    <a:pt x="94" y="127"/>
                    <a:pt x="94" y="127"/>
                  </a:cubicBezTo>
                  <a:cubicBezTo>
                    <a:pt x="82" y="114"/>
                    <a:pt x="82" y="114"/>
                    <a:pt x="82" y="114"/>
                  </a:cubicBezTo>
                  <a:cubicBezTo>
                    <a:pt x="79" y="117"/>
                    <a:pt x="79" y="117"/>
                    <a:pt x="79" y="117"/>
                  </a:cubicBezTo>
                  <a:cubicBezTo>
                    <a:pt x="91" y="130"/>
                    <a:pt x="91" y="130"/>
                    <a:pt x="91" y="130"/>
                  </a:cubicBezTo>
                  <a:cubicBezTo>
                    <a:pt x="84" y="137"/>
                    <a:pt x="84" y="137"/>
                    <a:pt x="84" y="137"/>
                  </a:cubicBezTo>
                  <a:cubicBezTo>
                    <a:pt x="59" y="111"/>
                    <a:pt x="59" y="111"/>
                    <a:pt x="59" y="111"/>
                  </a:cubicBezTo>
                  <a:cubicBezTo>
                    <a:pt x="56" y="114"/>
                    <a:pt x="56" y="114"/>
                    <a:pt x="56" y="114"/>
                  </a:cubicBezTo>
                  <a:cubicBezTo>
                    <a:pt x="81" y="140"/>
                    <a:pt x="81" y="140"/>
                    <a:pt x="81" y="140"/>
                  </a:cubicBezTo>
                  <a:cubicBezTo>
                    <a:pt x="74" y="147"/>
                    <a:pt x="74" y="147"/>
                    <a:pt x="74" y="147"/>
                  </a:cubicBezTo>
                  <a:cubicBezTo>
                    <a:pt x="61" y="135"/>
                    <a:pt x="61" y="135"/>
                    <a:pt x="61" y="135"/>
                  </a:cubicBezTo>
                  <a:cubicBezTo>
                    <a:pt x="58" y="138"/>
                    <a:pt x="58" y="138"/>
                    <a:pt x="58" y="138"/>
                  </a:cubicBezTo>
                  <a:cubicBezTo>
                    <a:pt x="71" y="150"/>
                    <a:pt x="71" y="150"/>
                    <a:pt x="71" y="150"/>
                  </a:cubicBezTo>
                  <a:cubicBezTo>
                    <a:pt x="63" y="158"/>
                    <a:pt x="63" y="158"/>
                    <a:pt x="63" y="158"/>
                  </a:cubicBezTo>
                  <a:cubicBezTo>
                    <a:pt x="50" y="146"/>
                    <a:pt x="50" y="146"/>
                    <a:pt x="50" y="146"/>
                  </a:cubicBezTo>
                  <a:cubicBezTo>
                    <a:pt x="47" y="149"/>
                    <a:pt x="47" y="149"/>
                    <a:pt x="47" y="149"/>
                  </a:cubicBezTo>
                  <a:cubicBezTo>
                    <a:pt x="60" y="161"/>
                    <a:pt x="60" y="161"/>
                    <a:pt x="60" y="161"/>
                  </a:cubicBezTo>
                  <a:cubicBezTo>
                    <a:pt x="51" y="170"/>
                    <a:pt x="51" y="170"/>
                    <a:pt x="51" y="170"/>
                  </a:cubicBezTo>
                  <a:cubicBezTo>
                    <a:pt x="38" y="158"/>
                    <a:pt x="38" y="158"/>
                    <a:pt x="38" y="158"/>
                  </a:cubicBezTo>
                  <a:cubicBezTo>
                    <a:pt x="35" y="161"/>
                    <a:pt x="35" y="161"/>
                    <a:pt x="35" y="161"/>
                  </a:cubicBezTo>
                  <a:cubicBezTo>
                    <a:pt x="48" y="173"/>
                    <a:pt x="48" y="173"/>
                    <a:pt x="48" y="173"/>
                  </a:cubicBezTo>
                  <a:cubicBezTo>
                    <a:pt x="40" y="182"/>
                    <a:pt x="40" y="182"/>
                    <a:pt x="40" y="182"/>
                  </a:cubicBezTo>
                  <a:lnTo>
                    <a:pt x="6" y="1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lnSpc>
                  <a:spcPct val="120000"/>
                </a:lnSpc>
                <a:defRPr/>
              </a:pPr>
              <a:endParaRPr lang="zh-CN" altLang="en-US">
                <a:cs typeface="+mn-ea"/>
                <a:sym typeface="+mn-lt"/>
              </a:endParaRPr>
            </a:p>
          </p:txBody>
        </p:sp>
      </p:grpSp>
      <p:sp>
        <p:nvSpPr>
          <p:cNvPr id="28" name="文本框 33"/>
          <p:cNvSpPr txBox="1">
            <a:spLocks noChangeArrowheads="1"/>
          </p:cNvSpPr>
          <p:nvPr>
            <p:custDataLst>
              <p:tags r:id="rId10"/>
            </p:custDataLst>
          </p:nvPr>
        </p:nvSpPr>
        <p:spPr bwMode="auto">
          <a:xfrm>
            <a:off x="1883410" y="1972945"/>
            <a:ext cx="1793240" cy="41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9pPr>
          </a:lstStyle>
          <a:p>
            <a:pPr algn="ctr" eaLnBrk="1" hangingPunct="1">
              <a:lnSpc>
                <a:spcPct val="120000"/>
              </a:lnSpc>
              <a:spcBef>
                <a:spcPct val="0"/>
              </a:spcBef>
              <a:buFontTx/>
              <a:buNone/>
            </a:pPr>
            <a:r>
              <a:rPr lang="zh-CN" altLang="en-US" sz="2400" b="1" dirty="0">
                <a:solidFill>
                  <a:schemeClr val="bg1"/>
                </a:solidFill>
                <a:latin typeface="+mn-lt"/>
                <a:ea typeface="+mn-ea"/>
                <a:cs typeface="+mn-ea"/>
                <a:sym typeface="+mn-lt"/>
              </a:rPr>
              <a:t>经济发展水平</a:t>
            </a:r>
          </a:p>
        </p:txBody>
      </p:sp>
      <p:sp>
        <p:nvSpPr>
          <p:cNvPr id="32" name="文本框 37"/>
          <p:cNvSpPr txBox="1">
            <a:spLocks noChangeArrowheads="1"/>
          </p:cNvSpPr>
          <p:nvPr>
            <p:custDataLst>
              <p:tags r:id="rId11"/>
            </p:custDataLst>
          </p:nvPr>
        </p:nvSpPr>
        <p:spPr bwMode="auto">
          <a:xfrm>
            <a:off x="1758950" y="2778125"/>
            <a:ext cx="2031365" cy="183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9pPr>
          </a:lstStyle>
          <a:p>
            <a:pPr marL="342900" marR="0" lvl="1" indent="0" algn="l" defTabSz="914400" rtl="0" eaLnBrk="0" fontAlgn="base" latinLnBrk="0" hangingPunct="0">
              <a:lnSpc>
                <a:spcPct val="150000"/>
              </a:lnSpc>
              <a:spcBef>
                <a:spcPct val="2000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发达国家</a:t>
            </a:r>
            <a:endParaRPr kumimoji="0" lang="zh-CN" altLang="en-US"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342900" marR="0" lvl="1" indent="0" algn="l" defTabSz="914400" rtl="0" eaLnBrk="0" fontAlgn="base" latinLnBrk="0" hangingPunct="0">
              <a:lnSpc>
                <a:spcPct val="150000"/>
              </a:lnSpc>
              <a:spcBef>
                <a:spcPct val="2000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发展中国家</a:t>
            </a:r>
            <a:endParaRPr kumimoji="0" lang="zh-CN" altLang="en-US"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342900" marR="0" lvl="1" indent="0" algn="l" defTabSz="914400" rtl="0" eaLnBrk="0" fontAlgn="base" latinLnBrk="0" hangingPunct="0">
              <a:lnSpc>
                <a:spcPct val="150000"/>
              </a:lnSpc>
              <a:spcBef>
                <a:spcPct val="2000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不发达国家</a:t>
            </a:r>
            <a:endParaRPr lang="zh-CN" altLang="en-US" kern="0" noProof="0" dirty="0">
              <a:ln>
                <a:noFill/>
              </a:ln>
              <a:solidFill>
                <a:schemeClr val="bg1"/>
              </a:solidFill>
              <a:effectLst/>
              <a:uLnTx/>
              <a:uFillTx/>
              <a:latin typeface="微软雅黑" panose="020B0503020204020204" charset="-122"/>
              <a:ea typeface="+mn-ea"/>
              <a:cs typeface="+mn-ea"/>
              <a:sym typeface="+mn-ea"/>
            </a:endParaRPr>
          </a:p>
        </p:txBody>
      </p:sp>
      <p:sp>
        <p:nvSpPr>
          <p:cNvPr id="39" name="文本框 37"/>
          <p:cNvSpPr txBox="1">
            <a:spLocks noChangeArrowheads="1"/>
          </p:cNvSpPr>
          <p:nvPr>
            <p:custDataLst>
              <p:tags r:id="rId12"/>
            </p:custDataLst>
          </p:nvPr>
        </p:nvSpPr>
        <p:spPr bwMode="auto">
          <a:xfrm>
            <a:off x="4454525" y="2637155"/>
            <a:ext cx="2719705" cy="183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9pPr>
          </a:lstStyle>
          <a:p>
            <a:pPr marL="0" marR="0" lvl="1" indent="0" algn="ctr" defTabSz="914400" rtl="0" eaLnBrk="0" fontAlgn="base" hangingPunct="0">
              <a:lnSpc>
                <a:spcPct val="15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引起资金占用的大量增加</a:t>
            </a:r>
            <a:endParaRPr kumimoji="0" lang="zh-CN" altLang="en-US"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0" marR="0" lvl="1" indent="0" algn="ctr" defTabSz="914400" rtl="0" eaLnBrk="0" fontAlgn="base" hangingPunct="0">
              <a:lnSpc>
                <a:spcPct val="15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引起利润虚增</a:t>
            </a:r>
            <a:endParaRPr kumimoji="0" lang="zh-CN" altLang="en-US"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0" marR="0" lvl="1" indent="0" algn="ctr" defTabSz="914400" rtl="0" eaLnBrk="0" fontAlgn="base" hangingPunct="0">
              <a:lnSpc>
                <a:spcPct val="15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引起利率上升</a:t>
            </a:r>
            <a:endParaRPr kumimoji="0" lang="zh-CN" altLang="en-US"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0" marR="0" lvl="1" indent="0" algn="ctr" defTabSz="914400" rtl="0" eaLnBrk="0" fontAlgn="base" hangingPunct="0">
              <a:lnSpc>
                <a:spcPct val="15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引起有价证券价格下降</a:t>
            </a:r>
            <a:endParaRPr kumimoji="0" lang="zh-CN" altLang="en-US"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0" marR="0" lvl="1" indent="0" algn="ctr" defTabSz="914400" rtl="0" eaLnBrk="0" fontAlgn="base" hangingPunct="0">
              <a:lnSpc>
                <a:spcPct val="15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引起资金供应紧张</a:t>
            </a:r>
            <a:endParaRPr lang="zh-CN" altLang="en-US" kern="0" noProof="0" dirty="0">
              <a:ln>
                <a:noFill/>
              </a:ln>
              <a:solidFill>
                <a:schemeClr val="bg1"/>
              </a:solidFill>
              <a:effectLst/>
              <a:uLnTx/>
              <a:uFillTx/>
              <a:latin typeface="微软雅黑" panose="020B0503020204020204" charset="-122"/>
              <a:ea typeface="+mn-ea"/>
              <a:cs typeface="+mn-ea"/>
              <a:sym typeface="+mn-ea"/>
            </a:endParaRPr>
          </a:p>
        </p:txBody>
      </p:sp>
      <p:sp>
        <p:nvSpPr>
          <p:cNvPr id="40" name="文本框 37"/>
          <p:cNvSpPr txBox="1">
            <a:spLocks noChangeArrowheads="1"/>
          </p:cNvSpPr>
          <p:nvPr>
            <p:custDataLst>
              <p:tags r:id="rId13"/>
            </p:custDataLst>
          </p:nvPr>
        </p:nvSpPr>
        <p:spPr bwMode="auto">
          <a:xfrm>
            <a:off x="7627596" y="2548089"/>
            <a:ext cx="2501900" cy="1835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9pPr>
          </a:lstStyle>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经济的发展计划</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国家产业政策</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财税政策</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金融政策</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外汇政策</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外贸政策</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货币政策</a:t>
            </a:r>
            <a:endParaRPr lang="en-US" altLang="zh-CN" kern="0" noProof="0" dirty="0">
              <a:ln>
                <a:noFill/>
              </a:ln>
              <a:solidFill>
                <a:schemeClr val="bg1"/>
              </a:solidFill>
              <a:effectLst/>
              <a:uLnTx/>
              <a:uFillTx/>
              <a:latin typeface="微软雅黑" panose="020B0503020204020204" charset="-122"/>
              <a:sym typeface="+mn-ea"/>
            </a:endParaRPr>
          </a:p>
          <a:p>
            <a:pPr marL="0" marR="0" lvl="1" indent="0" algn="ctr" defTabSz="914400" rtl="0" eaLnBrk="0" fontAlgn="base" hangingPunct="0">
              <a:lnSpc>
                <a:spcPct val="100000"/>
              </a:lnSpc>
              <a:spcBef>
                <a:spcPts val="0"/>
              </a:spcBef>
              <a:spcAft>
                <a:spcPct val="0"/>
              </a:spcAft>
              <a:buClr>
                <a:schemeClr val="accent2"/>
              </a:buClr>
              <a:buSzPct val="70000"/>
              <a:buNone/>
              <a:defRPr/>
            </a:pPr>
            <a:r>
              <a:rPr lang="zh-CN" altLang="en-US" kern="0" noProof="0" dirty="0">
                <a:ln>
                  <a:noFill/>
                </a:ln>
                <a:solidFill>
                  <a:schemeClr val="bg1"/>
                </a:solidFill>
                <a:effectLst/>
                <a:uLnTx/>
                <a:uFillTx/>
                <a:latin typeface="微软雅黑" panose="020B0503020204020204" charset="-122"/>
                <a:sym typeface="+mn-ea"/>
              </a:rPr>
              <a:t>政府行政法规</a:t>
            </a:r>
            <a:endParaRPr lang="zh-CN" altLang="en-US" kern="0" noProof="0" dirty="0">
              <a:ln>
                <a:noFill/>
              </a:ln>
              <a:solidFill>
                <a:schemeClr val="bg1"/>
              </a:solidFill>
              <a:effectLst/>
              <a:uLnTx/>
              <a:uFillTx/>
              <a:latin typeface="微软雅黑" panose="020B0503020204020204" charset="-122"/>
              <a:ea typeface="+mn-ea"/>
              <a:cs typeface="+mn-ea"/>
              <a:sym typeface="+mn-ea"/>
            </a:endParaRPr>
          </a:p>
        </p:txBody>
      </p:sp>
      <p:sp>
        <p:nvSpPr>
          <p:cNvPr id="5" name="文本框 33"/>
          <p:cNvSpPr txBox="1">
            <a:spLocks noChangeArrowheads="1"/>
          </p:cNvSpPr>
          <p:nvPr>
            <p:custDataLst>
              <p:tags r:id="rId14"/>
            </p:custDataLst>
          </p:nvPr>
        </p:nvSpPr>
        <p:spPr bwMode="auto">
          <a:xfrm>
            <a:off x="4909820" y="1972945"/>
            <a:ext cx="1793240" cy="41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9pPr>
          </a:lstStyle>
          <a:p>
            <a:pPr algn="ctr" eaLnBrk="1" hangingPunct="1">
              <a:lnSpc>
                <a:spcPct val="120000"/>
              </a:lnSpc>
              <a:spcBef>
                <a:spcPct val="0"/>
              </a:spcBef>
              <a:buFontTx/>
              <a:buNone/>
            </a:pPr>
            <a:r>
              <a:rPr lang="zh-CN" altLang="en-US" sz="2400" b="1" dirty="0">
                <a:solidFill>
                  <a:schemeClr val="bg1"/>
                </a:solidFill>
                <a:latin typeface="+mn-lt"/>
                <a:ea typeface="+mn-ea"/>
                <a:cs typeface="+mn-ea"/>
                <a:sym typeface="+mn-lt"/>
              </a:rPr>
              <a:t>通货膨胀</a:t>
            </a:r>
          </a:p>
        </p:txBody>
      </p:sp>
      <p:sp>
        <p:nvSpPr>
          <p:cNvPr id="9" name="文本框 33"/>
          <p:cNvSpPr txBox="1">
            <a:spLocks noChangeArrowheads="1"/>
          </p:cNvSpPr>
          <p:nvPr>
            <p:custDataLst>
              <p:tags r:id="rId15"/>
            </p:custDataLst>
          </p:nvPr>
        </p:nvSpPr>
        <p:spPr bwMode="auto">
          <a:xfrm>
            <a:off x="8017834" y="1972945"/>
            <a:ext cx="1793240" cy="41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125000"/>
              </a:lnSpc>
              <a:spcBef>
                <a:spcPts val="1000"/>
              </a:spcBef>
              <a:buFont typeface="Arial" panose="020B0604020202020204" pitchFamily="34" charset="0"/>
              <a:buChar char="•"/>
              <a:defRPr sz="2000">
                <a:solidFill>
                  <a:schemeClr val="tx1"/>
                </a:solidFill>
                <a:latin typeface="Segoe UI" panose="020B0502040204020203" pitchFamily="34" charset="0"/>
                <a:ea typeface="微软雅黑" panose="020B0503020204020204" charset="-122"/>
              </a:defRPr>
            </a:lvl1pPr>
            <a:lvl2pPr marL="742950" indent="-285750">
              <a:lnSpc>
                <a:spcPct val="125000"/>
              </a:lnSpc>
              <a:spcBef>
                <a:spcPts val="500"/>
              </a:spcBef>
              <a:buFont typeface="Arial" panose="020B0604020202020204" pitchFamily="34" charset="0"/>
              <a:buChar char="•"/>
              <a:defRPr>
                <a:solidFill>
                  <a:schemeClr val="tx1"/>
                </a:solidFill>
                <a:latin typeface="Segoe UI" panose="020B0502040204020203" pitchFamily="34" charset="0"/>
                <a:ea typeface="微软雅黑" panose="020B0503020204020204" charset="-122"/>
              </a:defRPr>
            </a:lvl2pPr>
            <a:lvl3pPr marL="1143000" indent="-228600">
              <a:lnSpc>
                <a:spcPct val="125000"/>
              </a:lnSpc>
              <a:spcBef>
                <a:spcPts val="500"/>
              </a:spcBef>
              <a:buFont typeface="Arial" panose="020B0604020202020204" pitchFamily="34" charset="0"/>
              <a:buChar char="•"/>
              <a:defRPr sz="1600">
                <a:solidFill>
                  <a:schemeClr val="tx1"/>
                </a:solidFill>
                <a:latin typeface="Segoe UI" panose="020B0502040204020203" pitchFamily="34" charset="0"/>
                <a:ea typeface="微软雅黑" panose="020B0503020204020204" charset="-122"/>
              </a:defRPr>
            </a:lvl3pPr>
            <a:lvl4pPr marL="16002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4pPr>
            <a:lvl5pPr marL="2057400" indent="-228600">
              <a:lnSpc>
                <a:spcPct val="125000"/>
              </a:lnSpc>
              <a:spcBef>
                <a:spcPts val="500"/>
              </a:spcBef>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5pPr>
            <a:lvl6pPr marL="25146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6pPr>
            <a:lvl7pPr marL="29718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7pPr>
            <a:lvl8pPr marL="34290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8pPr>
            <a:lvl9pPr marL="3886200" indent="-228600" eaLnBrk="0" fontAlgn="base" hangingPunct="0">
              <a:lnSpc>
                <a:spcPct val="125000"/>
              </a:lnSpc>
              <a:spcBef>
                <a:spcPts val="500"/>
              </a:spcBef>
              <a:spcAft>
                <a:spcPct val="0"/>
              </a:spcAft>
              <a:buFont typeface="Arial" panose="020B0604020202020204" pitchFamily="34" charset="0"/>
              <a:buChar char="•"/>
              <a:defRPr sz="1400">
                <a:solidFill>
                  <a:schemeClr val="tx1"/>
                </a:solidFill>
                <a:latin typeface="Segoe UI" panose="020B0502040204020203" pitchFamily="34" charset="0"/>
                <a:ea typeface="微软雅黑" panose="020B0503020204020204" charset="-122"/>
              </a:defRPr>
            </a:lvl9pPr>
          </a:lstStyle>
          <a:p>
            <a:pPr algn="ctr" eaLnBrk="1" hangingPunct="1">
              <a:lnSpc>
                <a:spcPct val="120000"/>
              </a:lnSpc>
              <a:spcBef>
                <a:spcPct val="0"/>
              </a:spcBef>
              <a:buFontTx/>
              <a:buNone/>
            </a:pPr>
            <a:r>
              <a:rPr lang="zh-CN" altLang="en-US" sz="2400" b="1" dirty="0">
                <a:solidFill>
                  <a:schemeClr val="bg1"/>
                </a:solidFill>
                <a:latin typeface="+mn-lt"/>
                <a:ea typeface="+mn-ea"/>
                <a:cs typeface="+mn-ea"/>
                <a:sym typeface="+mn-lt"/>
              </a:rPr>
              <a:t>经济政策</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97660" y="1844040"/>
            <a:ext cx="8491220" cy="46037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225"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法律环境指影响企业财务活动的各种法律、法规和规章</a:t>
            </a:r>
          </a:p>
        </p:txBody>
      </p:sp>
      <p:grpSp>
        <p:nvGrpSpPr>
          <p:cNvPr id="16" name="组合 15"/>
          <p:cNvGrpSpPr/>
          <p:nvPr/>
        </p:nvGrpSpPr>
        <p:grpSpPr>
          <a:xfrm>
            <a:off x="3922713" y="2606069"/>
            <a:ext cx="4105275" cy="2880043"/>
            <a:chOff x="4043364" y="3940176"/>
            <a:chExt cx="4105275" cy="2880043"/>
          </a:xfrm>
        </p:grpSpPr>
        <p:sp>
          <p:nvSpPr>
            <p:cNvPr id="22" name="MH_Other_1"/>
            <p:cNvSpPr/>
            <p:nvPr>
              <p:custDataLst>
                <p:tags r:id="rId1"/>
              </p:custDataLst>
            </p:nvPr>
          </p:nvSpPr>
          <p:spPr>
            <a:xfrm rot="5400000" flipV="1">
              <a:off x="5279232" y="5225575"/>
              <a:ext cx="1565275" cy="1624012"/>
            </a:xfrm>
            <a:prstGeom prst="notchedRightArrow">
              <a:avLst>
                <a:gd name="adj1" fmla="val 60007"/>
                <a:gd name="adj2" fmla="val 36498"/>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schemeClr val="tx1"/>
                </a:solidFill>
                <a:latin typeface="+mn-ea"/>
              </a:endParaRPr>
            </a:p>
          </p:txBody>
        </p:sp>
        <p:sp>
          <p:nvSpPr>
            <p:cNvPr id="23" name="MH_Other_2"/>
            <p:cNvSpPr/>
            <p:nvPr>
              <p:custDataLst>
                <p:tags r:id="rId2"/>
              </p:custDataLst>
            </p:nvPr>
          </p:nvSpPr>
          <p:spPr>
            <a:xfrm>
              <a:off x="6583364" y="3940176"/>
              <a:ext cx="1565275" cy="1624013"/>
            </a:xfrm>
            <a:prstGeom prst="notchedRightArrow">
              <a:avLst>
                <a:gd name="adj1" fmla="val 60007"/>
                <a:gd name="adj2" fmla="val 3649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schemeClr val="tx1"/>
                </a:solidFill>
                <a:latin typeface="+mn-ea"/>
              </a:endParaRPr>
            </a:p>
          </p:txBody>
        </p:sp>
        <p:sp>
          <p:nvSpPr>
            <p:cNvPr id="24" name="MH_Other_3"/>
            <p:cNvSpPr/>
            <p:nvPr>
              <p:custDataLst>
                <p:tags r:id="rId3"/>
              </p:custDataLst>
            </p:nvPr>
          </p:nvSpPr>
          <p:spPr>
            <a:xfrm flipH="1">
              <a:off x="4043364" y="3940176"/>
              <a:ext cx="1565275" cy="1624013"/>
            </a:xfrm>
            <a:prstGeom prst="notchedRightArrow">
              <a:avLst>
                <a:gd name="adj1" fmla="val 60007"/>
                <a:gd name="adj2" fmla="val 364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schemeClr val="bg1"/>
                </a:solidFill>
                <a:latin typeface="+mn-ea"/>
              </a:endParaRPr>
            </a:p>
          </p:txBody>
        </p:sp>
        <p:sp>
          <p:nvSpPr>
            <p:cNvPr id="25" name="MH_Title_1"/>
            <p:cNvSpPr txBox="1">
              <a:spLocks noChangeArrowheads="1"/>
            </p:cNvSpPr>
            <p:nvPr>
              <p:custDataLst>
                <p:tags r:id="rId4"/>
              </p:custDataLst>
            </p:nvPr>
          </p:nvSpPr>
          <p:spPr bwMode="auto">
            <a:xfrm>
              <a:off x="5327651" y="4283076"/>
              <a:ext cx="1546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ctr" eaLnBrk="1" hangingPunct="1">
                <a:defRPr/>
              </a:pPr>
              <a:r>
                <a:rPr lang="zh-CN" altLang="en-US" sz="2000" dirty="0">
                  <a:solidFill>
                    <a:schemeClr val="bg1"/>
                  </a:solidFill>
                  <a:latin typeface="微软雅黑" panose="020B0503020204020204" charset="-122"/>
                  <a:ea typeface="微软雅黑" panose="020B0503020204020204" charset="-122"/>
                </a:rPr>
                <a:t>法律环境</a:t>
              </a:r>
            </a:p>
          </p:txBody>
        </p:sp>
      </p:grpSp>
      <p:sp>
        <p:nvSpPr>
          <p:cNvPr id="2" name="文本框 1"/>
          <p:cNvSpPr txBox="1"/>
          <p:nvPr/>
        </p:nvSpPr>
        <p:spPr>
          <a:xfrm>
            <a:off x="1520825" y="3095625"/>
            <a:ext cx="2146300" cy="645160"/>
          </a:xfrm>
          <a:prstGeom prst="rect">
            <a:avLst/>
          </a:prstGeom>
          <a:noFill/>
        </p:spPr>
        <p:txBody>
          <a:bodyPr wrap="square" rtlCol="0" anchor="t">
            <a:spAutoFit/>
          </a:bodyPr>
          <a:lstStyle/>
          <a:p>
            <a:pPr indent="0" eaLnBrk="1" hangingPunct="1">
              <a:lnSpc>
                <a:spcPct val="150000"/>
              </a:lnSpc>
              <a:spcBef>
                <a:spcPct val="50000"/>
              </a:spcBef>
              <a:buClr>
                <a:schemeClr val="accent2"/>
              </a:buClr>
              <a:buNone/>
            </a:pPr>
            <a:r>
              <a:rPr lang="zh-CN" altLang="en-US" sz="2400" dirty="0">
                <a:solidFill>
                  <a:schemeClr val="bg1"/>
                </a:solidFill>
                <a:latin typeface="微软雅黑" panose="020B0503020204020204" charset="-122"/>
                <a:ea typeface="微软雅黑" panose="020B0503020204020204" charset="-122"/>
                <a:sym typeface="+mn-ea"/>
              </a:rPr>
              <a:t>企业组织法规</a:t>
            </a:r>
          </a:p>
        </p:txBody>
      </p:sp>
      <p:sp>
        <p:nvSpPr>
          <p:cNvPr id="4" name="文本框 3"/>
          <p:cNvSpPr txBox="1"/>
          <p:nvPr/>
        </p:nvSpPr>
        <p:spPr>
          <a:xfrm>
            <a:off x="8293100" y="3181985"/>
            <a:ext cx="2276475" cy="460375"/>
          </a:xfrm>
          <a:prstGeom prst="rect">
            <a:avLst/>
          </a:prstGeom>
          <a:noFill/>
        </p:spPr>
        <p:txBody>
          <a:bodyPr wrap="square" rtlCol="0" anchor="t">
            <a:spAutoFit/>
          </a:bodyPr>
          <a:lstStyle/>
          <a:p>
            <a:r>
              <a:rPr lang="zh-CN" altLang="en-US" sz="2400" dirty="0">
                <a:solidFill>
                  <a:schemeClr val="bg1"/>
                </a:solidFill>
                <a:latin typeface="微软雅黑" panose="020B0503020204020204" charset="-122"/>
                <a:ea typeface="微软雅黑" panose="020B0503020204020204" charset="-122"/>
                <a:sym typeface="+mn-ea"/>
              </a:rPr>
              <a:t>财务会计法规</a:t>
            </a:r>
          </a:p>
        </p:txBody>
      </p:sp>
      <p:sp>
        <p:nvSpPr>
          <p:cNvPr id="5" name="文本框 4"/>
          <p:cNvSpPr txBox="1"/>
          <p:nvPr/>
        </p:nvSpPr>
        <p:spPr>
          <a:xfrm>
            <a:off x="5612130" y="5534660"/>
            <a:ext cx="850900" cy="645160"/>
          </a:xfrm>
          <a:prstGeom prst="rect">
            <a:avLst/>
          </a:prstGeom>
          <a:noFill/>
        </p:spPr>
        <p:txBody>
          <a:bodyPr wrap="square" rtlCol="0" anchor="t">
            <a:spAutoFit/>
          </a:bodyPr>
          <a:lstStyle/>
          <a:p>
            <a:pPr indent="0" eaLnBrk="1" hangingPunct="1">
              <a:lnSpc>
                <a:spcPct val="150000"/>
              </a:lnSpc>
              <a:spcBef>
                <a:spcPct val="50000"/>
              </a:spcBef>
              <a:buClr>
                <a:schemeClr val="accent2"/>
              </a:buClr>
              <a:buNone/>
            </a:pPr>
            <a:r>
              <a:rPr lang="zh-CN" altLang="en-US" sz="2400" dirty="0">
                <a:solidFill>
                  <a:schemeClr val="bg1"/>
                </a:solidFill>
                <a:latin typeface="微软雅黑" panose="020B0503020204020204" charset="-122"/>
                <a:ea typeface="微软雅黑" panose="020B0503020204020204" charset="-122"/>
                <a:sym typeface="+mn-ea"/>
              </a:rPr>
              <a:t>税法</a:t>
            </a:r>
          </a:p>
        </p:txBody>
      </p:sp>
      <p:sp>
        <p:nvSpPr>
          <p:cNvPr id="6" name="平行四边形 5"/>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7" name="矩形 6"/>
          <p:cNvSpPr/>
          <p:nvPr/>
        </p:nvSpPr>
        <p:spPr>
          <a:xfrm>
            <a:off x="679368" y="991032"/>
            <a:ext cx="15036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法律环境</a:t>
            </a:r>
          </a:p>
        </p:txBody>
      </p:sp>
      <p:cxnSp>
        <p:nvCxnSpPr>
          <p:cNvPr id="8" name="直接连接符 7"/>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9"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17582" y="2063750"/>
            <a:ext cx="5156835" cy="46037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0" i="0" u="none" strike="noStrike" kern="1200" cap="none" spc="225" normalizeH="0" baseline="0" noProof="0" dirty="0">
                <a:ln>
                  <a:noFill/>
                </a:ln>
                <a:solidFill>
                  <a:schemeClr val="bg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rPr>
              <a:t>金融市场是进行资金融通的场所</a:t>
            </a:r>
          </a:p>
        </p:txBody>
      </p:sp>
      <p:pic>
        <p:nvPicPr>
          <p:cNvPr id="45060" name="16.jpg" descr="id:2147519127;FounderCES"/>
          <p:cNvPicPr>
            <a:picLocks noChangeAspect="1"/>
          </p:cNvPicPr>
          <p:nvPr/>
        </p:nvPicPr>
        <p:blipFill>
          <a:blip r:embed="rId2"/>
          <a:stretch>
            <a:fillRect/>
          </a:stretch>
        </p:blipFill>
        <p:spPr>
          <a:xfrm>
            <a:off x="2225040" y="2719070"/>
            <a:ext cx="7382510" cy="2752090"/>
          </a:xfrm>
          <a:prstGeom prst="rect">
            <a:avLst/>
          </a:prstGeom>
          <a:noFill/>
          <a:ln w="9525">
            <a:noFill/>
          </a:ln>
        </p:spPr>
      </p:pic>
      <p:sp>
        <p:nvSpPr>
          <p:cNvPr id="2" name="文本框 1"/>
          <p:cNvSpPr txBox="1"/>
          <p:nvPr/>
        </p:nvSpPr>
        <p:spPr>
          <a:xfrm>
            <a:off x="4706620" y="5666105"/>
            <a:ext cx="2940685" cy="337185"/>
          </a:xfrm>
          <a:prstGeom prst="rect">
            <a:avLst/>
          </a:prstGeom>
        </p:spPr>
        <p:txBody>
          <a:bodyPr wrap="square">
            <a:spAutoFit/>
          </a:bodyPr>
          <a:lstStyle/>
          <a:p>
            <a:r>
              <a:rPr lang="zh-CN" altLang="en-US" sz="1600">
                <a:solidFill>
                  <a:srgbClr val="ED028C"/>
                </a:solidFill>
                <a:latin typeface="FZHTK-GBK1-02000067f-Identity-H"/>
                <a:ea typeface="FZHTK-GBK1-02000067f-Identity-H"/>
              </a:rPr>
              <a:t>图</a:t>
            </a:r>
            <a:r>
              <a:rPr lang="zh-CN" altLang="en-US" sz="1600">
                <a:solidFill>
                  <a:srgbClr val="ED028C"/>
                </a:solidFill>
                <a:latin typeface="E-F29-PK7485a2-Identity-H"/>
                <a:ea typeface="E-F29-PK7485a2-Identity-H"/>
              </a:rPr>
              <a:t>１</a:t>
            </a:r>
            <a:r>
              <a:rPr lang="en-US" altLang="zh-CN" sz="1600">
                <a:solidFill>
                  <a:srgbClr val="ED028C"/>
                </a:solidFill>
                <a:latin typeface="宋体" panose="02010600030101010101" pitchFamily="2" charset="-122"/>
                <a:ea typeface="宋体" panose="02010600030101010101" pitchFamily="2" charset="-122"/>
              </a:rPr>
              <a:t>-</a:t>
            </a:r>
            <a:r>
              <a:rPr lang="zh-CN" altLang="en-US" sz="1600">
                <a:solidFill>
                  <a:srgbClr val="ED028C"/>
                </a:solidFill>
                <a:latin typeface="E-F29-PK7485a2-Identity-H"/>
                <a:ea typeface="E-F29-PK7485a2-Identity-H"/>
              </a:rPr>
              <a:t>６ </a:t>
            </a:r>
            <a:r>
              <a:rPr lang="zh-CN" altLang="en-US" sz="1600">
                <a:solidFill>
                  <a:srgbClr val="ED028C"/>
                </a:solidFill>
                <a:latin typeface="FZHTK-GBK1-02000067f-Identity-H"/>
                <a:ea typeface="FZHTK-GBK1-02000067f-Identity-H"/>
              </a:rPr>
              <a:t>金融市场的基本类型</a:t>
            </a: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24" name="矩形 23"/>
          <p:cNvSpPr/>
          <p:nvPr/>
        </p:nvSpPr>
        <p:spPr>
          <a:xfrm>
            <a:off x="679368" y="991032"/>
            <a:ext cx="21640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金融市场环境</a:t>
            </a:r>
          </a:p>
        </p:txBody>
      </p:sp>
      <p:cxnSp>
        <p:nvCxnSpPr>
          <p:cNvPr id="5" name="直接连接符 4"/>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6"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H_Other_1"/>
          <p:cNvSpPr/>
          <p:nvPr>
            <p:custDataLst>
              <p:tags r:id="rId1"/>
            </p:custDataLst>
          </p:nvPr>
        </p:nvSpPr>
        <p:spPr>
          <a:xfrm>
            <a:off x="998019" y="1484430"/>
            <a:ext cx="757238" cy="78263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5" name="MH_Other_2"/>
          <p:cNvSpPr/>
          <p:nvPr>
            <p:custDataLst>
              <p:tags r:id="rId2"/>
            </p:custDataLst>
          </p:nvPr>
        </p:nvSpPr>
        <p:spPr>
          <a:xfrm>
            <a:off x="1102794" y="1592380"/>
            <a:ext cx="547688" cy="5667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400">
                <a:solidFill>
                  <a:srgbClr val="FFFFFF"/>
                </a:solidFill>
              </a:rPr>
              <a:t>01</a:t>
            </a:r>
            <a:endParaRPr lang="zh-CN" altLang="en-US" sz="2400">
              <a:solidFill>
                <a:srgbClr val="FFFFFF"/>
              </a:solidFill>
            </a:endParaRPr>
          </a:p>
        </p:txBody>
      </p:sp>
      <p:sp>
        <p:nvSpPr>
          <p:cNvPr id="11" name="MH_Other_5"/>
          <p:cNvSpPr/>
          <p:nvPr>
            <p:custDataLst>
              <p:tags r:id="rId3"/>
            </p:custDataLst>
          </p:nvPr>
        </p:nvSpPr>
        <p:spPr>
          <a:xfrm>
            <a:off x="998654" y="3787639"/>
            <a:ext cx="757238" cy="78263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13" name="MH_Other_6"/>
          <p:cNvSpPr/>
          <p:nvPr>
            <p:custDataLst>
              <p:tags r:id="rId4"/>
            </p:custDataLst>
          </p:nvPr>
        </p:nvSpPr>
        <p:spPr>
          <a:xfrm>
            <a:off x="1103429" y="3895589"/>
            <a:ext cx="547688" cy="5667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400" dirty="0">
                <a:solidFill>
                  <a:srgbClr val="FFFFFF"/>
                </a:solidFill>
              </a:rPr>
              <a:t>03</a:t>
            </a:r>
            <a:endParaRPr lang="zh-CN" altLang="en-US" sz="2400" dirty="0">
              <a:solidFill>
                <a:srgbClr val="FFFFFF"/>
              </a:solidFill>
            </a:endParaRPr>
          </a:p>
        </p:txBody>
      </p:sp>
      <p:sp>
        <p:nvSpPr>
          <p:cNvPr id="20" name="文本框 19"/>
          <p:cNvSpPr txBox="1"/>
          <p:nvPr>
            <p:custDataLst>
              <p:tags r:id="rId5"/>
            </p:custDataLst>
          </p:nvPr>
        </p:nvSpPr>
        <p:spPr>
          <a:xfrm>
            <a:off x="1991995" y="1484630"/>
            <a:ext cx="3193415" cy="460375"/>
          </a:xfrm>
          <a:prstGeom prst="rect">
            <a:avLst/>
          </a:prstGeom>
          <a:noFill/>
        </p:spPr>
        <p:txBody>
          <a:bodyPr wrap="square" rtlCol="0">
            <a:spAutoFit/>
          </a:bodyPr>
          <a:lstStyle/>
          <a:p>
            <a:pPr marR="0" lvl="0" indent="0" algn="l" defTabSz="914400" rtl="0" eaLnBrk="0" fontAlgn="base" latinLnBrk="0" hangingPunct="0">
              <a:lnSpc>
                <a:spcPct val="100000"/>
              </a:lnSpc>
              <a:spcBef>
                <a:spcPct val="20000"/>
              </a:spcBef>
              <a:spcAft>
                <a:spcPct val="0"/>
              </a:spcAft>
              <a:buClr>
                <a:schemeClr val="tx2"/>
              </a:buClr>
              <a:buSzPct val="70000"/>
              <a:buNone/>
              <a:defRPr/>
            </a:pPr>
            <a:r>
              <a:rPr lang="zh-CN" altLang="en-US" sz="2400" b="1" kern="0" noProof="0" dirty="0">
                <a:ln>
                  <a:noFill/>
                </a:ln>
                <a:solidFill>
                  <a:schemeClr val="bg1"/>
                </a:solidFill>
                <a:effectLst/>
                <a:uLnTx/>
                <a:uFillTx/>
                <a:latin typeface="微软雅黑" panose="020B0503020204020204" charset="-122"/>
                <a:ea typeface="微软雅黑" panose="020B0503020204020204" charset="-122"/>
                <a:sym typeface="+mn-ea"/>
              </a:rPr>
              <a:t>金融市场与企业理财</a:t>
            </a:r>
          </a:p>
        </p:txBody>
      </p:sp>
      <p:sp>
        <p:nvSpPr>
          <p:cNvPr id="21" name="矩形 20"/>
          <p:cNvSpPr/>
          <p:nvPr>
            <p:custDataLst>
              <p:tags r:id="rId6"/>
            </p:custDataLst>
          </p:nvPr>
        </p:nvSpPr>
        <p:spPr>
          <a:xfrm>
            <a:off x="1961471" y="1933869"/>
            <a:ext cx="3675783" cy="1476375"/>
          </a:xfrm>
          <a:prstGeom prst="rect">
            <a:avLst/>
          </a:prstGeom>
        </p:spPr>
        <p:txBody>
          <a:bodyPr wrap="square">
            <a:spAutoFit/>
          </a:bodyPr>
          <a:lstStyle/>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为公司筹资和投资提供场所 </a:t>
            </a:r>
            <a:endParaRPr kumimoji="0" lang="zh-CN" altLang="en-US"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实现长短期资金的互相转化 </a:t>
            </a:r>
            <a:endParaRPr kumimoji="0" lang="zh-CN" altLang="en-US"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为公司理财提供相关信息 </a:t>
            </a:r>
            <a:endParaRPr lang="zh-CN" altLang="en-US" sz="2000" dirty="0"/>
          </a:p>
        </p:txBody>
      </p:sp>
      <p:sp>
        <p:nvSpPr>
          <p:cNvPr id="22" name="文本框 21"/>
          <p:cNvSpPr txBox="1"/>
          <p:nvPr>
            <p:custDataLst>
              <p:tags r:id="rId7"/>
            </p:custDataLst>
          </p:nvPr>
        </p:nvSpPr>
        <p:spPr>
          <a:xfrm>
            <a:off x="1992814" y="3787639"/>
            <a:ext cx="2358652" cy="460375"/>
          </a:xfrm>
          <a:prstGeom prst="rect">
            <a:avLst/>
          </a:prstGeom>
          <a:noFill/>
        </p:spPr>
        <p:txBody>
          <a:bodyPr wrap="square" rtlCol="0">
            <a:spAutoFit/>
          </a:bodyPr>
          <a:lstStyle/>
          <a:p>
            <a:pPr marR="0" lvl="0" indent="0" algn="l" defTabSz="914400" rtl="0" eaLnBrk="0" fontAlgn="base" latinLnBrk="0" hangingPunct="0">
              <a:lnSpc>
                <a:spcPct val="100000"/>
              </a:lnSpc>
              <a:spcBef>
                <a:spcPct val="20000"/>
              </a:spcBef>
              <a:spcAft>
                <a:spcPct val="0"/>
              </a:spcAft>
              <a:buClr>
                <a:schemeClr val="tx2"/>
              </a:buClr>
              <a:buSzPct val="70000"/>
              <a:buNone/>
              <a:defRPr/>
            </a:pPr>
            <a:r>
              <a:rPr lang="zh-CN" altLang="en-US" sz="2400" b="1" kern="0" noProof="0" dirty="0">
                <a:ln>
                  <a:noFill/>
                </a:ln>
                <a:solidFill>
                  <a:schemeClr val="bg1"/>
                </a:solidFill>
                <a:effectLst/>
                <a:uLnTx/>
                <a:uFillTx/>
                <a:latin typeface="微软雅黑" panose="020B0503020204020204" charset="-122"/>
                <a:ea typeface="微软雅黑" panose="020B0503020204020204" charset="-122"/>
                <a:sym typeface="+mn-ea"/>
              </a:rPr>
              <a:t>金融工具</a:t>
            </a:r>
          </a:p>
        </p:txBody>
      </p:sp>
      <p:sp>
        <p:nvSpPr>
          <p:cNvPr id="23" name="矩形 22"/>
          <p:cNvSpPr/>
          <p:nvPr>
            <p:custDataLst>
              <p:tags r:id="rId8"/>
            </p:custDataLst>
          </p:nvPr>
        </p:nvSpPr>
        <p:spPr>
          <a:xfrm>
            <a:off x="1962106" y="4237078"/>
            <a:ext cx="3675783" cy="1014730"/>
          </a:xfrm>
          <a:prstGeom prst="rect">
            <a:avLst/>
          </a:prstGeom>
        </p:spPr>
        <p:txBody>
          <a:bodyPr wrap="square">
            <a:spAutoFit/>
          </a:bodyPr>
          <a:lstStyle/>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货币市场证券</a:t>
            </a:r>
            <a:endParaRPr kumimoji="0" lang="zh-CN" altLang="en-US"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资本市场证券</a:t>
            </a:r>
            <a:endParaRPr lang="zh-CN" altLang="en-US" sz="2000" dirty="0"/>
          </a:p>
        </p:txBody>
      </p:sp>
      <p:sp>
        <p:nvSpPr>
          <p:cNvPr id="24" name="MH_Other_1"/>
          <p:cNvSpPr/>
          <p:nvPr>
            <p:custDataLst>
              <p:tags r:id="rId9"/>
            </p:custDataLst>
          </p:nvPr>
        </p:nvSpPr>
        <p:spPr>
          <a:xfrm>
            <a:off x="5813301" y="1484430"/>
            <a:ext cx="757238" cy="78263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25" name="MH_Other_2"/>
          <p:cNvSpPr/>
          <p:nvPr>
            <p:custDataLst>
              <p:tags r:id="rId10"/>
            </p:custDataLst>
          </p:nvPr>
        </p:nvSpPr>
        <p:spPr>
          <a:xfrm>
            <a:off x="5918076" y="1592380"/>
            <a:ext cx="547688" cy="5667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400" dirty="0">
                <a:solidFill>
                  <a:srgbClr val="FFFFFF"/>
                </a:solidFill>
              </a:rPr>
              <a:t>02</a:t>
            </a:r>
            <a:endParaRPr lang="zh-CN" altLang="en-US" sz="2400" dirty="0">
              <a:solidFill>
                <a:srgbClr val="FFFFFF"/>
              </a:solidFill>
            </a:endParaRPr>
          </a:p>
        </p:txBody>
      </p:sp>
      <p:sp>
        <p:nvSpPr>
          <p:cNvPr id="26" name="MH_Other_5"/>
          <p:cNvSpPr/>
          <p:nvPr>
            <p:custDataLst>
              <p:tags r:id="rId11"/>
            </p:custDataLst>
          </p:nvPr>
        </p:nvSpPr>
        <p:spPr>
          <a:xfrm>
            <a:off x="5813936" y="3787639"/>
            <a:ext cx="757238" cy="782637"/>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27" name="MH_Other_6"/>
          <p:cNvSpPr/>
          <p:nvPr>
            <p:custDataLst>
              <p:tags r:id="rId12"/>
            </p:custDataLst>
          </p:nvPr>
        </p:nvSpPr>
        <p:spPr>
          <a:xfrm>
            <a:off x="5918711" y="3895589"/>
            <a:ext cx="547688" cy="5667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400" dirty="0">
                <a:solidFill>
                  <a:srgbClr val="FFFFFF"/>
                </a:solidFill>
              </a:rPr>
              <a:t>04</a:t>
            </a:r>
            <a:endParaRPr lang="zh-CN" altLang="en-US" sz="2400" dirty="0">
              <a:solidFill>
                <a:srgbClr val="FFFFFF"/>
              </a:solidFill>
            </a:endParaRPr>
          </a:p>
        </p:txBody>
      </p:sp>
      <p:sp>
        <p:nvSpPr>
          <p:cNvPr id="28" name="文本框 27"/>
          <p:cNvSpPr txBox="1"/>
          <p:nvPr>
            <p:custDataLst>
              <p:tags r:id="rId13"/>
            </p:custDataLst>
          </p:nvPr>
        </p:nvSpPr>
        <p:spPr>
          <a:xfrm>
            <a:off x="6807200" y="1484630"/>
            <a:ext cx="2760980" cy="460375"/>
          </a:xfrm>
          <a:prstGeom prst="rect">
            <a:avLst/>
          </a:prstGeom>
          <a:noFill/>
        </p:spPr>
        <p:txBody>
          <a:bodyPr wrap="square" rtlCol="0">
            <a:spAutoFit/>
          </a:bodyPr>
          <a:lstStyle/>
          <a:p>
            <a:r>
              <a:rPr lang="zh-CN" altLang="en-US" sz="2400" b="1" kern="0" noProof="0" dirty="0">
                <a:ln>
                  <a:noFill/>
                </a:ln>
                <a:solidFill>
                  <a:schemeClr val="bg1"/>
                </a:solidFill>
                <a:effectLst/>
                <a:uLnTx/>
                <a:uFillTx/>
                <a:latin typeface="微软雅黑" panose="020B0503020204020204" charset="-122"/>
                <a:ea typeface="微软雅黑" panose="020B0503020204020204" charset="-122"/>
                <a:sym typeface="+mn-ea"/>
              </a:rPr>
              <a:t>金融市场的构成</a:t>
            </a:r>
          </a:p>
        </p:txBody>
      </p:sp>
      <p:sp>
        <p:nvSpPr>
          <p:cNvPr id="29" name="矩形 28"/>
          <p:cNvSpPr/>
          <p:nvPr>
            <p:custDataLst>
              <p:tags r:id="rId14"/>
            </p:custDataLst>
          </p:nvPr>
        </p:nvSpPr>
        <p:spPr>
          <a:xfrm>
            <a:off x="6776720" y="1933575"/>
            <a:ext cx="4228465" cy="1476375"/>
          </a:xfrm>
          <a:prstGeom prst="rect">
            <a:avLst/>
          </a:prstGeom>
        </p:spPr>
        <p:txBody>
          <a:bodyPr wrap="square">
            <a:spAutoFit/>
          </a:bodyPr>
          <a:lstStyle/>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主体（银行和非银行的金融机构）</a:t>
            </a:r>
            <a:endParaRPr kumimoji="0" lang="zh-CN" altLang="en-US"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客体（交易对象）</a:t>
            </a:r>
            <a:endParaRPr kumimoji="0" lang="zh-CN" altLang="en-US"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a:p>
            <a:pPr marL="179705" marR="0" lvl="1" indent="-179705" algn="l" defTabSz="914400" rtl="0" eaLnBrk="0" fontAlgn="base" hangingPunct="0">
              <a:lnSpc>
                <a:spcPct val="150000"/>
              </a:lnSpc>
              <a:spcBef>
                <a:spcPts val="0"/>
              </a:spcBef>
              <a:spcAft>
                <a:spcPct val="0"/>
              </a:spcAft>
              <a:buClr>
                <a:schemeClr val="accent2"/>
              </a:buClr>
              <a:buSzPct val="70000"/>
              <a:buFont typeface="Arial" panose="020B0604020202020204" pitchFamily="34" charset="0"/>
              <a:buChar char="•"/>
              <a:defRPr/>
            </a:pPr>
            <a:r>
              <a:rPr lang="zh-CN" altLang="en-US" sz="2000" kern="0" noProof="0" dirty="0">
                <a:ln>
                  <a:noFill/>
                </a:ln>
                <a:solidFill>
                  <a:schemeClr val="bg1"/>
                </a:solidFill>
                <a:effectLst/>
                <a:uLnTx/>
                <a:uFillTx/>
                <a:latin typeface="微软雅黑" panose="020B0503020204020204" charset="-122"/>
                <a:ea typeface="微软雅黑" panose="020B0503020204020204" charset="-122"/>
                <a:sym typeface="+mn-ea"/>
              </a:rPr>
              <a:t>参加人（企业、政府和个人等）</a:t>
            </a:r>
            <a:endParaRPr lang="zh-CN" altLang="en-US" sz="2000" dirty="0"/>
          </a:p>
        </p:txBody>
      </p:sp>
      <p:sp>
        <p:nvSpPr>
          <p:cNvPr id="30" name="文本框 29"/>
          <p:cNvSpPr txBox="1"/>
          <p:nvPr>
            <p:custDataLst>
              <p:tags r:id="rId15"/>
            </p:custDataLst>
          </p:nvPr>
        </p:nvSpPr>
        <p:spPr>
          <a:xfrm>
            <a:off x="6808096" y="3787639"/>
            <a:ext cx="2358652" cy="460375"/>
          </a:xfrm>
          <a:prstGeom prst="rect">
            <a:avLst/>
          </a:prstGeom>
          <a:noFill/>
        </p:spPr>
        <p:txBody>
          <a:bodyPr wrap="square" rtlCol="0">
            <a:spAutoFit/>
          </a:bodyPr>
          <a:lstStyle/>
          <a:p>
            <a:pPr marR="0" lvl="0" indent="0" algn="l" defTabSz="914400" rtl="0" eaLnBrk="0" fontAlgn="base" latinLnBrk="0" hangingPunct="0">
              <a:lnSpc>
                <a:spcPct val="100000"/>
              </a:lnSpc>
              <a:spcBef>
                <a:spcPct val="20000"/>
              </a:spcBef>
              <a:spcAft>
                <a:spcPct val="0"/>
              </a:spcAft>
              <a:buClr>
                <a:schemeClr val="tx2"/>
              </a:buClr>
              <a:buSzPct val="70000"/>
              <a:buNone/>
              <a:defRPr/>
            </a:pPr>
            <a:r>
              <a:rPr lang="zh-CN" altLang="en-US" sz="2400" b="1" kern="0" noProof="0" dirty="0">
                <a:ln>
                  <a:noFill/>
                </a:ln>
                <a:solidFill>
                  <a:schemeClr val="bg1"/>
                </a:solidFill>
                <a:effectLst/>
                <a:uLnTx/>
                <a:uFillTx/>
                <a:latin typeface="微软雅黑" panose="020B0503020204020204" charset="-122"/>
                <a:ea typeface="微软雅黑" panose="020B0503020204020204" charset="-122"/>
                <a:sym typeface="+mn-ea"/>
              </a:rPr>
              <a:t>利息率及其测算</a:t>
            </a:r>
          </a:p>
        </p:txBody>
      </p:sp>
      <p:sp>
        <p:nvSpPr>
          <p:cNvPr id="31" name="矩形 30"/>
          <p:cNvSpPr/>
          <p:nvPr>
            <p:custDataLst>
              <p:tags r:id="rId16"/>
            </p:custDataLst>
          </p:nvPr>
        </p:nvSpPr>
        <p:spPr>
          <a:xfrm>
            <a:off x="6777355" y="4237355"/>
            <a:ext cx="4950460" cy="2122805"/>
          </a:xfrm>
          <a:prstGeom prst="rect">
            <a:avLst/>
          </a:prstGeom>
        </p:spPr>
        <p:txBody>
          <a:bodyPr wrap="square">
            <a:spAutoFit/>
          </a:bodyPr>
          <a:lstStyle/>
          <a:p>
            <a:pPr marL="179705" marR="0" lvl="0" indent="-179705" algn="l" defTabSz="914400" rtl="0" eaLnBrk="0" fontAlgn="base" hangingPunct="0">
              <a:lnSpc>
                <a:spcPct val="150000"/>
              </a:lnSpc>
              <a:spcBef>
                <a:spcPct val="20000"/>
              </a:spcBef>
              <a:spcAft>
                <a:spcPct val="0"/>
              </a:spcAft>
              <a:buClr>
                <a:schemeClr val="tx2"/>
              </a:buClr>
              <a:buSzPct val="70000"/>
              <a:buFont typeface="Arial" panose="020B0604020202020204" pitchFamily="34" charset="0"/>
              <a:buChar char="•"/>
              <a:defRPr/>
            </a:pPr>
            <a:r>
              <a:rPr lang="en-US" altLang="zh-CN" sz="2000" kern="0" noProof="0" dirty="0">
                <a:ln>
                  <a:noFill/>
                </a:ln>
                <a:solidFill>
                  <a:schemeClr val="bg1"/>
                </a:solidFill>
                <a:effectLst/>
                <a:uLnTx/>
                <a:uFillTx/>
                <a:latin typeface="微软雅黑" panose="020B0503020204020204" charset="-122"/>
                <a:ea typeface="微软雅黑" panose="020B0503020204020204" charset="-122"/>
                <a:sym typeface="+mn-ea"/>
              </a:rPr>
              <a:t>纯利率</a:t>
            </a:r>
            <a:endParaRPr kumimoji="0" lang="en-US" altLang="zh-CN"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a:p>
            <a:pPr marL="179705" marR="0" lvl="0" indent="-179705" algn="l" defTabSz="914400" rtl="0" eaLnBrk="0" fontAlgn="base" hangingPunct="0">
              <a:lnSpc>
                <a:spcPct val="150000"/>
              </a:lnSpc>
              <a:spcBef>
                <a:spcPct val="20000"/>
              </a:spcBef>
              <a:spcAft>
                <a:spcPct val="0"/>
              </a:spcAft>
              <a:buClr>
                <a:schemeClr val="tx2"/>
              </a:buClr>
              <a:buSzPct val="70000"/>
              <a:buFont typeface="Arial" panose="020B0604020202020204" pitchFamily="34" charset="0"/>
              <a:buChar char="•"/>
              <a:defRPr/>
            </a:pPr>
            <a:r>
              <a:rPr lang="en-US" altLang="zh-CN" sz="2000" kern="0" noProof="0" dirty="0">
                <a:ln>
                  <a:noFill/>
                </a:ln>
                <a:solidFill>
                  <a:schemeClr val="bg1"/>
                </a:solidFill>
                <a:effectLst/>
                <a:uLnTx/>
                <a:uFillTx/>
                <a:latin typeface="微软雅黑" panose="020B0503020204020204" charset="-122"/>
                <a:ea typeface="微软雅黑" panose="020B0503020204020204" charset="-122"/>
                <a:sym typeface="+mn-ea"/>
              </a:rPr>
              <a:t>通货膨胀补偿</a:t>
            </a:r>
            <a:endParaRPr kumimoji="0" lang="en-US" altLang="zh-CN" sz="2000" b="0"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a:p>
            <a:pPr marL="179705" marR="0" lvl="0" indent="-179705" algn="l" defTabSz="914400" rtl="0" eaLnBrk="0" fontAlgn="base" hangingPunct="0">
              <a:lnSpc>
                <a:spcPct val="150000"/>
              </a:lnSpc>
              <a:spcBef>
                <a:spcPct val="20000"/>
              </a:spcBef>
              <a:spcAft>
                <a:spcPct val="0"/>
              </a:spcAft>
              <a:buClr>
                <a:schemeClr val="tx2"/>
              </a:buClr>
              <a:buSzPct val="70000"/>
              <a:buFont typeface="Arial" panose="020B0604020202020204" pitchFamily="34" charset="0"/>
              <a:buChar char="•"/>
              <a:defRPr/>
            </a:pPr>
            <a:r>
              <a:rPr lang="en-US" altLang="zh-CN" sz="2000" kern="0" noProof="0" dirty="0">
                <a:ln>
                  <a:noFill/>
                </a:ln>
                <a:solidFill>
                  <a:schemeClr val="bg1"/>
                </a:solidFill>
                <a:effectLst/>
                <a:uLnTx/>
                <a:uFillTx/>
                <a:latin typeface="微软雅黑" panose="020B0503020204020204" charset="-122"/>
                <a:ea typeface="微软雅黑" panose="020B0503020204020204" charset="-122"/>
                <a:sym typeface="+mn-ea"/>
              </a:rPr>
              <a:t>风险报酬</a:t>
            </a:r>
          </a:p>
          <a:p>
            <a:pPr marL="179705" marR="0" lvl="0" indent="-179705" algn="l" defTabSz="914400" rtl="0" eaLnBrk="0" fontAlgn="base" hangingPunct="0">
              <a:lnSpc>
                <a:spcPct val="150000"/>
              </a:lnSpc>
              <a:spcBef>
                <a:spcPct val="20000"/>
              </a:spcBef>
              <a:spcAft>
                <a:spcPct val="0"/>
              </a:spcAft>
              <a:buClr>
                <a:schemeClr val="tx2"/>
              </a:buClr>
              <a:buSzPct val="70000"/>
              <a:buFont typeface="Arial" panose="020B0604020202020204" pitchFamily="34" charset="0"/>
              <a:buChar char="•"/>
              <a:defRPr/>
            </a:pPr>
            <a:r>
              <a:rPr lang="zh-CN" altLang="en-US" sz="2000" dirty="0">
                <a:solidFill>
                  <a:schemeClr val="bg1"/>
                </a:solidFill>
                <a:sym typeface="+mn-ea"/>
              </a:rPr>
              <a:t>利率计算公式：K=K</a:t>
            </a:r>
            <a:r>
              <a:rPr lang="zh-CN" altLang="en-US" sz="2000" baseline="-25000" dirty="0">
                <a:solidFill>
                  <a:schemeClr val="bg1"/>
                </a:solidFill>
                <a:uFillTx/>
                <a:sym typeface="+mn-ea"/>
              </a:rPr>
              <a:t>0</a:t>
            </a:r>
            <a:r>
              <a:rPr lang="zh-CN" altLang="en-US" sz="2000" dirty="0">
                <a:solidFill>
                  <a:schemeClr val="bg1"/>
                </a:solidFill>
                <a:sym typeface="+mn-ea"/>
              </a:rPr>
              <a:t>+IP+DP+LP+MP</a:t>
            </a:r>
            <a:endParaRPr lang="zh-CN" altLang="en-US" sz="2000" dirty="0">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5"/>
          <p:cNvSpPr/>
          <p:nvPr/>
        </p:nvSpPr>
        <p:spPr>
          <a:xfrm>
            <a:off x="1620838" y="1704340"/>
            <a:ext cx="6335712" cy="647700"/>
          </a:xfrm>
          <a:prstGeom prst="rect">
            <a:avLst/>
          </a:prstGeom>
          <a:noFill/>
          <a:ln w="9525">
            <a:noFill/>
          </a:ln>
        </p:spPr>
        <p:txBody>
          <a:bodyPr wrap="none" anchor="ctr" anchorCtr="0"/>
          <a:lstStyle/>
          <a:p>
            <a:pPr eaLnBrk="1" hangingPunct="1"/>
            <a:r>
              <a:rPr lang="zh-CN" altLang="en-US" sz="2000" dirty="0">
                <a:solidFill>
                  <a:schemeClr val="bg1"/>
                </a:solidFill>
                <a:latin typeface="+mn-ea"/>
              </a:rPr>
              <a:t>利率</a:t>
            </a:r>
            <a:r>
              <a:rPr lang="en-US" altLang="zh-CN" sz="2000" dirty="0">
                <a:solidFill>
                  <a:schemeClr val="bg1"/>
                </a:solidFill>
                <a:latin typeface="+mn-ea"/>
              </a:rPr>
              <a:t>=</a:t>
            </a:r>
            <a:r>
              <a:rPr lang="zh-CN" altLang="en-US" sz="2000" dirty="0">
                <a:solidFill>
                  <a:schemeClr val="bg1"/>
                </a:solidFill>
                <a:latin typeface="+mn-ea"/>
              </a:rPr>
              <a:t>纯利率</a:t>
            </a:r>
            <a:r>
              <a:rPr lang="en-US" altLang="zh-CN" sz="2000" dirty="0">
                <a:solidFill>
                  <a:schemeClr val="bg1"/>
                </a:solidFill>
                <a:latin typeface="+mn-ea"/>
              </a:rPr>
              <a:t>+</a:t>
            </a:r>
            <a:r>
              <a:rPr lang="zh-CN" altLang="en-US" sz="2000" dirty="0">
                <a:solidFill>
                  <a:schemeClr val="bg1"/>
                </a:solidFill>
                <a:latin typeface="+mn-ea"/>
              </a:rPr>
              <a:t>通货膨胀补偿</a:t>
            </a:r>
            <a:r>
              <a:rPr lang="en-US" altLang="zh-CN" sz="2000" dirty="0">
                <a:solidFill>
                  <a:schemeClr val="bg1"/>
                </a:solidFill>
                <a:latin typeface="+mn-ea"/>
              </a:rPr>
              <a:t>+</a:t>
            </a:r>
            <a:r>
              <a:rPr lang="zh-CN" altLang="en-US" sz="2000" dirty="0">
                <a:solidFill>
                  <a:schemeClr val="bg1"/>
                </a:solidFill>
                <a:latin typeface="+mn-ea"/>
              </a:rPr>
              <a:t>违约风险报酬</a:t>
            </a:r>
            <a:r>
              <a:rPr lang="en-US" altLang="zh-CN" sz="2000" dirty="0">
                <a:solidFill>
                  <a:schemeClr val="bg1"/>
                </a:solidFill>
                <a:latin typeface="+mn-ea"/>
              </a:rPr>
              <a:t>+</a:t>
            </a:r>
            <a:r>
              <a:rPr lang="zh-CN" altLang="en-US" sz="2000" dirty="0">
                <a:solidFill>
                  <a:schemeClr val="bg1"/>
                </a:solidFill>
                <a:latin typeface="+mn-ea"/>
              </a:rPr>
              <a:t>流动性风险报酬</a:t>
            </a:r>
            <a:r>
              <a:rPr lang="en-US" altLang="zh-CN" sz="2000" dirty="0">
                <a:solidFill>
                  <a:schemeClr val="bg1"/>
                </a:solidFill>
                <a:latin typeface="+mn-ea"/>
              </a:rPr>
              <a:t>+</a:t>
            </a:r>
            <a:r>
              <a:rPr lang="zh-CN" altLang="en-US" sz="2000" dirty="0">
                <a:solidFill>
                  <a:schemeClr val="bg1"/>
                </a:solidFill>
                <a:latin typeface="+mn-ea"/>
              </a:rPr>
              <a:t>期限风险报酬</a:t>
            </a:r>
          </a:p>
        </p:txBody>
      </p:sp>
      <p:sp>
        <p:nvSpPr>
          <p:cNvPr id="2" name="矩形 1"/>
          <p:cNvSpPr/>
          <p:nvPr/>
        </p:nvSpPr>
        <p:spPr>
          <a:xfrm>
            <a:off x="366974" y="2529682"/>
            <a:ext cx="3864666" cy="368300"/>
          </a:xfrm>
          <a:prstGeom prst="rect">
            <a:avLst/>
          </a:prstGeom>
          <a:noFill/>
          <a:ln w="9525">
            <a:noFill/>
          </a:ln>
        </p:spPr>
        <p:txBody>
          <a:bodyPr wrap="square">
            <a:spAutoFit/>
          </a:bodyPr>
          <a:lstStyle/>
          <a:p>
            <a:pPr eaLnBrk="1" hangingPunct="1"/>
            <a:r>
              <a:rPr lang="zh-CN" altLang="en-US" dirty="0">
                <a:solidFill>
                  <a:schemeClr val="bg1"/>
                </a:solidFill>
                <a:latin typeface="微软雅黑" panose="020B0503020204020204" charset="-122"/>
                <a:ea typeface="微软雅黑" panose="020B0503020204020204" charset="-122"/>
              </a:rPr>
              <a:t>没有风险和通货膨胀的均衡利率</a:t>
            </a:r>
          </a:p>
        </p:txBody>
      </p:sp>
      <p:sp>
        <p:nvSpPr>
          <p:cNvPr id="3" name="箭头: 右 2"/>
          <p:cNvSpPr/>
          <p:nvPr/>
        </p:nvSpPr>
        <p:spPr>
          <a:xfrm rot="5400000">
            <a:off x="2691925" y="2229644"/>
            <a:ext cx="288925" cy="360363"/>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8" name="矩形 7"/>
          <p:cNvSpPr/>
          <p:nvPr/>
        </p:nvSpPr>
        <p:spPr>
          <a:xfrm>
            <a:off x="835025" y="2997835"/>
            <a:ext cx="5331460" cy="874407"/>
          </a:xfrm>
          <a:prstGeom prst="rect">
            <a:avLst/>
          </a:prstGeom>
          <a:noFill/>
          <a:ln w="9525">
            <a:noFill/>
          </a:ln>
        </p:spPr>
        <p:txBody>
          <a:bodyPr wrap="square">
            <a:spAutoFit/>
          </a:bodyPr>
          <a:lstStyle/>
          <a:p>
            <a:pPr eaLnBrk="1" hangingPunct="1">
              <a:lnSpc>
                <a:spcPct val="150000"/>
              </a:lnSpc>
            </a:pPr>
            <a:r>
              <a:rPr lang="zh-CN" altLang="en-US" dirty="0">
                <a:solidFill>
                  <a:schemeClr val="bg1"/>
                </a:solidFill>
                <a:latin typeface="微软雅黑" panose="020B0503020204020204" charset="-122"/>
                <a:ea typeface="微软雅黑" panose="020B0503020204020204" charset="-122"/>
              </a:rPr>
              <a:t>无风险证券的利率，除纯利率之外还应加上通货膨胀因素，以补偿通货膨胀所遭受的损失。</a:t>
            </a:r>
          </a:p>
        </p:txBody>
      </p:sp>
      <p:sp>
        <p:nvSpPr>
          <p:cNvPr id="9" name="箭头: 右 8"/>
          <p:cNvSpPr/>
          <p:nvPr/>
        </p:nvSpPr>
        <p:spPr>
          <a:xfrm rot="5400000">
            <a:off x="3638232" y="2429192"/>
            <a:ext cx="775335" cy="36195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11" name="箭头: 右 10"/>
          <p:cNvSpPr/>
          <p:nvPr/>
        </p:nvSpPr>
        <p:spPr>
          <a:xfrm rot="5400000">
            <a:off x="5148458" y="2978273"/>
            <a:ext cx="1894450" cy="3606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13" name="矩形 12"/>
          <p:cNvSpPr/>
          <p:nvPr/>
        </p:nvSpPr>
        <p:spPr>
          <a:xfrm>
            <a:off x="2149475" y="5419482"/>
            <a:ext cx="7188200" cy="368300"/>
          </a:xfrm>
          <a:prstGeom prst="rect">
            <a:avLst/>
          </a:prstGeom>
          <a:noFill/>
          <a:ln w="9525">
            <a:noFill/>
          </a:ln>
        </p:spPr>
        <p:txBody>
          <a:bodyPr wrap="square">
            <a:spAutoFit/>
          </a:bodyPr>
          <a:lstStyle/>
          <a:p>
            <a:pPr eaLnBrk="1" hangingPunct="1"/>
            <a:r>
              <a:rPr lang="zh-CN" altLang="en-US" dirty="0">
                <a:solidFill>
                  <a:schemeClr val="bg1"/>
                </a:solidFill>
                <a:latin typeface="微软雅黑" panose="020B0503020204020204" charset="-122"/>
                <a:ea typeface="微软雅黑" panose="020B0503020204020204" charset="-122"/>
              </a:rPr>
              <a:t>流动性风险小和流动性风险大的证券利率差距介于１</a:t>
            </a:r>
            <a:r>
              <a:rPr lang="en-US" altLang="zh-CN" dirty="0">
                <a:solidFill>
                  <a:schemeClr val="bg1"/>
                </a:solidFill>
                <a:latin typeface="微软雅黑" panose="020B0503020204020204" charset="-122"/>
                <a:ea typeface="微软雅黑" panose="020B0503020204020204" charset="-122"/>
              </a:rPr>
              <a:t>-</a:t>
            </a:r>
            <a:r>
              <a:rPr lang="zh-CN" altLang="en-US" dirty="0">
                <a:solidFill>
                  <a:schemeClr val="bg1"/>
                </a:solidFill>
                <a:latin typeface="微软雅黑" panose="020B0503020204020204" charset="-122"/>
                <a:ea typeface="微软雅黑" panose="020B0503020204020204" charset="-122"/>
              </a:rPr>
              <a:t>２个百分点之间</a:t>
            </a:r>
          </a:p>
        </p:txBody>
      </p:sp>
      <p:sp>
        <p:nvSpPr>
          <p:cNvPr id="14" name="箭头: 右 13"/>
          <p:cNvSpPr/>
          <p:nvPr/>
        </p:nvSpPr>
        <p:spPr>
          <a:xfrm rot="5400000">
            <a:off x="6511036" y="3591813"/>
            <a:ext cx="3119627" cy="35877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sp>
        <p:nvSpPr>
          <p:cNvPr id="15" name="矩形 14"/>
          <p:cNvSpPr/>
          <p:nvPr/>
        </p:nvSpPr>
        <p:spPr>
          <a:xfrm>
            <a:off x="4972050" y="5930154"/>
            <a:ext cx="6556375" cy="368300"/>
          </a:xfrm>
          <a:prstGeom prst="rect">
            <a:avLst/>
          </a:prstGeom>
          <a:noFill/>
          <a:ln w="9525">
            <a:noFill/>
          </a:ln>
        </p:spPr>
        <p:txBody>
          <a:bodyPr wrap="square">
            <a:spAutoFit/>
          </a:bodyPr>
          <a:lstStyle/>
          <a:p>
            <a:pPr eaLnBrk="1" hangingPunct="1"/>
            <a:r>
              <a:rPr lang="zh-CN" altLang="en-US" dirty="0">
                <a:solidFill>
                  <a:schemeClr val="bg1"/>
                </a:solidFill>
                <a:latin typeface="微软雅黑" panose="020B0503020204020204" charset="-122"/>
                <a:ea typeface="微软雅黑" panose="020B0503020204020204" charset="-122"/>
              </a:rPr>
              <a:t>一项负债到期日越长，不确定因素就越多，期限风险报酬越大</a:t>
            </a:r>
          </a:p>
        </p:txBody>
      </p:sp>
      <p:sp>
        <p:nvSpPr>
          <p:cNvPr id="16" name="箭头: 右 15"/>
          <p:cNvSpPr/>
          <p:nvPr/>
        </p:nvSpPr>
        <p:spPr>
          <a:xfrm rot="5400000">
            <a:off x="7787555" y="3862791"/>
            <a:ext cx="3663486" cy="3606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chemeClr val="bg1"/>
              </a:solidFill>
              <a:effectLst/>
              <a:uLnTx/>
              <a:uFillTx/>
              <a:latin typeface="+mn-lt"/>
              <a:ea typeface="+mn-ea"/>
              <a:cs typeface="+mn-cs"/>
            </a:endParaRPr>
          </a:p>
        </p:txBody>
      </p:sp>
      <p:pic>
        <p:nvPicPr>
          <p:cNvPr id="4" name="图片 3"/>
          <p:cNvPicPr>
            <a:picLocks noChangeAspect="1"/>
          </p:cNvPicPr>
          <p:nvPr/>
        </p:nvPicPr>
        <p:blipFill>
          <a:blip r:embed="rId2"/>
          <a:srcRect l="206"/>
          <a:stretch>
            <a:fillRect/>
          </a:stretch>
        </p:blipFill>
        <p:spPr>
          <a:xfrm>
            <a:off x="1458912" y="4261504"/>
            <a:ext cx="5838190" cy="982345"/>
          </a:xfrm>
          <a:prstGeom prst="rect">
            <a:avLst/>
          </a:prstGeom>
        </p:spPr>
      </p:pic>
      <p:sp>
        <p:nvSpPr>
          <p:cNvPr id="5" name="文本框 4"/>
          <p:cNvSpPr txBox="1"/>
          <p:nvPr/>
        </p:nvSpPr>
        <p:spPr>
          <a:xfrm>
            <a:off x="2836387" y="3910565"/>
            <a:ext cx="3758565" cy="306705"/>
          </a:xfrm>
          <a:prstGeom prst="rect">
            <a:avLst/>
          </a:prstGeom>
        </p:spPr>
        <p:txBody>
          <a:bodyPr wrap="square">
            <a:spAutoFit/>
          </a:bodyPr>
          <a:lstStyle/>
          <a:p>
            <a:r>
              <a:rPr lang="zh-CN" altLang="en-US" sz="1400" dirty="0">
                <a:solidFill>
                  <a:srgbClr val="ED028C"/>
                </a:solidFill>
                <a:latin typeface="FZHTK-GBK1-02000067f-Identity-H"/>
                <a:ea typeface="FZHTK-GBK1-02000067f-Identity-H"/>
              </a:rPr>
              <a:t>表</a:t>
            </a:r>
            <a:r>
              <a:rPr lang="zh-CN" altLang="en-US" sz="1400" dirty="0">
                <a:solidFill>
                  <a:srgbClr val="ED028C"/>
                </a:solidFill>
                <a:latin typeface="宋体" panose="02010600030101010101" pitchFamily="2" charset="-122"/>
                <a:ea typeface="宋体" panose="02010600030101010101" pitchFamily="2" charset="-122"/>
                <a:cs typeface="宋体" panose="02010600030101010101" pitchFamily="2" charset="-122"/>
              </a:rPr>
              <a:t>１</a:t>
            </a:r>
            <a:r>
              <a:rPr lang="en-US" altLang="zh-CN" sz="1400" dirty="0">
                <a:solidFill>
                  <a:srgbClr val="ED028C"/>
                </a:solidFill>
                <a:latin typeface="宋体" panose="02010600030101010101" pitchFamily="2" charset="-122"/>
                <a:ea typeface="宋体" panose="02010600030101010101" pitchFamily="2" charset="-122"/>
                <a:cs typeface="宋体" panose="02010600030101010101" pitchFamily="2" charset="-122"/>
              </a:rPr>
              <a:t>-</a:t>
            </a:r>
            <a:r>
              <a:rPr lang="zh-CN" altLang="en-US" sz="1400" dirty="0">
                <a:solidFill>
                  <a:srgbClr val="ED028C"/>
                </a:solidFill>
                <a:latin typeface="宋体" panose="02010600030101010101" pitchFamily="2" charset="-122"/>
                <a:ea typeface="宋体" panose="02010600030101010101" pitchFamily="2" charset="-122"/>
                <a:cs typeface="宋体" panose="02010600030101010101" pitchFamily="2" charset="-122"/>
              </a:rPr>
              <a:t>１</a:t>
            </a:r>
            <a:r>
              <a:rPr lang="zh-CN" altLang="en-US" sz="1400" dirty="0">
                <a:solidFill>
                  <a:srgbClr val="ED028C"/>
                </a:solidFill>
                <a:latin typeface="E-F29-PK7485a2-Identity-H"/>
                <a:ea typeface="E-F29-PK7485a2-Identity-H"/>
              </a:rPr>
              <a:t> </a:t>
            </a:r>
            <a:r>
              <a:rPr lang="zh-CN" altLang="en-US" sz="1400" dirty="0">
                <a:solidFill>
                  <a:srgbClr val="ED028C"/>
                </a:solidFill>
                <a:latin typeface="FZHTK-GBK1-02000067f-Identity-H"/>
                <a:ea typeface="FZHTK-GBK1-02000067f-Identity-H"/>
              </a:rPr>
              <a:t>我国不同信用等级的债券利率</a:t>
            </a:r>
          </a:p>
        </p:txBody>
      </p:sp>
      <p:sp>
        <p:nvSpPr>
          <p:cNvPr id="6" name="平行四边形 5"/>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24" name="矩形 23"/>
          <p:cNvSpPr/>
          <p:nvPr/>
        </p:nvSpPr>
        <p:spPr>
          <a:xfrm>
            <a:off x="679368" y="991032"/>
            <a:ext cx="24942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利息率及其测算</a:t>
            </a:r>
          </a:p>
        </p:txBody>
      </p:sp>
      <p:cxnSp>
        <p:nvCxnSpPr>
          <p:cNvPr id="10" name="直接连接符 9"/>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12"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9"/>
                                        </p:tgtEl>
                                      </p:cBhvr>
                                    </p:animEffect>
                                    <p:set>
                                      <p:cBhvr>
                                        <p:cTn id="31" dur="1" fill="hold">
                                          <p:stCondLst>
                                            <p:cond delay="499"/>
                                          </p:stCondLst>
                                        </p:cTn>
                                        <p:tgtEl>
                                          <p:spTgt spid="9"/>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500"/>
                                        <p:tgtEl>
                                          <p:spTgt spid="8"/>
                                        </p:tgtEl>
                                      </p:cBhvr>
                                    </p:animEffect>
                                    <p:set>
                                      <p:cBhvr>
                                        <p:cTn id="34" dur="1" fill="hold">
                                          <p:stCondLst>
                                            <p:cond delay="499"/>
                                          </p:stCondLst>
                                        </p:cTn>
                                        <p:tgtEl>
                                          <p:spTgt spid="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500"/>
                                        <p:tgtEl>
                                          <p:spTgt spid="11"/>
                                        </p:tgtEl>
                                      </p:cBhvr>
                                    </p:animEffect>
                                    <p:set>
                                      <p:cBhvr>
                                        <p:cTn id="44" dur="1" fill="hold">
                                          <p:stCondLst>
                                            <p:cond delay="499"/>
                                          </p:stCondLst>
                                        </p:cTn>
                                        <p:tgtEl>
                                          <p:spTgt spid="11"/>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3"/>
                                        </p:tgtEl>
                                      </p:cBhvr>
                                    </p:animEffect>
                                    <p:set>
                                      <p:cBhvr>
                                        <p:cTn id="60" dur="1" fill="hold">
                                          <p:stCondLst>
                                            <p:cond delay="499"/>
                                          </p:stCondLst>
                                        </p:cTn>
                                        <p:tgtEl>
                                          <p:spTgt spid="13"/>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xit" presetSubtype="0" fill="hold" grpId="1" nodeType="clickEffect">
                                  <p:stCondLst>
                                    <p:cond delay="0"/>
                                  </p:stCondLst>
                                  <p:childTnLst>
                                    <p:animEffect transition="out" filter="fade">
                                      <p:cBhvr>
                                        <p:cTn id="72" dur="500"/>
                                        <p:tgtEl>
                                          <p:spTgt spid="16"/>
                                        </p:tgtEl>
                                      </p:cBhvr>
                                    </p:animEffect>
                                    <p:set>
                                      <p:cBhvr>
                                        <p:cTn id="73" dur="1" fill="hold">
                                          <p:stCondLst>
                                            <p:cond delay="499"/>
                                          </p:stCondLst>
                                        </p:cTn>
                                        <p:tgtEl>
                                          <p:spTgt spid="16"/>
                                        </p:tgtEl>
                                        <p:attrNameLst>
                                          <p:attrName>style.visibility</p:attrName>
                                        </p:attrNameLst>
                                      </p:cBhvr>
                                      <p:to>
                                        <p:strVal val="hidden"/>
                                      </p:to>
                                    </p:set>
                                  </p:childTnLst>
                                </p:cTn>
                              </p:par>
                              <p:par>
                                <p:cTn id="74" presetID="10" presetClass="exit" presetSubtype="0" fill="hold" grpId="1" nodeType="withEffect">
                                  <p:stCondLst>
                                    <p:cond delay="0"/>
                                  </p:stCondLst>
                                  <p:childTnLst>
                                    <p:animEffect transition="out" filter="fade">
                                      <p:cBhvr>
                                        <p:cTn id="75" dur="500"/>
                                        <p:tgtEl>
                                          <p:spTgt spid="15"/>
                                        </p:tgtEl>
                                      </p:cBhvr>
                                    </p:animEffect>
                                    <p:set>
                                      <p:cBhvr>
                                        <p:cTn id="76"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ldLvl="0" animBg="1"/>
      <p:bldP spid="3" grpId="1" bldLvl="0" animBg="1"/>
      <p:bldP spid="8" grpId="0"/>
      <p:bldP spid="8" grpId="1"/>
      <p:bldP spid="9" grpId="0" bldLvl="0" animBg="1"/>
      <p:bldP spid="9" grpId="1" bldLvl="0" animBg="1"/>
      <p:bldP spid="11" grpId="0" bldLvl="0" animBg="1"/>
      <p:bldP spid="11" grpId="1" bldLvl="0" animBg="1"/>
      <p:bldP spid="13" grpId="0"/>
      <p:bldP spid="13" grpId="1"/>
      <p:bldP spid="14" grpId="0" bldLvl="0" animBg="1"/>
      <p:bldP spid="14" grpId="1" bldLvl="0" animBg="1"/>
      <p:bldP spid="15" grpId="0"/>
      <p:bldP spid="15" grpId="1"/>
      <p:bldP spid="16" grpId="0" bldLvl="0" animBg="1"/>
      <p:bldP spid="16" grpId="1"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05610" y="1901190"/>
            <a:ext cx="8672830" cy="2760345"/>
          </a:xfrm>
          <a:prstGeom prst="rect">
            <a:avLst/>
          </a:prstGeom>
        </p:spPr>
        <p:txBody>
          <a:bodyPr>
            <a:noAutofit/>
          </a:bodyPr>
          <a:lstStyle/>
          <a:p>
            <a:pPr marR="0" lvl="0" indent="0" algn="l" defTabSz="914400" rtl="0" fontAlgn="base">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社会文化环境包括教育、科学、文学、艺术、新闻出版、广播电视、卫生体育、世界观、理想、信念、道德、习俗，以及同社会制度相适应的权利义务观念、道德观念、组织纪律观念、价值观念、劳动态度等。 </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4" name="平行四边形 3"/>
          <p:cNvSpPr/>
          <p:nvPr/>
        </p:nvSpPr>
        <p:spPr>
          <a:xfrm>
            <a:off x="-127932" y="966410"/>
            <a:ext cx="7697132" cy="541687"/>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24" name="矩形 23"/>
          <p:cNvSpPr/>
          <p:nvPr/>
        </p:nvSpPr>
        <p:spPr>
          <a:xfrm>
            <a:off x="679368" y="991032"/>
            <a:ext cx="2164080" cy="491490"/>
          </a:xfrm>
          <a:prstGeom prst="rect">
            <a:avLst/>
          </a:prstGeom>
          <a:noFill/>
          <a:ln>
            <a:noFill/>
          </a:ln>
        </p:spPr>
        <p:txBody>
          <a:bodyPr wrap="none" rtlCol="0" anchor="t">
            <a:spAutoFit/>
          </a:bodyPr>
          <a:lstStyle/>
          <a:p>
            <a:pPr algn="l">
              <a:defRPr/>
            </a:pPr>
            <a:r>
              <a:rPr lang="zh-CN" altLang="en-US" sz="2600" b="1" dirty="0">
                <a:solidFill>
                  <a:schemeClr val="bg1"/>
                </a:solidFill>
                <a:effectLst/>
                <a:latin typeface="Times New Roman" panose="02020603050405020304" pitchFamily="18" charset="0"/>
                <a:ea typeface="微软雅黑" panose="020B0503020204020204" charset="-122"/>
                <a:sym typeface="Times New Roman" panose="02020603050405020304" pitchFamily="18" charset="0"/>
              </a:rPr>
              <a:t>社会文化环境</a:t>
            </a:r>
          </a:p>
        </p:txBody>
      </p:sp>
      <p:cxnSp>
        <p:nvCxnSpPr>
          <p:cNvPr id="5" name="直接连接符 4"/>
          <p:cNvCxnSpPr/>
          <p:nvPr/>
        </p:nvCxnSpPr>
        <p:spPr>
          <a:xfrm>
            <a:off x="47625" y="1543050"/>
            <a:ext cx="7370623" cy="0"/>
          </a:xfrm>
          <a:prstGeom prst="line">
            <a:avLst/>
          </a:prstGeom>
          <a:ln>
            <a:gradFill>
              <a:gsLst>
                <a:gs pos="0">
                  <a:srgbClr val="80FFFF">
                    <a:alpha val="0"/>
                  </a:srgbClr>
                </a:gs>
                <a:gs pos="100000">
                  <a:srgbClr val="80FFFF"/>
                </a:gs>
              </a:gsLst>
              <a:lin ang="0" scaled="0"/>
            </a:gradFill>
          </a:ln>
        </p:spPr>
        <p:style>
          <a:lnRef idx="1">
            <a:schemeClr val="accent1"/>
          </a:lnRef>
          <a:fillRef idx="0">
            <a:schemeClr val="accent1"/>
          </a:fillRef>
          <a:effectRef idx="0">
            <a:schemeClr val="accent1"/>
          </a:effectRef>
          <a:fontRef idx="minor">
            <a:schemeClr val="tx1"/>
          </a:fontRef>
        </p:style>
      </p:cxnSp>
      <p:sp>
        <p:nvSpPr>
          <p:cNvPr id="6" name="图形 38"/>
          <p:cNvSpPr/>
          <p:nvPr/>
        </p:nvSpPr>
        <p:spPr>
          <a:xfrm>
            <a:off x="315232" y="1065159"/>
            <a:ext cx="344374" cy="344188"/>
          </a:xfrm>
          <a:custGeom>
            <a:avLst/>
            <a:gdLst>
              <a:gd name="connsiteX0" fmla="*/ 119976 w 1906029"/>
              <a:gd name="connsiteY0" fmla="*/ 1094314 h 1904998"/>
              <a:gd name="connsiteX1" fmla="*/ 1786054 w 1906029"/>
              <a:gd name="connsiteY1" fmla="*/ 1094314 h 1904998"/>
              <a:gd name="connsiteX2" fmla="*/ 1906030 w 1906029"/>
              <a:gd name="connsiteY2" fmla="*/ 1232216 h 1904998"/>
              <a:gd name="connsiteX3" fmla="*/ 1906030 w 1906029"/>
              <a:gd name="connsiteY3" fmla="*/ 1767096 h 1904998"/>
              <a:gd name="connsiteX4" fmla="*/ 1786054 w 1906029"/>
              <a:gd name="connsiteY4" fmla="*/ 1904999 h 1904998"/>
              <a:gd name="connsiteX5" fmla="*/ 119976 w 1906029"/>
              <a:gd name="connsiteY5" fmla="*/ 1904999 h 1904998"/>
              <a:gd name="connsiteX6" fmla="*/ 0 w 1906029"/>
              <a:gd name="connsiteY6" fmla="*/ 1767096 h 1904998"/>
              <a:gd name="connsiteX7" fmla="*/ 0 w 1906029"/>
              <a:gd name="connsiteY7" fmla="*/ 1232216 h 1904998"/>
              <a:gd name="connsiteX8" fmla="*/ 119976 w 1906029"/>
              <a:gd name="connsiteY8" fmla="*/ 1094314 h 1904998"/>
              <a:gd name="connsiteX9" fmla="*/ 179478 w 1906029"/>
              <a:gd name="connsiteY9" fmla="*/ 1232216 h 1904998"/>
              <a:gd name="connsiteX10" fmla="*/ 119325 w 1906029"/>
              <a:gd name="connsiteY10" fmla="*/ 1301348 h 1904998"/>
              <a:gd name="connsiteX11" fmla="*/ 119329 w 1906029"/>
              <a:gd name="connsiteY11" fmla="*/ 1302096 h 1904998"/>
              <a:gd name="connsiteX12" fmla="*/ 119329 w 1906029"/>
              <a:gd name="connsiteY12" fmla="*/ 1697960 h 1904998"/>
              <a:gd name="connsiteX13" fmla="*/ 179478 w 1906029"/>
              <a:gd name="connsiteY13" fmla="*/ 1767096 h 1904998"/>
              <a:gd name="connsiteX14" fmla="*/ 1727521 w 1906029"/>
              <a:gd name="connsiteY14" fmla="*/ 1767096 h 1904998"/>
              <a:gd name="connsiteX15" fmla="*/ 1787348 w 1906029"/>
              <a:gd name="connsiteY15" fmla="*/ 1698333 h 1904998"/>
              <a:gd name="connsiteX16" fmla="*/ 1787347 w 1906029"/>
              <a:gd name="connsiteY16" fmla="*/ 1697960 h 1904998"/>
              <a:gd name="connsiteX17" fmla="*/ 1787347 w 1906029"/>
              <a:gd name="connsiteY17" fmla="*/ 1302096 h 1904998"/>
              <a:gd name="connsiteX18" fmla="*/ 1727521 w 1906029"/>
              <a:gd name="connsiteY18" fmla="*/ 1232960 h 1904998"/>
              <a:gd name="connsiteX19" fmla="*/ 327912 w 1906029"/>
              <a:gd name="connsiteY19" fmla="*/ 1603919 h 1904998"/>
              <a:gd name="connsiteX20" fmla="*/ 236722 w 1906029"/>
              <a:gd name="connsiteY20" fmla="*/ 1501336 h 1904998"/>
              <a:gd name="connsiteX21" fmla="*/ 325971 w 1906029"/>
              <a:gd name="connsiteY21" fmla="*/ 1396521 h 1904998"/>
              <a:gd name="connsiteX22" fmla="*/ 417161 w 1906029"/>
              <a:gd name="connsiteY22" fmla="*/ 1499105 h 1904998"/>
              <a:gd name="connsiteX23" fmla="*/ 417166 w 1906029"/>
              <a:gd name="connsiteY23" fmla="*/ 1500586 h 1904998"/>
              <a:gd name="connsiteX24" fmla="*/ 327913 w 1906029"/>
              <a:gd name="connsiteY24" fmla="*/ 1603920 h 1904998"/>
              <a:gd name="connsiteX25" fmla="*/ 327912 w 1906029"/>
              <a:gd name="connsiteY25" fmla="*/ 1603920 h 1904998"/>
              <a:gd name="connsiteX26" fmla="*/ 632540 w 1906029"/>
              <a:gd name="connsiteY26" fmla="*/ 1603919 h 1904998"/>
              <a:gd name="connsiteX27" fmla="*/ 541352 w 1906029"/>
              <a:gd name="connsiteY27" fmla="*/ 1501334 h 1904998"/>
              <a:gd name="connsiteX28" fmla="*/ 630603 w 1906029"/>
              <a:gd name="connsiteY28" fmla="*/ 1396521 h 1904998"/>
              <a:gd name="connsiteX29" fmla="*/ 721791 w 1906029"/>
              <a:gd name="connsiteY29" fmla="*/ 1499106 h 1904998"/>
              <a:gd name="connsiteX30" fmla="*/ 721795 w 1906029"/>
              <a:gd name="connsiteY30" fmla="*/ 1500586 h 1904998"/>
              <a:gd name="connsiteX31" fmla="*/ 632543 w 1906029"/>
              <a:gd name="connsiteY31" fmla="*/ 1603919 h 1904998"/>
              <a:gd name="connsiteX32" fmla="*/ 632541 w 1906029"/>
              <a:gd name="connsiteY32" fmla="*/ 1603919 h 1904998"/>
              <a:gd name="connsiteX33" fmla="*/ 930377 w 1906029"/>
              <a:gd name="connsiteY33" fmla="*/ 1603919 h 1904998"/>
              <a:gd name="connsiteX34" fmla="*/ 839189 w 1906029"/>
              <a:gd name="connsiteY34" fmla="*/ 1501334 h 1904998"/>
              <a:gd name="connsiteX35" fmla="*/ 928439 w 1906029"/>
              <a:gd name="connsiteY35" fmla="*/ 1396521 h 1904998"/>
              <a:gd name="connsiteX36" fmla="*/ 1019628 w 1906029"/>
              <a:gd name="connsiteY36" fmla="*/ 1499106 h 1904998"/>
              <a:gd name="connsiteX37" fmla="*/ 1019632 w 1906029"/>
              <a:gd name="connsiteY37" fmla="*/ 1500586 h 1904998"/>
              <a:gd name="connsiteX38" fmla="*/ 930380 w 1906029"/>
              <a:gd name="connsiteY38" fmla="*/ 1603919 h 1904998"/>
              <a:gd name="connsiteX39" fmla="*/ 930377 w 1906029"/>
              <a:gd name="connsiteY39" fmla="*/ 1603919 h 1904998"/>
              <a:gd name="connsiteX40" fmla="*/ 1468490 w 1906029"/>
              <a:gd name="connsiteY40" fmla="*/ 467623 h 1904998"/>
              <a:gd name="connsiteX41" fmla="*/ 1468490 w 1906029"/>
              <a:gd name="connsiteY41" fmla="*/ 201483 h 1904998"/>
              <a:gd name="connsiteX42" fmla="*/ 1441003 w 1906029"/>
              <a:gd name="connsiteY42" fmla="*/ 191819 h 1904998"/>
              <a:gd name="connsiteX43" fmla="*/ 1420953 w 1906029"/>
              <a:gd name="connsiteY43" fmla="*/ 214865 h 1904998"/>
              <a:gd name="connsiteX44" fmla="*/ 1429361 w 1906029"/>
              <a:gd name="connsiteY44" fmla="*/ 246831 h 1904998"/>
              <a:gd name="connsiteX45" fmla="*/ 1429361 w 1906029"/>
              <a:gd name="connsiteY45" fmla="*/ 421161 h 1904998"/>
              <a:gd name="connsiteX46" fmla="*/ 1429361 w 1906029"/>
              <a:gd name="connsiteY46" fmla="*/ 466879 h 1904998"/>
              <a:gd name="connsiteX47" fmla="*/ 1466850 w 1906029"/>
              <a:gd name="connsiteY47" fmla="*/ 468021 h 1904998"/>
              <a:gd name="connsiteX48" fmla="*/ 1467843 w 1906029"/>
              <a:gd name="connsiteY48" fmla="*/ 466879 h 1904998"/>
              <a:gd name="connsiteX49" fmla="*/ 1548689 w 1906029"/>
              <a:gd name="connsiteY49" fmla="*/ 558691 h 1904998"/>
              <a:gd name="connsiteX50" fmla="*/ 1548689 w 1906029"/>
              <a:gd name="connsiteY50" fmla="*/ 120824 h 1904998"/>
              <a:gd name="connsiteX51" fmla="*/ 1506326 w 1906029"/>
              <a:gd name="connsiteY51" fmla="*/ 125188 h 1904998"/>
              <a:gd name="connsiteX52" fmla="*/ 1506326 w 1906029"/>
              <a:gd name="connsiteY52" fmla="*/ 169517 h 1904998"/>
              <a:gd name="connsiteX53" fmla="*/ 1506326 w 1906029"/>
              <a:gd name="connsiteY53" fmla="*/ 509998 h 1904998"/>
              <a:gd name="connsiteX54" fmla="*/ 1506228 w 1906029"/>
              <a:gd name="connsiteY54" fmla="*/ 557834 h 1904998"/>
              <a:gd name="connsiteX55" fmla="*/ 1506326 w 1906029"/>
              <a:gd name="connsiteY55" fmla="*/ 557947 h 1904998"/>
              <a:gd name="connsiteX56" fmla="*/ 1548042 w 1906029"/>
              <a:gd name="connsiteY56" fmla="*/ 557947 h 1904998"/>
              <a:gd name="connsiteX57" fmla="*/ 1636973 w 1906029"/>
              <a:gd name="connsiteY57" fmla="*/ 656077 h 1904998"/>
              <a:gd name="connsiteX58" fmla="*/ 1635333 w 1906029"/>
              <a:gd name="connsiteY58" fmla="*/ 16342 h 1904998"/>
              <a:gd name="connsiteX59" fmla="*/ 1634711 w 1906029"/>
              <a:gd name="connsiteY59" fmla="*/ 15632 h 1904998"/>
              <a:gd name="connsiteX60" fmla="*/ 1612396 w 1906029"/>
              <a:gd name="connsiteY60" fmla="*/ 4482 h 1904998"/>
              <a:gd name="connsiteX61" fmla="*/ 1590083 w 1906029"/>
              <a:gd name="connsiteY61" fmla="*/ 15632 h 1904998"/>
              <a:gd name="connsiteX62" fmla="*/ 1580705 w 1906029"/>
              <a:gd name="connsiteY62" fmla="*/ 41279 h 1904998"/>
              <a:gd name="connsiteX63" fmla="*/ 1590083 w 1906029"/>
              <a:gd name="connsiteY63" fmla="*/ 66928 h 1904998"/>
              <a:gd name="connsiteX64" fmla="*/ 1590083 w 1906029"/>
              <a:gd name="connsiteY64" fmla="*/ 604039 h 1904998"/>
              <a:gd name="connsiteX65" fmla="*/ 1581998 w 1906029"/>
              <a:gd name="connsiteY65" fmla="*/ 638978 h 1904998"/>
              <a:gd name="connsiteX66" fmla="*/ 1604311 w 1906029"/>
              <a:gd name="connsiteY66" fmla="*/ 664625 h 1904998"/>
              <a:gd name="connsiteX67" fmla="*/ 1636649 w 1906029"/>
              <a:gd name="connsiteY67" fmla="*/ 654590 h 1904998"/>
              <a:gd name="connsiteX68" fmla="*/ 1181649 w 1906029"/>
              <a:gd name="connsiteY68" fmla="*/ 198510 h 1904998"/>
              <a:gd name="connsiteX69" fmla="*/ 1181649 w 1906029"/>
              <a:gd name="connsiteY69" fmla="*/ 464650 h 1904998"/>
              <a:gd name="connsiteX70" fmla="*/ 1209137 w 1906029"/>
              <a:gd name="connsiteY70" fmla="*/ 474313 h 1904998"/>
              <a:gd name="connsiteX71" fmla="*/ 1228863 w 1906029"/>
              <a:gd name="connsiteY71" fmla="*/ 450897 h 1904998"/>
              <a:gd name="connsiteX72" fmla="*/ 1220455 w 1906029"/>
              <a:gd name="connsiteY72" fmla="*/ 419302 h 1904998"/>
              <a:gd name="connsiteX73" fmla="*/ 1220455 w 1906029"/>
              <a:gd name="connsiteY73" fmla="*/ 244973 h 1904998"/>
              <a:gd name="connsiteX74" fmla="*/ 1220455 w 1906029"/>
              <a:gd name="connsiteY74" fmla="*/ 199253 h 1904998"/>
              <a:gd name="connsiteX75" fmla="*/ 1181649 w 1906029"/>
              <a:gd name="connsiteY75" fmla="*/ 199253 h 1904998"/>
              <a:gd name="connsiteX76" fmla="*/ 1101450 w 1906029"/>
              <a:gd name="connsiteY76" fmla="*/ 108929 h 1904998"/>
              <a:gd name="connsiteX77" fmla="*/ 1101450 w 1906029"/>
              <a:gd name="connsiteY77" fmla="*/ 546796 h 1904998"/>
              <a:gd name="connsiteX78" fmla="*/ 1143490 w 1906029"/>
              <a:gd name="connsiteY78" fmla="*/ 546796 h 1904998"/>
              <a:gd name="connsiteX79" fmla="*/ 1143490 w 1906029"/>
              <a:gd name="connsiteY79" fmla="*/ 498845 h 1904998"/>
              <a:gd name="connsiteX80" fmla="*/ 1143490 w 1906029"/>
              <a:gd name="connsiteY80" fmla="*/ 158366 h 1904998"/>
              <a:gd name="connsiteX81" fmla="*/ 1143588 w 1906029"/>
              <a:gd name="connsiteY81" fmla="*/ 110530 h 1904998"/>
              <a:gd name="connsiteX82" fmla="*/ 1143490 w 1906029"/>
              <a:gd name="connsiteY82" fmla="*/ 110417 h 1904998"/>
              <a:gd name="connsiteX83" fmla="*/ 1101450 w 1906029"/>
              <a:gd name="connsiteY83" fmla="*/ 110417 h 1904998"/>
              <a:gd name="connsiteX84" fmla="*/ 1013810 w 1906029"/>
              <a:gd name="connsiteY84" fmla="*/ 11915 h 1904998"/>
              <a:gd name="connsiteX85" fmla="*/ 1016076 w 1906029"/>
              <a:gd name="connsiteY85" fmla="*/ 651243 h 1904998"/>
              <a:gd name="connsiteX86" fmla="*/ 1061753 w 1906029"/>
              <a:gd name="connsiteY86" fmla="*/ 648645 h 1904998"/>
              <a:gd name="connsiteX87" fmla="*/ 1070080 w 1906029"/>
              <a:gd name="connsiteY87" fmla="*/ 625597 h 1904998"/>
              <a:gd name="connsiteX88" fmla="*/ 1060702 w 1906029"/>
              <a:gd name="connsiteY88" fmla="*/ 599950 h 1904998"/>
              <a:gd name="connsiteX89" fmla="*/ 1060702 w 1906029"/>
              <a:gd name="connsiteY89" fmla="*/ 62467 h 1904998"/>
              <a:gd name="connsiteX90" fmla="*/ 1067170 w 1906029"/>
              <a:gd name="connsiteY90" fmla="*/ 27898 h 1904998"/>
              <a:gd name="connsiteX91" fmla="*/ 1044533 w 1906029"/>
              <a:gd name="connsiteY91" fmla="*/ 1137 h 1904998"/>
              <a:gd name="connsiteX92" fmla="*/ 1013811 w 1906029"/>
              <a:gd name="connsiteY92" fmla="*/ 10799 h 1904998"/>
              <a:gd name="connsiteX93" fmla="*/ 1377620 w 1906029"/>
              <a:gd name="connsiteY93" fmla="*/ 412983 h 1904998"/>
              <a:gd name="connsiteX94" fmla="*/ 1377620 w 1906029"/>
              <a:gd name="connsiteY94" fmla="*/ 807358 h 1904998"/>
              <a:gd name="connsiteX95" fmla="*/ 1556450 w 1906029"/>
              <a:gd name="connsiteY95" fmla="*/ 1063465 h 1904998"/>
              <a:gd name="connsiteX96" fmla="*/ 1103713 w 1906029"/>
              <a:gd name="connsiteY96" fmla="*/ 1063465 h 1904998"/>
              <a:gd name="connsiteX97" fmla="*/ 1287395 w 1906029"/>
              <a:gd name="connsiteY97" fmla="*/ 806246 h 1904998"/>
              <a:gd name="connsiteX98" fmla="*/ 1287395 w 1906029"/>
              <a:gd name="connsiteY98" fmla="*/ 412983 h 1904998"/>
              <a:gd name="connsiteX99" fmla="*/ 1272923 w 1906029"/>
              <a:gd name="connsiteY99" fmla="*/ 293759 h 1904998"/>
              <a:gd name="connsiteX100" fmla="*/ 1376649 w 1906029"/>
              <a:gd name="connsiteY100" fmla="*/ 277125 h 1904998"/>
              <a:gd name="connsiteX101" fmla="*/ 1391121 w 1906029"/>
              <a:gd name="connsiteY101" fmla="*/ 396348 h 1904998"/>
              <a:gd name="connsiteX102" fmla="*/ 1376649 w 1906029"/>
              <a:gd name="connsiteY102" fmla="*/ 412983 h 1904998"/>
              <a:gd name="connsiteX103" fmla="*/ 1321676 w 1906029"/>
              <a:gd name="connsiteY103" fmla="*/ 1319567 h 1904998"/>
              <a:gd name="connsiteX104" fmla="*/ 1426774 w 1906029"/>
              <a:gd name="connsiteY104" fmla="*/ 1306557 h 1904998"/>
              <a:gd name="connsiteX105" fmla="*/ 1452690 w 1906029"/>
              <a:gd name="connsiteY105" fmla="*/ 1328159 h 1904998"/>
              <a:gd name="connsiteX106" fmla="*/ 1452970 w 1906029"/>
              <a:gd name="connsiteY106" fmla="*/ 1332576 h 1904998"/>
              <a:gd name="connsiteX107" fmla="*/ 1452970 w 1906029"/>
              <a:gd name="connsiteY107" fmla="*/ 1448175 h 1904998"/>
              <a:gd name="connsiteX108" fmla="*/ 1426774 w 1906029"/>
              <a:gd name="connsiteY108" fmla="*/ 1477168 h 1904998"/>
              <a:gd name="connsiteX109" fmla="*/ 1321676 w 1906029"/>
              <a:gd name="connsiteY109" fmla="*/ 1477168 h 1904998"/>
              <a:gd name="connsiteX110" fmla="*/ 1295482 w 1906029"/>
              <a:gd name="connsiteY110" fmla="*/ 1451149 h 1904998"/>
              <a:gd name="connsiteX111" fmla="*/ 1295482 w 1906029"/>
              <a:gd name="connsiteY111" fmla="*/ 1348931 h 1904998"/>
              <a:gd name="connsiteX112" fmla="*/ 1321676 w 1906029"/>
              <a:gd name="connsiteY112" fmla="*/ 1319567 h 1904998"/>
              <a:gd name="connsiteX113" fmla="*/ 1506328 w 1906029"/>
              <a:gd name="connsiteY113" fmla="*/ 1296893 h 1904998"/>
              <a:gd name="connsiteX114" fmla="*/ 1611428 w 1906029"/>
              <a:gd name="connsiteY114" fmla="*/ 1284256 h 1904998"/>
              <a:gd name="connsiteX115" fmla="*/ 1637572 w 1906029"/>
              <a:gd name="connsiteY115" fmla="*/ 1308956 h 1904998"/>
              <a:gd name="connsiteX116" fmla="*/ 1637622 w 1906029"/>
              <a:gd name="connsiteY116" fmla="*/ 1313619 h 1904998"/>
              <a:gd name="connsiteX117" fmla="*/ 1637622 w 1906029"/>
              <a:gd name="connsiteY117" fmla="*/ 1442971 h 1904998"/>
              <a:gd name="connsiteX118" fmla="*/ 1611428 w 1906029"/>
              <a:gd name="connsiteY118" fmla="*/ 1475682 h 1904998"/>
              <a:gd name="connsiteX119" fmla="*/ 1506325 w 1906029"/>
              <a:gd name="connsiteY119" fmla="*/ 1475682 h 1904998"/>
              <a:gd name="connsiteX120" fmla="*/ 1480131 w 1906029"/>
              <a:gd name="connsiteY120" fmla="*/ 1446323 h 1904998"/>
              <a:gd name="connsiteX121" fmla="*/ 1480130 w 1906029"/>
              <a:gd name="connsiteY121" fmla="*/ 1446316 h 1904998"/>
              <a:gd name="connsiteX122" fmla="*/ 1480131 w 1906029"/>
              <a:gd name="connsiteY122" fmla="*/ 1329974 h 1904998"/>
              <a:gd name="connsiteX123" fmla="*/ 1506325 w 1906029"/>
              <a:gd name="connsiteY123" fmla="*/ 1296893 h 1904998"/>
              <a:gd name="connsiteX124" fmla="*/ 1321676 w 1906029"/>
              <a:gd name="connsiteY124" fmla="*/ 1503931 h 1904998"/>
              <a:gd name="connsiteX125" fmla="*/ 1426774 w 1906029"/>
              <a:gd name="connsiteY125" fmla="*/ 1503931 h 1904998"/>
              <a:gd name="connsiteX126" fmla="*/ 1452970 w 1906029"/>
              <a:gd name="connsiteY126" fmla="*/ 1533288 h 1904998"/>
              <a:gd name="connsiteX127" fmla="*/ 1452970 w 1906029"/>
              <a:gd name="connsiteY127" fmla="*/ 1533295 h 1904998"/>
              <a:gd name="connsiteX128" fmla="*/ 1452970 w 1906029"/>
              <a:gd name="connsiteY128" fmla="*/ 1648895 h 1904998"/>
              <a:gd name="connsiteX129" fmla="*/ 1429596 w 1906029"/>
              <a:gd name="connsiteY129" fmla="*/ 1674802 h 1904998"/>
              <a:gd name="connsiteX130" fmla="*/ 1426774 w 1906029"/>
              <a:gd name="connsiteY130" fmla="*/ 1674542 h 1904998"/>
              <a:gd name="connsiteX131" fmla="*/ 1321676 w 1906029"/>
              <a:gd name="connsiteY131" fmla="*/ 1661533 h 1904998"/>
              <a:gd name="connsiteX132" fmla="*/ 1295482 w 1906029"/>
              <a:gd name="connsiteY132" fmla="*/ 1632169 h 1904998"/>
              <a:gd name="connsiteX133" fmla="*/ 1295482 w 1906029"/>
              <a:gd name="connsiteY133" fmla="*/ 1529950 h 1904998"/>
              <a:gd name="connsiteX134" fmla="*/ 1321676 w 1906029"/>
              <a:gd name="connsiteY134" fmla="*/ 1503931 h 1904998"/>
              <a:gd name="connsiteX135" fmla="*/ 1506328 w 1906029"/>
              <a:gd name="connsiteY135" fmla="*/ 1503931 h 1904998"/>
              <a:gd name="connsiteX136" fmla="*/ 1611428 w 1906029"/>
              <a:gd name="connsiteY136" fmla="*/ 1503931 h 1904998"/>
              <a:gd name="connsiteX137" fmla="*/ 1637622 w 1906029"/>
              <a:gd name="connsiteY137" fmla="*/ 1537012 h 1904998"/>
              <a:gd name="connsiteX138" fmla="*/ 1637622 w 1906029"/>
              <a:gd name="connsiteY138" fmla="*/ 1666366 h 1904998"/>
              <a:gd name="connsiteX139" fmla="*/ 1615138 w 1906029"/>
              <a:gd name="connsiteY139" fmla="*/ 1695438 h 1904998"/>
              <a:gd name="connsiteX140" fmla="*/ 1611428 w 1906029"/>
              <a:gd name="connsiteY140" fmla="*/ 1695358 h 1904998"/>
              <a:gd name="connsiteX141" fmla="*/ 1506328 w 1906029"/>
              <a:gd name="connsiteY141" fmla="*/ 1682720 h 1904998"/>
              <a:gd name="connsiteX142" fmla="*/ 1480134 w 1906029"/>
              <a:gd name="connsiteY142" fmla="*/ 1649639 h 1904998"/>
              <a:gd name="connsiteX143" fmla="*/ 1480134 w 1906029"/>
              <a:gd name="connsiteY143" fmla="*/ 1535154 h 1904998"/>
              <a:gd name="connsiteX144" fmla="*/ 1505672 w 1906029"/>
              <a:gd name="connsiteY144" fmla="*/ 1505780 h 1904998"/>
              <a:gd name="connsiteX145" fmla="*/ 1506328 w 1906029"/>
              <a:gd name="connsiteY145" fmla="*/ 1505790 h 19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906029" h="1904998">
                <a:moveTo>
                  <a:pt x="119976" y="1094314"/>
                </a:moveTo>
                <a:lnTo>
                  <a:pt x="1786054" y="1094314"/>
                </a:lnTo>
                <a:cubicBezTo>
                  <a:pt x="1852241" y="1094518"/>
                  <a:pt x="1905852" y="1156139"/>
                  <a:pt x="1906030" y="1232216"/>
                </a:cubicBezTo>
                <a:lnTo>
                  <a:pt x="1906030" y="1767096"/>
                </a:lnTo>
                <a:cubicBezTo>
                  <a:pt x="1905852" y="1843173"/>
                  <a:pt x="1852241" y="1904794"/>
                  <a:pt x="1786054" y="1904999"/>
                </a:cubicBezTo>
                <a:lnTo>
                  <a:pt x="119976" y="1904999"/>
                </a:lnTo>
                <a:cubicBezTo>
                  <a:pt x="53789" y="1904794"/>
                  <a:pt x="178" y="1843173"/>
                  <a:pt x="0" y="1767096"/>
                </a:cubicBezTo>
                <a:lnTo>
                  <a:pt x="0" y="1232216"/>
                </a:lnTo>
                <a:cubicBezTo>
                  <a:pt x="178" y="1156140"/>
                  <a:pt x="53789" y="1094518"/>
                  <a:pt x="119976" y="1094314"/>
                </a:cubicBezTo>
                <a:close/>
                <a:moveTo>
                  <a:pt x="179478" y="1232216"/>
                </a:moveTo>
                <a:cubicBezTo>
                  <a:pt x="146258" y="1232214"/>
                  <a:pt x="119327" y="1263165"/>
                  <a:pt x="119325" y="1301348"/>
                </a:cubicBezTo>
                <a:cubicBezTo>
                  <a:pt x="119325" y="1301598"/>
                  <a:pt x="119326" y="1301847"/>
                  <a:pt x="119329" y="1302096"/>
                </a:cubicBezTo>
                <a:lnTo>
                  <a:pt x="119329" y="1697960"/>
                </a:lnTo>
                <a:cubicBezTo>
                  <a:pt x="119329" y="1736143"/>
                  <a:pt x="146258" y="1767096"/>
                  <a:pt x="179478" y="1767096"/>
                </a:cubicBezTo>
                <a:lnTo>
                  <a:pt x="1727521" y="1767096"/>
                </a:lnTo>
                <a:cubicBezTo>
                  <a:pt x="1760562" y="1767097"/>
                  <a:pt x="1787347" y="1736311"/>
                  <a:pt x="1787348" y="1698333"/>
                </a:cubicBezTo>
                <a:cubicBezTo>
                  <a:pt x="1787348" y="1698209"/>
                  <a:pt x="1787347" y="1698085"/>
                  <a:pt x="1787347" y="1697960"/>
                </a:cubicBezTo>
                <a:lnTo>
                  <a:pt x="1787347" y="1302096"/>
                </a:lnTo>
                <a:cubicBezTo>
                  <a:pt x="1787347" y="1264058"/>
                  <a:pt x="1760614" y="1233165"/>
                  <a:pt x="1727521" y="1232960"/>
                </a:cubicBezTo>
                <a:close/>
                <a:moveTo>
                  <a:pt x="327912" y="1603919"/>
                </a:moveTo>
                <a:cubicBezTo>
                  <a:pt x="278086" y="1604536"/>
                  <a:pt x="237259" y="1558607"/>
                  <a:pt x="236722" y="1501336"/>
                </a:cubicBezTo>
                <a:cubicBezTo>
                  <a:pt x="236186" y="1444064"/>
                  <a:pt x="276144" y="1397137"/>
                  <a:pt x="325971" y="1396521"/>
                </a:cubicBezTo>
                <a:cubicBezTo>
                  <a:pt x="375798" y="1395905"/>
                  <a:pt x="416625" y="1441833"/>
                  <a:pt x="417161" y="1499105"/>
                </a:cubicBezTo>
                <a:cubicBezTo>
                  <a:pt x="417166" y="1499598"/>
                  <a:pt x="417167" y="1500092"/>
                  <a:pt x="417166" y="1500586"/>
                </a:cubicBezTo>
                <a:cubicBezTo>
                  <a:pt x="417345" y="1557450"/>
                  <a:pt x="377385" y="1603714"/>
                  <a:pt x="327913" y="1603920"/>
                </a:cubicBezTo>
                <a:cubicBezTo>
                  <a:pt x="327913" y="1603920"/>
                  <a:pt x="327913" y="1603920"/>
                  <a:pt x="327912" y="1603920"/>
                </a:cubicBezTo>
                <a:close/>
                <a:moveTo>
                  <a:pt x="632540" y="1603919"/>
                </a:moveTo>
                <a:cubicBezTo>
                  <a:pt x="582714" y="1604535"/>
                  <a:pt x="541887" y="1558605"/>
                  <a:pt x="541352" y="1501334"/>
                </a:cubicBezTo>
                <a:cubicBezTo>
                  <a:pt x="540817" y="1444062"/>
                  <a:pt x="580776" y="1397136"/>
                  <a:pt x="630603" y="1396521"/>
                </a:cubicBezTo>
                <a:cubicBezTo>
                  <a:pt x="680429" y="1395906"/>
                  <a:pt x="721256" y="1441835"/>
                  <a:pt x="721791" y="1499106"/>
                </a:cubicBezTo>
                <a:cubicBezTo>
                  <a:pt x="721795" y="1499600"/>
                  <a:pt x="721797" y="1500093"/>
                  <a:pt x="721795" y="1500586"/>
                </a:cubicBezTo>
                <a:cubicBezTo>
                  <a:pt x="721974" y="1557450"/>
                  <a:pt x="682015" y="1603714"/>
                  <a:pt x="632543" y="1603919"/>
                </a:cubicBezTo>
                <a:cubicBezTo>
                  <a:pt x="632542" y="1603919"/>
                  <a:pt x="632541" y="1603919"/>
                  <a:pt x="632541" y="1603919"/>
                </a:cubicBezTo>
                <a:close/>
                <a:moveTo>
                  <a:pt x="930377" y="1603919"/>
                </a:moveTo>
                <a:cubicBezTo>
                  <a:pt x="880551" y="1604535"/>
                  <a:pt x="839724" y="1558605"/>
                  <a:pt x="839189" y="1501334"/>
                </a:cubicBezTo>
                <a:cubicBezTo>
                  <a:pt x="838654" y="1444062"/>
                  <a:pt x="878613" y="1397136"/>
                  <a:pt x="928439" y="1396521"/>
                </a:cubicBezTo>
                <a:cubicBezTo>
                  <a:pt x="978266" y="1395906"/>
                  <a:pt x="1019092" y="1441835"/>
                  <a:pt x="1019628" y="1499106"/>
                </a:cubicBezTo>
                <a:cubicBezTo>
                  <a:pt x="1019632" y="1499600"/>
                  <a:pt x="1019634" y="1500093"/>
                  <a:pt x="1019632" y="1500586"/>
                </a:cubicBezTo>
                <a:cubicBezTo>
                  <a:pt x="1019811" y="1557450"/>
                  <a:pt x="979852" y="1603714"/>
                  <a:pt x="930380" y="1603919"/>
                </a:cubicBezTo>
                <a:cubicBezTo>
                  <a:pt x="930379" y="1603919"/>
                  <a:pt x="930378" y="1603919"/>
                  <a:pt x="930377" y="1603919"/>
                </a:cubicBezTo>
                <a:close/>
                <a:moveTo>
                  <a:pt x="1468490" y="467623"/>
                </a:moveTo>
                <a:cubicBezTo>
                  <a:pt x="1528048" y="392116"/>
                  <a:pt x="1528048" y="276990"/>
                  <a:pt x="1468490" y="201483"/>
                </a:cubicBezTo>
                <a:cubicBezTo>
                  <a:pt x="1461315" y="193171"/>
                  <a:pt x="1450995" y="189543"/>
                  <a:pt x="1441003" y="191819"/>
                </a:cubicBezTo>
                <a:cubicBezTo>
                  <a:pt x="1431122" y="194640"/>
                  <a:pt x="1423407" y="203508"/>
                  <a:pt x="1420953" y="214865"/>
                </a:cubicBezTo>
                <a:cubicBezTo>
                  <a:pt x="1418145" y="226493"/>
                  <a:pt x="1421419" y="238939"/>
                  <a:pt x="1429361" y="246831"/>
                </a:cubicBezTo>
                <a:cubicBezTo>
                  <a:pt x="1466810" y="296970"/>
                  <a:pt x="1466810" y="371022"/>
                  <a:pt x="1429361" y="421161"/>
                </a:cubicBezTo>
                <a:cubicBezTo>
                  <a:pt x="1418382" y="433788"/>
                  <a:pt x="1418382" y="454252"/>
                  <a:pt x="1429361" y="466879"/>
                </a:cubicBezTo>
                <a:cubicBezTo>
                  <a:pt x="1439439" y="479093"/>
                  <a:pt x="1456223" y="479604"/>
                  <a:pt x="1466850" y="468021"/>
                </a:cubicBezTo>
                <a:cubicBezTo>
                  <a:pt x="1467189" y="467650"/>
                  <a:pt x="1467520" y="467270"/>
                  <a:pt x="1467843" y="466879"/>
                </a:cubicBezTo>
                <a:close/>
                <a:moveTo>
                  <a:pt x="1548689" y="558691"/>
                </a:moveTo>
                <a:cubicBezTo>
                  <a:pt x="1653525" y="437606"/>
                  <a:pt x="1653525" y="241909"/>
                  <a:pt x="1548689" y="120824"/>
                </a:cubicBezTo>
                <a:cubicBezTo>
                  <a:pt x="1535943" y="108583"/>
                  <a:pt x="1516976" y="110537"/>
                  <a:pt x="1506326" y="125188"/>
                </a:cubicBezTo>
                <a:cubicBezTo>
                  <a:pt x="1496999" y="138020"/>
                  <a:pt x="1496999" y="156685"/>
                  <a:pt x="1506326" y="169517"/>
                </a:cubicBezTo>
                <a:cubicBezTo>
                  <a:pt x="1587719" y="263731"/>
                  <a:pt x="1587719" y="415784"/>
                  <a:pt x="1506326" y="509998"/>
                </a:cubicBezTo>
                <a:cubicBezTo>
                  <a:pt x="1494807" y="523176"/>
                  <a:pt x="1494763" y="544593"/>
                  <a:pt x="1506228" y="557834"/>
                </a:cubicBezTo>
                <a:cubicBezTo>
                  <a:pt x="1506260" y="557871"/>
                  <a:pt x="1506293" y="557909"/>
                  <a:pt x="1506326" y="557947"/>
                </a:cubicBezTo>
                <a:cubicBezTo>
                  <a:pt x="1517903" y="571029"/>
                  <a:pt x="1536466" y="571029"/>
                  <a:pt x="1548042" y="557947"/>
                </a:cubicBezTo>
                <a:close/>
                <a:moveTo>
                  <a:pt x="1636973" y="656077"/>
                </a:moveTo>
                <a:cubicBezTo>
                  <a:pt x="1790214" y="478898"/>
                  <a:pt x="1789480" y="192479"/>
                  <a:pt x="1635333" y="16342"/>
                </a:cubicBezTo>
                <a:cubicBezTo>
                  <a:pt x="1635126" y="16105"/>
                  <a:pt x="1634918" y="15869"/>
                  <a:pt x="1634711" y="15632"/>
                </a:cubicBezTo>
                <a:cubicBezTo>
                  <a:pt x="1628819" y="8718"/>
                  <a:pt x="1620813" y="4718"/>
                  <a:pt x="1612396" y="4482"/>
                </a:cubicBezTo>
                <a:cubicBezTo>
                  <a:pt x="1603979" y="4718"/>
                  <a:pt x="1595974" y="8719"/>
                  <a:pt x="1590083" y="15632"/>
                </a:cubicBezTo>
                <a:cubicBezTo>
                  <a:pt x="1584187" y="22464"/>
                  <a:pt x="1580825" y="31657"/>
                  <a:pt x="1580705" y="41279"/>
                </a:cubicBezTo>
                <a:cubicBezTo>
                  <a:pt x="1580825" y="50902"/>
                  <a:pt x="1584186" y="60096"/>
                  <a:pt x="1590083" y="66928"/>
                </a:cubicBezTo>
                <a:cubicBezTo>
                  <a:pt x="1718903" y="215351"/>
                  <a:pt x="1718903" y="455616"/>
                  <a:pt x="1590083" y="604039"/>
                </a:cubicBezTo>
                <a:cubicBezTo>
                  <a:pt x="1582310" y="613293"/>
                  <a:pt x="1579252" y="626508"/>
                  <a:pt x="1581998" y="638978"/>
                </a:cubicBezTo>
                <a:cubicBezTo>
                  <a:pt x="1585367" y="651187"/>
                  <a:pt x="1593689" y="660753"/>
                  <a:pt x="1604311" y="664625"/>
                </a:cubicBezTo>
                <a:cubicBezTo>
                  <a:pt x="1615876" y="668457"/>
                  <a:pt x="1628335" y="664591"/>
                  <a:pt x="1636649" y="654590"/>
                </a:cubicBezTo>
                <a:close/>
                <a:moveTo>
                  <a:pt x="1181649" y="198510"/>
                </a:moveTo>
                <a:cubicBezTo>
                  <a:pt x="1122092" y="274018"/>
                  <a:pt x="1122092" y="389143"/>
                  <a:pt x="1181649" y="464650"/>
                </a:cubicBezTo>
                <a:cubicBezTo>
                  <a:pt x="1188994" y="472632"/>
                  <a:pt x="1199164" y="476207"/>
                  <a:pt x="1209137" y="474313"/>
                </a:cubicBezTo>
                <a:cubicBezTo>
                  <a:pt x="1218978" y="471310"/>
                  <a:pt x="1226569" y="462299"/>
                  <a:pt x="1228863" y="450897"/>
                </a:cubicBezTo>
                <a:cubicBezTo>
                  <a:pt x="1231787" y="439380"/>
                  <a:pt x="1228484" y="426968"/>
                  <a:pt x="1220455" y="419302"/>
                </a:cubicBezTo>
                <a:cubicBezTo>
                  <a:pt x="1183006" y="369164"/>
                  <a:pt x="1183006" y="295111"/>
                  <a:pt x="1220455" y="244973"/>
                </a:cubicBezTo>
                <a:cubicBezTo>
                  <a:pt x="1231259" y="232263"/>
                  <a:pt x="1231259" y="211963"/>
                  <a:pt x="1220455" y="199253"/>
                </a:cubicBezTo>
                <a:cubicBezTo>
                  <a:pt x="1209728" y="186966"/>
                  <a:pt x="1192376" y="186966"/>
                  <a:pt x="1181649" y="199253"/>
                </a:cubicBezTo>
                <a:close/>
                <a:moveTo>
                  <a:pt x="1101450" y="108929"/>
                </a:moveTo>
                <a:cubicBezTo>
                  <a:pt x="996615" y="230014"/>
                  <a:pt x="996615" y="425711"/>
                  <a:pt x="1101450" y="546796"/>
                </a:cubicBezTo>
                <a:cubicBezTo>
                  <a:pt x="1113205" y="559729"/>
                  <a:pt x="1131735" y="559729"/>
                  <a:pt x="1143490" y="546796"/>
                </a:cubicBezTo>
                <a:cubicBezTo>
                  <a:pt x="1154872" y="533490"/>
                  <a:pt x="1154872" y="512152"/>
                  <a:pt x="1143490" y="498845"/>
                </a:cubicBezTo>
                <a:cubicBezTo>
                  <a:pt x="1061921" y="404715"/>
                  <a:pt x="1061921" y="252496"/>
                  <a:pt x="1143490" y="158366"/>
                </a:cubicBezTo>
                <a:cubicBezTo>
                  <a:pt x="1155009" y="145188"/>
                  <a:pt x="1155053" y="123771"/>
                  <a:pt x="1143588" y="110530"/>
                </a:cubicBezTo>
                <a:cubicBezTo>
                  <a:pt x="1143555" y="110493"/>
                  <a:pt x="1143523" y="110455"/>
                  <a:pt x="1143490" y="110417"/>
                </a:cubicBezTo>
                <a:cubicBezTo>
                  <a:pt x="1131388" y="98520"/>
                  <a:pt x="1113552" y="98520"/>
                  <a:pt x="1101450" y="110417"/>
                </a:cubicBezTo>
                <a:close/>
                <a:moveTo>
                  <a:pt x="1013810" y="11915"/>
                </a:moveTo>
                <a:cubicBezTo>
                  <a:pt x="861156" y="189329"/>
                  <a:pt x="862169" y="475266"/>
                  <a:pt x="1016076" y="651243"/>
                </a:cubicBezTo>
                <a:cubicBezTo>
                  <a:pt x="1029314" y="665024"/>
                  <a:pt x="1049764" y="663860"/>
                  <a:pt x="1061753" y="648645"/>
                </a:cubicBezTo>
                <a:cubicBezTo>
                  <a:pt x="1066757" y="642294"/>
                  <a:pt x="1069698" y="634153"/>
                  <a:pt x="1070080" y="625597"/>
                </a:cubicBezTo>
                <a:cubicBezTo>
                  <a:pt x="1069960" y="615975"/>
                  <a:pt x="1066599" y="606781"/>
                  <a:pt x="1060702" y="599950"/>
                </a:cubicBezTo>
                <a:cubicBezTo>
                  <a:pt x="931667" y="451484"/>
                  <a:pt x="931667" y="210933"/>
                  <a:pt x="1060702" y="62467"/>
                </a:cubicBezTo>
                <a:cubicBezTo>
                  <a:pt x="1068146" y="53141"/>
                  <a:pt x="1070620" y="39917"/>
                  <a:pt x="1067170" y="27898"/>
                </a:cubicBezTo>
                <a:cubicBezTo>
                  <a:pt x="1064350" y="14954"/>
                  <a:pt x="1055711" y="4740"/>
                  <a:pt x="1044533" y="1137"/>
                </a:cubicBezTo>
                <a:cubicBezTo>
                  <a:pt x="1033527" y="-2065"/>
                  <a:pt x="1021866" y="1603"/>
                  <a:pt x="1013811" y="10799"/>
                </a:cubicBezTo>
                <a:close/>
                <a:moveTo>
                  <a:pt x="1377620" y="412983"/>
                </a:moveTo>
                <a:lnTo>
                  <a:pt x="1377620" y="807358"/>
                </a:lnTo>
                <a:cubicBezTo>
                  <a:pt x="1482491" y="833247"/>
                  <a:pt x="1557158" y="940179"/>
                  <a:pt x="1556450" y="1063465"/>
                </a:cubicBezTo>
                <a:cubicBezTo>
                  <a:pt x="1558392" y="1063465"/>
                  <a:pt x="1105976" y="1073872"/>
                  <a:pt x="1103713" y="1063465"/>
                </a:cubicBezTo>
                <a:cubicBezTo>
                  <a:pt x="1103002" y="938047"/>
                  <a:pt x="1180235" y="829894"/>
                  <a:pt x="1287395" y="806246"/>
                </a:cubicBezTo>
                <a:lnTo>
                  <a:pt x="1287395" y="412983"/>
                </a:lnTo>
                <a:cubicBezTo>
                  <a:pt x="1254756" y="384654"/>
                  <a:pt x="1248277" y="331275"/>
                  <a:pt x="1272923" y="293759"/>
                </a:cubicBezTo>
                <a:cubicBezTo>
                  <a:pt x="1297570" y="256243"/>
                  <a:pt x="1344009" y="248796"/>
                  <a:pt x="1376649" y="277125"/>
                </a:cubicBezTo>
                <a:cubicBezTo>
                  <a:pt x="1409288" y="305454"/>
                  <a:pt x="1415768" y="358832"/>
                  <a:pt x="1391121" y="396348"/>
                </a:cubicBezTo>
                <a:cubicBezTo>
                  <a:pt x="1386990" y="402636"/>
                  <a:pt x="1382119" y="408235"/>
                  <a:pt x="1376649" y="412983"/>
                </a:cubicBezTo>
                <a:close/>
                <a:moveTo>
                  <a:pt x="1321676" y="1319567"/>
                </a:moveTo>
                <a:lnTo>
                  <a:pt x="1426774" y="1306557"/>
                </a:lnTo>
                <a:cubicBezTo>
                  <a:pt x="1439120" y="1304297"/>
                  <a:pt x="1450723" y="1313968"/>
                  <a:pt x="1452690" y="1328159"/>
                </a:cubicBezTo>
                <a:cubicBezTo>
                  <a:pt x="1452892" y="1329620"/>
                  <a:pt x="1452986" y="1331097"/>
                  <a:pt x="1452970" y="1332576"/>
                </a:cubicBezTo>
                <a:lnTo>
                  <a:pt x="1452970" y="1448175"/>
                </a:lnTo>
                <a:cubicBezTo>
                  <a:pt x="1452448" y="1464367"/>
                  <a:pt x="1440871" y="1477180"/>
                  <a:pt x="1426774" y="1477168"/>
                </a:cubicBezTo>
                <a:lnTo>
                  <a:pt x="1321676" y="1477168"/>
                </a:lnTo>
                <a:cubicBezTo>
                  <a:pt x="1308210" y="1478235"/>
                  <a:pt x="1296515" y="1466619"/>
                  <a:pt x="1295482" y="1451149"/>
                </a:cubicBezTo>
                <a:lnTo>
                  <a:pt x="1295482" y="1348931"/>
                </a:lnTo>
                <a:cubicBezTo>
                  <a:pt x="1296980" y="1333202"/>
                  <a:pt x="1307958" y="1320895"/>
                  <a:pt x="1321676" y="1319567"/>
                </a:cubicBezTo>
                <a:close/>
                <a:moveTo>
                  <a:pt x="1506328" y="1296893"/>
                </a:moveTo>
                <a:lnTo>
                  <a:pt x="1611428" y="1284256"/>
                </a:lnTo>
                <a:cubicBezTo>
                  <a:pt x="1624582" y="1282778"/>
                  <a:pt x="1636286" y="1293837"/>
                  <a:pt x="1637572" y="1308956"/>
                </a:cubicBezTo>
                <a:cubicBezTo>
                  <a:pt x="1637703" y="1310506"/>
                  <a:pt x="1637720" y="1312066"/>
                  <a:pt x="1637622" y="1313619"/>
                </a:cubicBezTo>
                <a:lnTo>
                  <a:pt x="1637622" y="1442971"/>
                </a:lnTo>
                <a:cubicBezTo>
                  <a:pt x="1637997" y="1460211"/>
                  <a:pt x="1626406" y="1474685"/>
                  <a:pt x="1611428" y="1475682"/>
                </a:cubicBezTo>
                <a:lnTo>
                  <a:pt x="1506325" y="1475682"/>
                </a:lnTo>
                <a:cubicBezTo>
                  <a:pt x="1492038" y="1475889"/>
                  <a:pt x="1480310" y="1462744"/>
                  <a:pt x="1480131" y="1446323"/>
                </a:cubicBezTo>
                <a:cubicBezTo>
                  <a:pt x="1480131" y="1446320"/>
                  <a:pt x="1480131" y="1446318"/>
                  <a:pt x="1480130" y="1446316"/>
                </a:cubicBezTo>
                <a:lnTo>
                  <a:pt x="1480131" y="1329974"/>
                </a:lnTo>
                <a:cubicBezTo>
                  <a:pt x="1480367" y="1312937"/>
                  <a:pt x="1491591" y="1298763"/>
                  <a:pt x="1506325" y="1296893"/>
                </a:cubicBezTo>
                <a:close/>
                <a:moveTo>
                  <a:pt x="1321676" y="1503931"/>
                </a:moveTo>
                <a:lnTo>
                  <a:pt x="1426774" y="1503931"/>
                </a:lnTo>
                <a:cubicBezTo>
                  <a:pt x="1441061" y="1503723"/>
                  <a:pt x="1452789" y="1516867"/>
                  <a:pt x="1452970" y="1533288"/>
                </a:cubicBezTo>
                <a:cubicBezTo>
                  <a:pt x="1452970" y="1533291"/>
                  <a:pt x="1452970" y="1533293"/>
                  <a:pt x="1452970" y="1533295"/>
                </a:cubicBezTo>
                <a:lnTo>
                  <a:pt x="1452970" y="1648895"/>
                </a:lnTo>
                <a:cubicBezTo>
                  <a:pt x="1452739" y="1663468"/>
                  <a:pt x="1442274" y="1675067"/>
                  <a:pt x="1429596" y="1674802"/>
                </a:cubicBezTo>
                <a:cubicBezTo>
                  <a:pt x="1428652" y="1674782"/>
                  <a:pt x="1427709" y="1674695"/>
                  <a:pt x="1426774" y="1674542"/>
                </a:cubicBezTo>
                <a:lnTo>
                  <a:pt x="1321676" y="1661533"/>
                </a:lnTo>
                <a:cubicBezTo>
                  <a:pt x="1307902" y="1660348"/>
                  <a:pt x="1296856" y="1647966"/>
                  <a:pt x="1295482" y="1632169"/>
                </a:cubicBezTo>
                <a:lnTo>
                  <a:pt x="1295482" y="1529950"/>
                </a:lnTo>
                <a:cubicBezTo>
                  <a:pt x="1296516" y="1514481"/>
                  <a:pt x="1308210" y="1502865"/>
                  <a:pt x="1321676" y="1503931"/>
                </a:cubicBezTo>
                <a:close/>
                <a:moveTo>
                  <a:pt x="1506328" y="1503931"/>
                </a:moveTo>
                <a:lnTo>
                  <a:pt x="1611428" y="1503931"/>
                </a:lnTo>
                <a:cubicBezTo>
                  <a:pt x="1626535" y="1504931"/>
                  <a:pt x="1638175" y="1519630"/>
                  <a:pt x="1637622" y="1537012"/>
                </a:cubicBezTo>
                <a:lnTo>
                  <a:pt x="1637622" y="1666366"/>
                </a:lnTo>
                <a:cubicBezTo>
                  <a:pt x="1638398" y="1681530"/>
                  <a:pt x="1628331" y="1694546"/>
                  <a:pt x="1615138" y="1695438"/>
                </a:cubicBezTo>
                <a:cubicBezTo>
                  <a:pt x="1613902" y="1695522"/>
                  <a:pt x="1612661" y="1695495"/>
                  <a:pt x="1611428" y="1695358"/>
                </a:cubicBezTo>
                <a:lnTo>
                  <a:pt x="1506328" y="1682720"/>
                </a:lnTo>
                <a:cubicBezTo>
                  <a:pt x="1491663" y="1680696"/>
                  <a:pt x="1480510" y="1666611"/>
                  <a:pt x="1480134" y="1649639"/>
                </a:cubicBezTo>
                <a:lnTo>
                  <a:pt x="1480134" y="1535154"/>
                </a:lnTo>
                <a:cubicBezTo>
                  <a:pt x="1480129" y="1518936"/>
                  <a:pt x="1491563" y="1505786"/>
                  <a:pt x="1505672" y="1505780"/>
                </a:cubicBezTo>
                <a:cubicBezTo>
                  <a:pt x="1505891" y="1505780"/>
                  <a:pt x="1506109" y="1505783"/>
                  <a:pt x="1506328" y="1505790"/>
                </a:cubicBezTo>
                <a:close/>
              </a:path>
            </a:pathLst>
          </a:custGeom>
          <a:solidFill>
            <a:srgbClr val="80FFFF"/>
          </a:solidFill>
          <a:ln w="1619" cap="flat">
            <a:noFill/>
            <a:prstDash val="solid"/>
            <a:miter/>
          </a:ln>
        </p:spPr>
        <p:txBody>
          <a:bodyPr rtlCol="0" anchor="ctr"/>
          <a:lstStyle/>
          <a:p>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rotWithShape="1">
          <a:blip r:embed="rId9" cstate="print">
            <a:extLst>
              <a:ext uri="{28A0092B-C50C-407E-A947-70E740481C1C}">
                <a14:useLocalDpi xmlns:a14="http://schemas.microsoft.com/office/drawing/2010/main" val="0"/>
              </a:ext>
            </a:extLst>
          </a:blip>
          <a:srcRect l="5556" r="5556"/>
          <a:stretch>
            <a:fillRect/>
          </a:stretch>
        </p:blipFill>
        <p:spPr>
          <a:xfrm>
            <a:off x="0" y="0"/>
            <a:ext cx="12192000" cy="6858000"/>
          </a:xfrm>
          <a:prstGeom prst="rect">
            <a:avLst/>
          </a:prstGeom>
        </p:spPr>
      </p:pic>
      <p:sp>
        <p:nvSpPr>
          <p:cNvPr id="5" name="矩形 4"/>
          <p:cNvSpPr/>
          <p:nvPr>
            <p:custDataLst>
              <p:tags r:id="rId1"/>
            </p:custDataLst>
          </p:nvPr>
        </p:nvSpPr>
        <p:spPr>
          <a:xfrm flipH="1">
            <a:off x="0" y="0"/>
            <a:ext cx="12192000" cy="6858000"/>
          </a:xfrm>
          <a:prstGeom prst="rect">
            <a:avLst/>
          </a:prstGeom>
          <a:gradFill>
            <a:gsLst>
              <a:gs pos="24000">
                <a:srgbClr val="0C274B">
                  <a:alpha val="95000"/>
                </a:srgbClr>
              </a:gs>
              <a:gs pos="0">
                <a:srgbClr val="035A97">
                  <a:alpha val="53725"/>
                </a:srgbClr>
              </a:gs>
              <a:gs pos="64000">
                <a:srgbClr val="0C274B">
                  <a:alpha val="89804"/>
                </a:srgbClr>
              </a:gs>
              <a:gs pos="100000">
                <a:srgbClr val="002060">
                  <a:alpha val="77000"/>
                </a:srgb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3" name="PA-任意多边形 109"/>
          <p:cNvSpPr>
            <a:spLocks noEditPoints="1"/>
          </p:cNvSpPr>
          <p:nvPr>
            <p:custDataLst>
              <p:tags r:id="rId2"/>
            </p:custDataLst>
          </p:nvPr>
        </p:nvSpPr>
        <p:spPr bwMode="auto">
          <a:xfrm>
            <a:off x="6508026" y="706344"/>
            <a:ext cx="5358228" cy="5358228"/>
          </a:xfrm>
          <a:custGeom>
            <a:avLst/>
            <a:gdLst>
              <a:gd name="T0" fmla="*/ 1152 w 2572"/>
              <a:gd name="T1" fmla="*/ 30 h 2572"/>
              <a:gd name="T2" fmla="*/ 1926 w 2572"/>
              <a:gd name="T3" fmla="*/ 197 h 2572"/>
              <a:gd name="T4" fmla="*/ 1883 w 2572"/>
              <a:gd name="T5" fmla="*/ 270 h 2572"/>
              <a:gd name="T6" fmla="*/ 1161 w 2572"/>
              <a:gd name="T7" fmla="*/ 114 h 2572"/>
              <a:gd name="T8" fmla="*/ 1152 w 2572"/>
              <a:gd name="T9" fmla="*/ 30 h 2572"/>
              <a:gd name="T10" fmla="*/ 2079 w 2572"/>
              <a:gd name="T11" fmla="*/ 303 h 2572"/>
              <a:gd name="T12" fmla="*/ 2509 w 2572"/>
              <a:gd name="T13" fmla="*/ 968 h 2572"/>
              <a:gd name="T14" fmla="*/ 2426 w 2572"/>
              <a:gd name="T15" fmla="*/ 990 h 2572"/>
              <a:gd name="T16" fmla="*/ 2026 w 2572"/>
              <a:gd name="T17" fmla="*/ 369 h 2572"/>
              <a:gd name="T18" fmla="*/ 2079 w 2572"/>
              <a:gd name="T19" fmla="*/ 303 h 2572"/>
              <a:gd name="T20" fmla="*/ 2542 w 2572"/>
              <a:gd name="T21" fmla="*/ 1152 h 2572"/>
              <a:gd name="T22" fmla="*/ 2375 w 2572"/>
              <a:gd name="T23" fmla="*/ 1926 h 2572"/>
              <a:gd name="T24" fmla="*/ 2301 w 2572"/>
              <a:gd name="T25" fmla="*/ 1882 h 2572"/>
              <a:gd name="T26" fmla="*/ 2457 w 2572"/>
              <a:gd name="T27" fmla="*/ 1161 h 2572"/>
              <a:gd name="T28" fmla="*/ 2542 w 2572"/>
              <a:gd name="T29" fmla="*/ 1152 h 2572"/>
              <a:gd name="T30" fmla="*/ 2269 w 2572"/>
              <a:gd name="T31" fmla="*/ 2079 h 2572"/>
              <a:gd name="T32" fmla="*/ 1604 w 2572"/>
              <a:gd name="T33" fmla="*/ 2508 h 2572"/>
              <a:gd name="T34" fmla="*/ 1582 w 2572"/>
              <a:gd name="T35" fmla="*/ 2426 h 2572"/>
              <a:gd name="T36" fmla="*/ 2203 w 2572"/>
              <a:gd name="T37" fmla="*/ 2025 h 2572"/>
              <a:gd name="T38" fmla="*/ 2269 w 2572"/>
              <a:gd name="T39" fmla="*/ 2079 h 2572"/>
              <a:gd name="T40" fmla="*/ 990 w 2572"/>
              <a:gd name="T41" fmla="*/ 146 h 2572"/>
              <a:gd name="T42" fmla="*/ 369 w 2572"/>
              <a:gd name="T43" fmla="*/ 546 h 2572"/>
              <a:gd name="T44" fmla="*/ 303 w 2572"/>
              <a:gd name="T45" fmla="*/ 493 h 2572"/>
              <a:gd name="T46" fmla="*/ 968 w 2572"/>
              <a:gd name="T47" fmla="*/ 63 h 2572"/>
              <a:gd name="T48" fmla="*/ 990 w 2572"/>
              <a:gd name="T49" fmla="*/ 146 h 2572"/>
              <a:gd name="T50" fmla="*/ 270 w 2572"/>
              <a:gd name="T51" fmla="*/ 689 h 2572"/>
              <a:gd name="T52" fmla="*/ 115 w 2572"/>
              <a:gd name="T53" fmla="*/ 1411 h 2572"/>
              <a:gd name="T54" fmla="*/ 30 w 2572"/>
              <a:gd name="T55" fmla="*/ 1420 h 2572"/>
              <a:gd name="T56" fmla="*/ 197 w 2572"/>
              <a:gd name="T57" fmla="*/ 646 h 2572"/>
              <a:gd name="T58" fmla="*/ 270 w 2572"/>
              <a:gd name="T59" fmla="*/ 689 h 2572"/>
              <a:gd name="T60" fmla="*/ 146 w 2572"/>
              <a:gd name="T61" fmla="*/ 1582 h 2572"/>
              <a:gd name="T62" fmla="*/ 546 w 2572"/>
              <a:gd name="T63" fmla="*/ 2202 h 2572"/>
              <a:gd name="T64" fmla="*/ 493 w 2572"/>
              <a:gd name="T65" fmla="*/ 2269 h 2572"/>
              <a:gd name="T66" fmla="*/ 63 w 2572"/>
              <a:gd name="T67" fmla="*/ 1603 h 2572"/>
              <a:gd name="T68" fmla="*/ 146 w 2572"/>
              <a:gd name="T69" fmla="*/ 1582 h 2572"/>
              <a:gd name="T70" fmla="*/ 689 w 2572"/>
              <a:gd name="T71" fmla="*/ 2301 h 2572"/>
              <a:gd name="T72" fmla="*/ 1411 w 2572"/>
              <a:gd name="T73" fmla="*/ 2457 h 2572"/>
              <a:gd name="T74" fmla="*/ 1420 w 2572"/>
              <a:gd name="T75" fmla="*/ 2542 h 2572"/>
              <a:gd name="T76" fmla="*/ 646 w 2572"/>
              <a:gd name="T77" fmla="*/ 2375 h 2572"/>
              <a:gd name="T78" fmla="*/ 689 w 2572"/>
              <a:gd name="T79" fmla="*/ 2301 h 2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72" h="2572">
                <a:moveTo>
                  <a:pt x="1152" y="30"/>
                </a:moveTo>
                <a:cubicBezTo>
                  <a:pt x="1430" y="0"/>
                  <a:pt x="1699" y="63"/>
                  <a:pt x="1926" y="197"/>
                </a:cubicBezTo>
                <a:cubicBezTo>
                  <a:pt x="1883" y="270"/>
                  <a:pt x="1883" y="270"/>
                  <a:pt x="1883" y="270"/>
                </a:cubicBezTo>
                <a:cubicBezTo>
                  <a:pt x="1671" y="146"/>
                  <a:pt x="1420" y="86"/>
                  <a:pt x="1161" y="114"/>
                </a:cubicBezTo>
                <a:cubicBezTo>
                  <a:pt x="1152" y="30"/>
                  <a:pt x="1152" y="30"/>
                  <a:pt x="1152" y="30"/>
                </a:cubicBezTo>
                <a:close/>
                <a:moveTo>
                  <a:pt x="2079" y="303"/>
                </a:moveTo>
                <a:cubicBezTo>
                  <a:pt x="2284" y="468"/>
                  <a:pt x="2439" y="698"/>
                  <a:pt x="2509" y="968"/>
                </a:cubicBezTo>
                <a:cubicBezTo>
                  <a:pt x="2426" y="990"/>
                  <a:pt x="2426" y="990"/>
                  <a:pt x="2426" y="990"/>
                </a:cubicBezTo>
                <a:cubicBezTo>
                  <a:pt x="2361" y="737"/>
                  <a:pt x="2217" y="523"/>
                  <a:pt x="2026" y="369"/>
                </a:cubicBezTo>
                <a:cubicBezTo>
                  <a:pt x="2079" y="303"/>
                  <a:pt x="2079" y="303"/>
                  <a:pt x="2079" y="303"/>
                </a:cubicBezTo>
                <a:close/>
                <a:moveTo>
                  <a:pt x="2542" y="1152"/>
                </a:moveTo>
                <a:cubicBezTo>
                  <a:pt x="2572" y="1429"/>
                  <a:pt x="2509" y="1699"/>
                  <a:pt x="2375" y="1926"/>
                </a:cubicBezTo>
                <a:cubicBezTo>
                  <a:pt x="2301" y="1882"/>
                  <a:pt x="2301" y="1882"/>
                  <a:pt x="2301" y="1882"/>
                </a:cubicBezTo>
                <a:cubicBezTo>
                  <a:pt x="2426" y="1671"/>
                  <a:pt x="2485" y="1420"/>
                  <a:pt x="2457" y="1161"/>
                </a:cubicBezTo>
                <a:cubicBezTo>
                  <a:pt x="2542" y="1152"/>
                  <a:pt x="2542" y="1152"/>
                  <a:pt x="2542" y="1152"/>
                </a:cubicBezTo>
                <a:close/>
                <a:moveTo>
                  <a:pt x="2269" y="2079"/>
                </a:moveTo>
                <a:cubicBezTo>
                  <a:pt x="2104" y="2284"/>
                  <a:pt x="1874" y="2438"/>
                  <a:pt x="1604" y="2508"/>
                </a:cubicBezTo>
                <a:cubicBezTo>
                  <a:pt x="1582" y="2426"/>
                  <a:pt x="1582" y="2426"/>
                  <a:pt x="1582" y="2426"/>
                </a:cubicBezTo>
                <a:cubicBezTo>
                  <a:pt x="1834" y="2361"/>
                  <a:pt x="2049" y="2217"/>
                  <a:pt x="2203" y="2025"/>
                </a:cubicBezTo>
                <a:cubicBezTo>
                  <a:pt x="2269" y="2079"/>
                  <a:pt x="2269" y="2079"/>
                  <a:pt x="2269" y="2079"/>
                </a:cubicBezTo>
                <a:close/>
                <a:moveTo>
                  <a:pt x="990" y="146"/>
                </a:moveTo>
                <a:cubicBezTo>
                  <a:pt x="738" y="211"/>
                  <a:pt x="523" y="355"/>
                  <a:pt x="369" y="546"/>
                </a:cubicBezTo>
                <a:cubicBezTo>
                  <a:pt x="303" y="493"/>
                  <a:pt x="303" y="493"/>
                  <a:pt x="303" y="493"/>
                </a:cubicBezTo>
                <a:cubicBezTo>
                  <a:pt x="468" y="288"/>
                  <a:pt x="698" y="133"/>
                  <a:pt x="968" y="63"/>
                </a:cubicBezTo>
                <a:cubicBezTo>
                  <a:pt x="990" y="146"/>
                  <a:pt x="990" y="146"/>
                  <a:pt x="990" y="146"/>
                </a:cubicBezTo>
                <a:close/>
                <a:moveTo>
                  <a:pt x="270" y="689"/>
                </a:moveTo>
                <a:cubicBezTo>
                  <a:pt x="146" y="901"/>
                  <a:pt x="87" y="1152"/>
                  <a:pt x="115" y="1411"/>
                </a:cubicBezTo>
                <a:cubicBezTo>
                  <a:pt x="30" y="1420"/>
                  <a:pt x="30" y="1420"/>
                  <a:pt x="30" y="1420"/>
                </a:cubicBezTo>
                <a:cubicBezTo>
                  <a:pt x="0" y="1142"/>
                  <a:pt x="63" y="873"/>
                  <a:pt x="197" y="646"/>
                </a:cubicBezTo>
                <a:cubicBezTo>
                  <a:pt x="270" y="689"/>
                  <a:pt x="270" y="689"/>
                  <a:pt x="270" y="689"/>
                </a:cubicBezTo>
                <a:close/>
                <a:moveTo>
                  <a:pt x="146" y="1582"/>
                </a:moveTo>
                <a:cubicBezTo>
                  <a:pt x="211" y="1834"/>
                  <a:pt x="355" y="2048"/>
                  <a:pt x="546" y="2202"/>
                </a:cubicBezTo>
                <a:cubicBezTo>
                  <a:pt x="493" y="2269"/>
                  <a:pt x="493" y="2269"/>
                  <a:pt x="493" y="2269"/>
                </a:cubicBezTo>
                <a:cubicBezTo>
                  <a:pt x="288" y="2104"/>
                  <a:pt x="133" y="1874"/>
                  <a:pt x="63" y="1603"/>
                </a:cubicBezTo>
                <a:cubicBezTo>
                  <a:pt x="146" y="1582"/>
                  <a:pt x="146" y="1582"/>
                  <a:pt x="146" y="1582"/>
                </a:cubicBezTo>
                <a:close/>
                <a:moveTo>
                  <a:pt x="689" y="2301"/>
                </a:moveTo>
                <a:cubicBezTo>
                  <a:pt x="901" y="2426"/>
                  <a:pt x="1152" y="2485"/>
                  <a:pt x="1411" y="2457"/>
                </a:cubicBezTo>
                <a:cubicBezTo>
                  <a:pt x="1420" y="2542"/>
                  <a:pt x="1420" y="2542"/>
                  <a:pt x="1420" y="2542"/>
                </a:cubicBezTo>
                <a:cubicBezTo>
                  <a:pt x="1142" y="2572"/>
                  <a:pt x="873" y="2508"/>
                  <a:pt x="646" y="2375"/>
                </a:cubicBezTo>
                <a:lnTo>
                  <a:pt x="689" y="2301"/>
                </a:lnTo>
                <a:close/>
              </a:path>
            </a:pathLst>
          </a:custGeom>
          <a:gradFill>
            <a:gsLst>
              <a:gs pos="0">
                <a:srgbClr val="79FFFF">
                  <a:alpha val="65000"/>
                </a:srgbClr>
              </a:gs>
              <a:gs pos="100000">
                <a:schemeClr val="accent4">
                  <a:lumMod val="20000"/>
                  <a:lumOff val="80000"/>
                  <a:alpha val="69000"/>
                </a:schemeClr>
              </a:gs>
            </a:gsLst>
            <a:lin ang="5400000" scaled="1"/>
          </a:gradFill>
          <a:ln w="12700" cap="flat" cmpd="sng" algn="ctr">
            <a:noFill/>
            <a:prstDash val="solid"/>
            <a:miter lim="800000"/>
          </a:ln>
          <a:effectLst/>
        </p:spPr>
        <p:txBody>
          <a:bodyPr rtlCol="0" anchor="ctr"/>
          <a:lstStyle/>
          <a:p>
            <a:pPr algn="ctr"/>
            <a:endParaRPr lang="zh-CN" altLang="en-US" dirty="0">
              <a:solidFill>
                <a:sysClr val="window" lastClr="FFFFFF"/>
              </a:solidFill>
              <a:latin typeface="Times New Roman" panose="02020603050405020304" pitchFamily="18" charset="0"/>
              <a:ea typeface="微软雅黑" panose="020B0503020204020204" charset="-122"/>
              <a:sym typeface="Times New Roman" panose="02020603050405020304" pitchFamily="18" charset="0"/>
            </a:endParaRPr>
          </a:p>
        </p:txBody>
      </p:sp>
      <p:sp>
        <p:nvSpPr>
          <p:cNvPr id="14" name="PA-任意多边形 115"/>
          <p:cNvSpPr>
            <a:spLocks noEditPoints="1"/>
          </p:cNvSpPr>
          <p:nvPr>
            <p:custDataLst>
              <p:tags r:id="rId3"/>
            </p:custDataLst>
          </p:nvPr>
        </p:nvSpPr>
        <p:spPr bwMode="auto">
          <a:xfrm>
            <a:off x="6961465" y="1158513"/>
            <a:ext cx="4451350" cy="4453890"/>
          </a:xfrm>
          <a:custGeom>
            <a:avLst/>
            <a:gdLst>
              <a:gd name="T0" fmla="*/ 1211 w 2250"/>
              <a:gd name="T1" fmla="*/ 0 h 2251"/>
              <a:gd name="T2" fmla="*/ 1613 w 2250"/>
              <a:gd name="T3" fmla="*/ 108 h 2251"/>
              <a:gd name="T4" fmla="*/ 1603 w 2250"/>
              <a:gd name="T5" fmla="*/ 128 h 2251"/>
              <a:gd name="T6" fmla="*/ 1210 w 2250"/>
              <a:gd name="T7" fmla="*/ 22 h 2251"/>
              <a:gd name="T8" fmla="*/ 1211 w 2250"/>
              <a:gd name="T9" fmla="*/ 0 h 2251"/>
              <a:gd name="T10" fmla="*/ 1762 w 2250"/>
              <a:gd name="T11" fmla="*/ 194 h 2251"/>
              <a:gd name="T12" fmla="*/ 2056 w 2250"/>
              <a:gd name="T13" fmla="*/ 488 h 2251"/>
              <a:gd name="T14" fmla="*/ 2038 w 2250"/>
              <a:gd name="T15" fmla="*/ 501 h 2251"/>
              <a:gd name="T16" fmla="*/ 1750 w 2250"/>
              <a:gd name="T17" fmla="*/ 212 h 2251"/>
              <a:gd name="T18" fmla="*/ 1762 w 2250"/>
              <a:gd name="T19" fmla="*/ 194 h 2251"/>
              <a:gd name="T20" fmla="*/ 2143 w 2250"/>
              <a:gd name="T21" fmla="*/ 638 h 2251"/>
              <a:gd name="T22" fmla="*/ 2250 w 2250"/>
              <a:gd name="T23" fmla="*/ 1039 h 2251"/>
              <a:gd name="T24" fmla="*/ 2229 w 2250"/>
              <a:gd name="T25" fmla="*/ 1041 h 2251"/>
              <a:gd name="T26" fmla="*/ 2123 w 2250"/>
              <a:gd name="T27" fmla="*/ 647 h 2251"/>
              <a:gd name="T28" fmla="*/ 2143 w 2250"/>
              <a:gd name="T29" fmla="*/ 638 h 2251"/>
              <a:gd name="T30" fmla="*/ 2250 w 2250"/>
              <a:gd name="T31" fmla="*/ 1212 h 2251"/>
              <a:gd name="T32" fmla="*/ 2143 w 2250"/>
              <a:gd name="T33" fmla="*/ 1614 h 2251"/>
              <a:gd name="T34" fmla="*/ 2123 w 2250"/>
              <a:gd name="T35" fmla="*/ 1604 h 2251"/>
              <a:gd name="T36" fmla="*/ 2229 w 2250"/>
              <a:gd name="T37" fmla="*/ 1210 h 2251"/>
              <a:gd name="T38" fmla="*/ 2250 w 2250"/>
              <a:gd name="T39" fmla="*/ 1212 h 2251"/>
              <a:gd name="T40" fmla="*/ 1040 w 2250"/>
              <a:gd name="T41" fmla="*/ 22 h 2251"/>
              <a:gd name="T42" fmla="*/ 646 w 2250"/>
              <a:gd name="T43" fmla="*/ 128 h 2251"/>
              <a:gd name="T44" fmla="*/ 637 w 2250"/>
              <a:gd name="T45" fmla="*/ 108 h 2251"/>
              <a:gd name="T46" fmla="*/ 1039 w 2250"/>
              <a:gd name="T47" fmla="*/ 0 h 2251"/>
              <a:gd name="T48" fmla="*/ 1040 w 2250"/>
              <a:gd name="T49" fmla="*/ 22 h 2251"/>
              <a:gd name="T50" fmla="*/ 500 w 2250"/>
              <a:gd name="T51" fmla="*/ 212 h 2251"/>
              <a:gd name="T52" fmla="*/ 212 w 2250"/>
              <a:gd name="T53" fmla="*/ 501 h 2251"/>
              <a:gd name="T54" fmla="*/ 194 w 2250"/>
              <a:gd name="T55" fmla="*/ 488 h 2251"/>
              <a:gd name="T56" fmla="*/ 488 w 2250"/>
              <a:gd name="T57" fmla="*/ 194 h 2251"/>
              <a:gd name="T58" fmla="*/ 500 w 2250"/>
              <a:gd name="T59" fmla="*/ 212 h 2251"/>
              <a:gd name="T60" fmla="*/ 127 w 2250"/>
              <a:gd name="T61" fmla="*/ 647 h 2251"/>
              <a:gd name="T62" fmla="*/ 21 w 2250"/>
              <a:gd name="T63" fmla="*/ 1041 h 2251"/>
              <a:gd name="T64" fmla="*/ 0 w 2250"/>
              <a:gd name="T65" fmla="*/ 1039 h 2251"/>
              <a:gd name="T66" fmla="*/ 107 w 2250"/>
              <a:gd name="T67" fmla="*/ 638 h 2251"/>
              <a:gd name="T68" fmla="*/ 127 w 2250"/>
              <a:gd name="T69" fmla="*/ 647 h 2251"/>
              <a:gd name="T70" fmla="*/ 21 w 2250"/>
              <a:gd name="T71" fmla="*/ 1210 h 2251"/>
              <a:gd name="T72" fmla="*/ 127 w 2250"/>
              <a:gd name="T73" fmla="*/ 1604 h 2251"/>
              <a:gd name="T74" fmla="*/ 107 w 2250"/>
              <a:gd name="T75" fmla="*/ 1614 h 2251"/>
              <a:gd name="T76" fmla="*/ 0 w 2250"/>
              <a:gd name="T77" fmla="*/ 1212 h 2251"/>
              <a:gd name="T78" fmla="*/ 21 w 2250"/>
              <a:gd name="T79" fmla="*/ 1210 h 2251"/>
              <a:gd name="T80" fmla="*/ 212 w 2250"/>
              <a:gd name="T81" fmla="*/ 1751 h 2251"/>
              <a:gd name="T82" fmla="*/ 500 w 2250"/>
              <a:gd name="T83" fmla="*/ 2039 h 2251"/>
              <a:gd name="T84" fmla="*/ 488 w 2250"/>
              <a:gd name="T85" fmla="*/ 2057 h 2251"/>
              <a:gd name="T86" fmla="*/ 194 w 2250"/>
              <a:gd name="T87" fmla="*/ 1763 h 2251"/>
              <a:gd name="T88" fmla="*/ 212 w 2250"/>
              <a:gd name="T89" fmla="*/ 1751 h 2251"/>
              <a:gd name="T90" fmla="*/ 647 w 2250"/>
              <a:gd name="T91" fmla="*/ 2124 h 2251"/>
              <a:gd name="T92" fmla="*/ 1040 w 2250"/>
              <a:gd name="T93" fmla="*/ 2229 h 2251"/>
              <a:gd name="T94" fmla="*/ 1039 w 2250"/>
              <a:gd name="T95" fmla="*/ 2251 h 2251"/>
              <a:gd name="T96" fmla="*/ 637 w 2250"/>
              <a:gd name="T97" fmla="*/ 2144 h 2251"/>
              <a:gd name="T98" fmla="*/ 647 w 2250"/>
              <a:gd name="T99" fmla="*/ 2124 h 2251"/>
              <a:gd name="T100" fmla="*/ 1210 w 2250"/>
              <a:gd name="T101" fmla="*/ 2229 h 2251"/>
              <a:gd name="T102" fmla="*/ 1603 w 2250"/>
              <a:gd name="T103" fmla="*/ 2124 h 2251"/>
              <a:gd name="T104" fmla="*/ 1613 w 2250"/>
              <a:gd name="T105" fmla="*/ 2144 h 2251"/>
              <a:gd name="T106" fmla="*/ 1211 w 2250"/>
              <a:gd name="T107" fmla="*/ 2251 h 2251"/>
              <a:gd name="T108" fmla="*/ 1210 w 2250"/>
              <a:gd name="T109" fmla="*/ 2229 h 2251"/>
              <a:gd name="T110" fmla="*/ 1750 w 2250"/>
              <a:gd name="T111" fmla="*/ 2039 h 2251"/>
              <a:gd name="T112" fmla="*/ 2038 w 2250"/>
              <a:gd name="T113" fmla="*/ 1751 h 2251"/>
              <a:gd name="T114" fmla="*/ 2056 w 2250"/>
              <a:gd name="T115" fmla="*/ 1763 h 2251"/>
              <a:gd name="T116" fmla="*/ 1762 w 2250"/>
              <a:gd name="T117" fmla="*/ 2057 h 2251"/>
              <a:gd name="T118" fmla="*/ 1750 w 2250"/>
              <a:gd name="T119" fmla="*/ 2039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50" h="2251">
                <a:moveTo>
                  <a:pt x="1211" y="0"/>
                </a:moveTo>
                <a:cubicBezTo>
                  <a:pt x="1354" y="11"/>
                  <a:pt x="1490" y="49"/>
                  <a:pt x="1613" y="108"/>
                </a:cubicBezTo>
                <a:cubicBezTo>
                  <a:pt x="1603" y="128"/>
                  <a:pt x="1603" y="128"/>
                  <a:pt x="1603" y="128"/>
                </a:cubicBezTo>
                <a:cubicBezTo>
                  <a:pt x="1483" y="70"/>
                  <a:pt x="1350" y="33"/>
                  <a:pt x="1210" y="22"/>
                </a:cubicBezTo>
                <a:cubicBezTo>
                  <a:pt x="1211" y="0"/>
                  <a:pt x="1211" y="0"/>
                  <a:pt x="1211" y="0"/>
                </a:cubicBezTo>
                <a:close/>
                <a:moveTo>
                  <a:pt x="1762" y="194"/>
                </a:moveTo>
                <a:cubicBezTo>
                  <a:pt x="1878" y="273"/>
                  <a:pt x="1977" y="373"/>
                  <a:pt x="2056" y="488"/>
                </a:cubicBezTo>
                <a:cubicBezTo>
                  <a:pt x="2038" y="501"/>
                  <a:pt x="2038" y="501"/>
                  <a:pt x="2038" y="501"/>
                </a:cubicBezTo>
                <a:cubicBezTo>
                  <a:pt x="1961" y="388"/>
                  <a:pt x="1863" y="290"/>
                  <a:pt x="1750" y="212"/>
                </a:cubicBezTo>
                <a:cubicBezTo>
                  <a:pt x="1762" y="194"/>
                  <a:pt x="1762" y="194"/>
                  <a:pt x="1762" y="194"/>
                </a:cubicBezTo>
                <a:close/>
                <a:moveTo>
                  <a:pt x="2143" y="638"/>
                </a:moveTo>
                <a:cubicBezTo>
                  <a:pt x="2202" y="761"/>
                  <a:pt x="2240" y="896"/>
                  <a:pt x="2250" y="1039"/>
                </a:cubicBezTo>
                <a:cubicBezTo>
                  <a:pt x="2229" y="1041"/>
                  <a:pt x="2229" y="1041"/>
                  <a:pt x="2229" y="1041"/>
                </a:cubicBezTo>
                <a:cubicBezTo>
                  <a:pt x="2218" y="901"/>
                  <a:pt x="2181" y="768"/>
                  <a:pt x="2123" y="647"/>
                </a:cubicBezTo>
                <a:cubicBezTo>
                  <a:pt x="2143" y="638"/>
                  <a:pt x="2143" y="638"/>
                  <a:pt x="2143" y="638"/>
                </a:cubicBezTo>
                <a:close/>
                <a:moveTo>
                  <a:pt x="2250" y="1212"/>
                </a:moveTo>
                <a:cubicBezTo>
                  <a:pt x="2239" y="1355"/>
                  <a:pt x="2202" y="1491"/>
                  <a:pt x="2143" y="1614"/>
                </a:cubicBezTo>
                <a:cubicBezTo>
                  <a:pt x="2123" y="1604"/>
                  <a:pt x="2123" y="1604"/>
                  <a:pt x="2123" y="1604"/>
                </a:cubicBezTo>
                <a:cubicBezTo>
                  <a:pt x="2181" y="1484"/>
                  <a:pt x="2218" y="1351"/>
                  <a:pt x="2229" y="1210"/>
                </a:cubicBezTo>
                <a:cubicBezTo>
                  <a:pt x="2250" y="1212"/>
                  <a:pt x="2250" y="1212"/>
                  <a:pt x="2250" y="1212"/>
                </a:cubicBezTo>
                <a:close/>
                <a:moveTo>
                  <a:pt x="1040" y="22"/>
                </a:moveTo>
                <a:cubicBezTo>
                  <a:pt x="900" y="33"/>
                  <a:pt x="767" y="70"/>
                  <a:pt x="646" y="128"/>
                </a:cubicBezTo>
                <a:cubicBezTo>
                  <a:pt x="637" y="108"/>
                  <a:pt x="637" y="108"/>
                  <a:pt x="637" y="108"/>
                </a:cubicBezTo>
                <a:cubicBezTo>
                  <a:pt x="760" y="49"/>
                  <a:pt x="896" y="11"/>
                  <a:pt x="1039" y="0"/>
                </a:cubicBezTo>
                <a:cubicBezTo>
                  <a:pt x="1040" y="22"/>
                  <a:pt x="1040" y="22"/>
                  <a:pt x="1040" y="22"/>
                </a:cubicBezTo>
                <a:close/>
                <a:moveTo>
                  <a:pt x="500" y="212"/>
                </a:moveTo>
                <a:cubicBezTo>
                  <a:pt x="387" y="290"/>
                  <a:pt x="289" y="388"/>
                  <a:pt x="212" y="501"/>
                </a:cubicBezTo>
                <a:cubicBezTo>
                  <a:pt x="194" y="488"/>
                  <a:pt x="194" y="488"/>
                  <a:pt x="194" y="488"/>
                </a:cubicBezTo>
                <a:cubicBezTo>
                  <a:pt x="273" y="373"/>
                  <a:pt x="372" y="273"/>
                  <a:pt x="488" y="194"/>
                </a:cubicBezTo>
                <a:cubicBezTo>
                  <a:pt x="500" y="212"/>
                  <a:pt x="500" y="212"/>
                  <a:pt x="500" y="212"/>
                </a:cubicBezTo>
                <a:close/>
                <a:moveTo>
                  <a:pt x="127" y="647"/>
                </a:moveTo>
                <a:cubicBezTo>
                  <a:pt x="69" y="768"/>
                  <a:pt x="32" y="901"/>
                  <a:pt x="21" y="1041"/>
                </a:cubicBezTo>
                <a:cubicBezTo>
                  <a:pt x="0" y="1039"/>
                  <a:pt x="0" y="1039"/>
                  <a:pt x="0" y="1039"/>
                </a:cubicBezTo>
                <a:cubicBezTo>
                  <a:pt x="10" y="896"/>
                  <a:pt x="48" y="761"/>
                  <a:pt x="107" y="638"/>
                </a:cubicBezTo>
                <a:cubicBezTo>
                  <a:pt x="127" y="647"/>
                  <a:pt x="127" y="647"/>
                  <a:pt x="127" y="647"/>
                </a:cubicBezTo>
                <a:close/>
                <a:moveTo>
                  <a:pt x="21" y="1210"/>
                </a:moveTo>
                <a:cubicBezTo>
                  <a:pt x="32" y="1351"/>
                  <a:pt x="69" y="1484"/>
                  <a:pt x="127" y="1604"/>
                </a:cubicBezTo>
                <a:cubicBezTo>
                  <a:pt x="107" y="1614"/>
                  <a:pt x="107" y="1614"/>
                  <a:pt x="107" y="1614"/>
                </a:cubicBezTo>
                <a:cubicBezTo>
                  <a:pt x="48" y="1491"/>
                  <a:pt x="10" y="1355"/>
                  <a:pt x="0" y="1212"/>
                </a:cubicBezTo>
                <a:cubicBezTo>
                  <a:pt x="21" y="1210"/>
                  <a:pt x="21" y="1210"/>
                  <a:pt x="21" y="1210"/>
                </a:cubicBezTo>
                <a:close/>
                <a:moveTo>
                  <a:pt x="212" y="1751"/>
                </a:moveTo>
                <a:cubicBezTo>
                  <a:pt x="289" y="1864"/>
                  <a:pt x="387" y="1962"/>
                  <a:pt x="500" y="2039"/>
                </a:cubicBezTo>
                <a:cubicBezTo>
                  <a:pt x="488" y="2057"/>
                  <a:pt x="488" y="2057"/>
                  <a:pt x="488" y="2057"/>
                </a:cubicBezTo>
                <a:cubicBezTo>
                  <a:pt x="372" y="1978"/>
                  <a:pt x="273" y="1878"/>
                  <a:pt x="194" y="1763"/>
                </a:cubicBezTo>
                <a:cubicBezTo>
                  <a:pt x="212" y="1751"/>
                  <a:pt x="212" y="1751"/>
                  <a:pt x="212" y="1751"/>
                </a:cubicBezTo>
                <a:close/>
                <a:moveTo>
                  <a:pt x="647" y="2124"/>
                </a:moveTo>
                <a:cubicBezTo>
                  <a:pt x="767" y="2182"/>
                  <a:pt x="900" y="2219"/>
                  <a:pt x="1040" y="2229"/>
                </a:cubicBezTo>
                <a:cubicBezTo>
                  <a:pt x="1039" y="2251"/>
                  <a:pt x="1039" y="2251"/>
                  <a:pt x="1039" y="2251"/>
                </a:cubicBezTo>
                <a:cubicBezTo>
                  <a:pt x="896" y="2240"/>
                  <a:pt x="760" y="2203"/>
                  <a:pt x="637" y="2144"/>
                </a:cubicBezTo>
                <a:cubicBezTo>
                  <a:pt x="647" y="2124"/>
                  <a:pt x="647" y="2124"/>
                  <a:pt x="647" y="2124"/>
                </a:cubicBezTo>
                <a:close/>
                <a:moveTo>
                  <a:pt x="1210" y="2229"/>
                </a:moveTo>
                <a:cubicBezTo>
                  <a:pt x="1350" y="2219"/>
                  <a:pt x="1483" y="2182"/>
                  <a:pt x="1603" y="2124"/>
                </a:cubicBezTo>
                <a:cubicBezTo>
                  <a:pt x="1613" y="2144"/>
                  <a:pt x="1613" y="2144"/>
                  <a:pt x="1613" y="2144"/>
                </a:cubicBezTo>
                <a:cubicBezTo>
                  <a:pt x="1490" y="2203"/>
                  <a:pt x="1354" y="2240"/>
                  <a:pt x="1211" y="2251"/>
                </a:cubicBezTo>
                <a:cubicBezTo>
                  <a:pt x="1210" y="2229"/>
                  <a:pt x="1210" y="2229"/>
                  <a:pt x="1210" y="2229"/>
                </a:cubicBezTo>
                <a:close/>
                <a:moveTo>
                  <a:pt x="1750" y="2039"/>
                </a:moveTo>
                <a:cubicBezTo>
                  <a:pt x="1863" y="1962"/>
                  <a:pt x="1961" y="1864"/>
                  <a:pt x="2038" y="1751"/>
                </a:cubicBezTo>
                <a:cubicBezTo>
                  <a:pt x="2056" y="1763"/>
                  <a:pt x="2056" y="1763"/>
                  <a:pt x="2056" y="1763"/>
                </a:cubicBezTo>
                <a:cubicBezTo>
                  <a:pt x="1977" y="1878"/>
                  <a:pt x="1878" y="1978"/>
                  <a:pt x="1762" y="2057"/>
                </a:cubicBezTo>
                <a:lnTo>
                  <a:pt x="1750" y="2039"/>
                </a:lnTo>
                <a:close/>
              </a:path>
            </a:pathLst>
          </a:custGeom>
          <a:gradFill>
            <a:gsLst>
              <a:gs pos="0">
                <a:srgbClr val="79FFFF">
                  <a:alpha val="65000"/>
                </a:srgbClr>
              </a:gs>
              <a:gs pos="100000">
                <a:schemeClr val="accent4">
                  <a:lumMod val="40000"/>
                  <a:lumOff val="60000"/>
                  <a:alpha val="47000"/>
                </a:schemeClr>
              </a:gs>
            </a:gsLst>
            <a:lin ang="5400000" scaled="1"/>
          </a:gradFill>
          <a:ln w="12700" cap="flat" cmpd="sng" algn="ctr">
            <a:noFill/>
            <a:prstDash val="solid"/>
            <a:miter lim="800000"/>
          </a:ln>
          <a:effectLst/>
        </p:spPr>
        <p:txBody>
          <a:bodyPr rtlCol="0" anchor="ctr"/>
          <a:lstStyle/>
          <a:p>
            <a:pPr algn="ctr"/>
            <a:endParaRPr lang="zh-CN" altLang="en-US" dirty="0">
              <a:solidFill>
                <a:sysClr val="window" lastClr="FFFFFF"/>
              </a:solidFill>
              <a:latin typeface="Times New Roman" panose="02020603050405020304" pitchFamily="18" charset="0"/>
              <a:ea typeface="微软雅黑" panose="020B0503020204020204" charset="-122"/>
              <a:sym typeface="Times New Roman" panose="02020603050405020304" pitchFamily="18" charset="0"/>
            </a:endParaRPr>
          </a:p>
        </p:txBody>
      </p:sp>
      <p:grpSp>
        <p:nvGrpSpPr>
          <p:cNvPr id="16" name="PA-组合 693"/>
          <p:cNvGrpSpPr/>
          <p:nvPr>
            <p:custDataLst>
              <p:tags r:id="rId4"/>
            </p:custDataLst>
          </p:nvPr>
        </p:nvGrpSpPr>
        <p:grpSpPr>
          <a:xfrm>
            <a:off x="6428065" y="626383"/>
            <a:ext cx="5518150" cy="5518150"/>
            <a:chOff x="4356098" y="1874617"/>
            <a:chExt cx="3479802" cy="3479796"/>
          </a:xfrm>
        </p:grpSpPr>
        <p:sp>
          <p:nvSpPr>
            <p:cNvPr id="17" name="PA-任意多边形 121"/>
            <p:cNvSpPr/>
            <p:nvPr>
              <p:custDataLst>
                <p:tags r:id="rId5"/>
              </p:custDataLst>
            </p:nvPr>
          </p:nvSpPr>
          <p:spPr>
            <a:xfrm>
              <a:off x="4356098" y="1874617"/>
              <a:ext cx="3479802" cy="3479796"/>
            </a:xfrm>
            <a:custGeom>
              <a:avLst/>
              <a:gdLst>
                <a:gd name="connsiteX0" fmla="*/ 4093616 w 4050780"/>
                <a:gd name="connsiteY0" fmla="*/ 2046804 h 4050771"/>
                <a:gd name="connsiteX1" fmla="*/ 4054505 w 4050780"/>
                <a:gd name="connsiteY1" fmla="*/ 2445828 h 4050771"/>
                <a:gd name="connsiteX2" fmla="*/ 3938104 w 4050780"/>
                <a:gd name="connsiteY2" fmla="*/ 2829953 h 4050771"/>
                <a:gd name="connsiteX3" fmla="*/ 3748602 w 4050780"/>
                <a:gd name="connsiteY3" fmla="*/ 3183813 h 4050771"/>
                <a:gd name="connsiteX4" fmla="*/ 3493915 w 4050780"/>
                <a:gd name="connsiteY4" fmla="*/ 3493907 h 4050771"/>
                <a:gd name="connsiteX5" fmla="*/ 3183820 w 4050780"/>
                <a:gd name="connsiteY5" fmla="*/ 3748594 h 4050771"/>
                <a:gd name="connsiteX6" fmla="*/ 2829959 w 4050780"/>
                <a:gd name="connsiteY6" fmla="*/ 3938095 h 4050771"/>
                <a:gd name="connsiteX7" fmla="*/ 2445833 w 4050780"/>
                <a:gd name="connsiteY7" fmla="*/ 4054497 h 4050771"/>
                <a:gd name="connsiteX8" fmla="*/ 2046808 w 4050780"/>
                <a:gd name="connsiteY8" fmla="*/ 4093607 h 4050771"/>
                <a:gd name="connsiteX9" fmla="*/ 1647783 w 4050780"/>
                <a:gd name="connsiteY9" fmla="*/ 4054497 h 4050771"/>
                <a:gd name="connsiteX10" fmla="*/ 1263657 w 4050780"/>
                <a:gd name="connsiteY10" fmla="*/ 3938095 h 4050771"/>
                <a:gd name="connsiteX11" fmla="*/ 909796 w 4050780"/>
                <a:gd name="connsiteY11" fmla="*/ 3748594 h 4050771"/>
                <a:gd name="connsiteX12" fmla="*/ 599702 w 4050780"/>
                <a:gd name="connsiteY12" fmla="*/ 3493907 h 4050771"/>
                <a:gd name="connsiteX13" fmla="*/ 345015 w 4050780"/>
                <a:gd name="connsiteY13" fmla="*/ 3183813 h 4050771"/>
                <a:gd name="connsiteX14" fmla="*/ 155513 w 4050780"/>
                <a:gd name="connsiteY14" fmla="*/ 2829953 h 4050771"/>
                <a:gd name="connsiteX15" fmla="*/ 39111 w 4050780"/>
                <a:gd name="connsiteY15" fmla="*/ 2445828 h 4050771"/>
                <a:gd name="connsiteX16" fmla="*/ 0 w 4050780"/>
                <a:gd name="connsiteY16" fmla="*/ 2046804 h 4050771"/>
                <a:gd name="connsiteX17" fmla="*/ 39111 w 4050780"/>
                <a:gd name="connsiteY17" fmla="*/ 1647779 h 4050771"/>
                <a:gd name="connsiteX18" fmla="*/ 155513 w 4050780"/>
                <a:gd name="connsiteY18" fmla="*/ 1263655 h 4050771"/>
                <a:gd name="connsiteX19" fmla="*/ 345015 w 4050780"/>
                <a:gd name="connsiteY19" fmla="*/ 909794 h 4050771"/>
                <a:gd name="connsiteX20" fmla="*/ 599702 w 4050780"/>
                <a:gd name="connsiteY20" fmla="*/ 599700 h 4050771"/>
                <a:gd name="connsiteX21" fmla="*/ 909796 w 4050780"/>
                <a:gd name="connsiteY21" fmla="*/ 345014 h 4050771"/>
                <a:gd name="connsiteX22" fmla="*/ 1263657 w 4050780"/>
                <a:gd name="connsiteY22" fmla="*/ 155512 h 4050771"/>
                <a:gd name="connsiteX23" fmla="*/ 1647783 w 4050780"/>
                <a:gd name="connsiteY23" fmla="*/ 39111 h 4050771"/>
                <a:gd name="connsiteX24" fmla="*/ 2046808 w 4050780"/>
                <a:gd name="connsiteY24" fmla="*/ 0 h 4050771"/>
                <a:gd name="connsiteX25" fmla="*/ 2445833 w 4050780"/>
                <a:gd name="connsiteY25" fmla="*/ 39111 h 4050771"/>
                <a:gd name="connsiteX26" fmla="*/ 2829959 w 4050780"/>
                <a:gd name="connsiteY26" fmla="*/ 155512 h 4050771"/>
                <a:gd name="connsiteX27" fmla="*/ 3183820 w 4050780"/>
                <a:gd name="connsiteY27" fmla="*/ 345014 h 4050771"/>
                <a:gd name="connsiteX28" fmla="*/ 3493915 w 4050780"/>
                <a:gd name="connsiteY28" fmla="*/ 599700 h 4050771"/>
                <a:gd name="connsiteX29" fmla="*/ 3748602 w 4050780"/>
                <a:gd name="connsiteY29" fmla="*/ 909794 h 4050771"/>
                <a:gd name="connsiteX30" fmla="*/ 3938104 w 4050780"/>
                <a:gd name="connsiteY30" fmla="*/ 1263655 h 4050771"/>
                <a:gd name="connsiteX31" fmla="*/ 4054505 w 4050780"/>
                <a:gd name="connsiteY31" fmla="*/ 1647779 h 4050771"/>
                <a:gd name="connsiteX32" fmla="*/ 4093616 w 4050780"/>
                <a:gd name="connsiteY32" fmla="*/ 2046804 h 4050771"/>
                <a:gd name="connsiteX33" fmla="*/ 4083373 w 4050780"/>
                <a:gd name="connsiteY33" fmla="*/ 2046804 h 4050771"/>
                <a:gd name="connsiteX34" fmla="*/ 4044728 w 4050780"/>
                <a:gd name="connsiteY34" fmla="*/ 1649642 h 4050771"/>
                <a:gd name="connsiteX35" fmla="*/ 3928791 w 4050780"/>
                <a:gd name="connsiteY35" fmla="*/ 1267380 h 4050771"/>
                <a:gd name="connsiteX36" fmla="*/ 3740221 w 4050780"/>
                <a:gd name="connsiteY36" fmla="*/ 915381 h 4050771"/>
                <a:gd name="connsiteX37" fmla="*/ 3486930 w 4050780"/>
                <a:gd name="connsiteY37" fmla="*/ 607150 h 4050771"/>
                <a:gd name="connsiteX38" fmla="*/ 3178699 w 4050780"/>
                <a:gd name="connsiteY38" fmla="*/ 353861 h 4050771"/>
                <a:gd name="connsiteX39" fmla="*/ 2826700 w 4050780"/>
                <a:gd name="connsiteY39" fmla="*/ 165290 h 4050771"/>
                <a:gd name="connsiteX40" fmla="*/ 2444437 w 4050780"/>
                <a:gd name="connsiteY40" fmla="*/ 49354 h 4050771"/>
                <a:gd name="connsiteX41" fmla="*/ 2047274 w 4050780"/>
                <a:gd name="connsiteY41" fmla="*/ 10709 h 4050771"/>
                <a:gd name="connsiteX42" fmla="*/ 1650111 w 4050780"/>
                <a:gd name="connsiteY42" fmla="*/ 49354 h 4050771"/>
                <a:gd name="connsiteX43" fmla="*/ 1267848 w 4050780"/>
                <a:gd name="connsiteY43" fmla="*/ 165290 h 4050771"/>
                <a:gd name="connsiteX44" fmla="*/ 915849 w 4050780"/>
                <a:gd name="connsiteY44" fmla="*/ 353861 h 4050771"/>
                <a:gd name="connsiteX45" fmla="*/ 607617 w 4050780"/>
                <a:gd name="connsiteY45" fmla="*/ 607150 h 4050771"/>
                <a:gd name="connsiteX46" fmla="*/ 354327 w 4050780"/>
                <a:gd name="connsiteY46" fmla="*/ 915381 h 4050771"/>
                <a:gd name="connsiteX47" fmla="*/ 165756 w 4050780"/>
                <a:gd name="connsiteY47" fmla="*/ 1267380 h 4050771"/>
                <a:gd name="connsiteX48" fmla="*/ 49820 w 4050780"/>
                <a:gd name="connsiteY48" fmla="*/ 1649642 h 4050771"/>
                <a:gd name="connsiteX49" fmla="*/ 11175 w 4050780"/>
                <a:gd name="connsiteY49" fmla="*/ 2046804 h 4050771"/>
                <a:gd name="connsiteX50" fmla="*/ 49820 w 4050780"/>
                <a:gd name="connsiteY50" fmla="*/ 2443966 h 4050771"/>
                <a:gd name="connsiteX51" fmla="*/ 165756 w 4050780"/>
                <a:gd name="connsiteY51" fmla="*/ 2826228 h 4050771"/>
                <a:gd name="connsiteX52" fmla="*/ 354327 w 4050780"/>
                <a:gd name="connsiteY52" fmla="*/ 3178226 h 4050771"/>
                <a:gd name="connsiteX53" fmla="*/ 607617 w 4050780"/>
                <a:gd name="connsiteY53" fmla="*/ 3486457 h 4050771"/>
                <a:gd name="connsiteX54" fmla="*/ 915849 w 4050780"/>
                <a:gd name="connsiteY54" fmla="*/ 3739747 h 4050771"/>
                <a:gd name="connsiteX55" fmla="*/ 1267848 w 4050780"/>
                <a:gd name="connsiteY55" fmla="*/ 3928318 h 4050771"/>
                <a:gd name="connsiteX56" fmla="*/ 1650111 w 4050780"/>
                <a:gd name="connsiteY56" fmla="*/ 4044253 h 4050771"/>
                <a:gd name="connsiteX57" fmla="*/ 2047274 w 4050780"/>
                <a:gd name="connsiteY57" fmla="*/ 4082899 h 4050771"/>
                <a:gd name="connsiteX58" fmla="*/ 2444437 w 4050780"/>
                <a:gd name="connsiteY58" fmla="*/ 4044253 h 4050771"/>
                <a:gd name="connsiteX59" fmla="*/ 2826700 w 4050780"/>
                <a:gd name="connsiteY59" fmla="*/ 3928318 h 4050771"/>
                <a:gd name="connsiteX60" fmla="*/ 3178699 w 4050780"/>
                <a:gd name="connsiteY60" fmla="*/ 3739747 h 4050771"/>
                <a:gd name="connsiteX61" fmla="*/ 3486930 w 4050780"/>
                <a:gd name="connsiteY61" fmla="*/ 3486457 h 4050771"/>
                <a:gd name="connsiteX62" fmla="*/ 3740221 w 4050780"/>
                <a:gd name="connsiteY62" fmla="*/ 3178226 h 4050771"/>
                <a:gd name="connsiteX63" fmla="*/ 3928791 w 4050780"/>
                <a:gd name="connsiteY63" fmla="*/ 2826228 h 4050771"/>
                <a:gd name="connsiteX64" fmla="*/ 4044728 w 4050780"/>
                <a:gd name="connsiteY64" fmla="*/ 2443966 h 4050771"/>
                <a:gd name="connsiteX65" fmla="*/ 4083373 w 4050780"/>
                <a:gd name="connsiteY65" fmla="*/ 2046804 h 4050771"/>
                <a:gd name="connsiteX66" fmla="*/ 4093616 w 4050780"/>
                <a:gd name="connsiteY66" fmla="*/ 2046804 h 4050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4050780" h="4050771">
                  <a:moveTo>
                    <a:pt x="4093616" y="2046804"/>
                  </a:moveTo>
                  <a:cubicBezTo>
                    <a:pt x="4093616" y="2180433"/>
                    <a:pt x="4080579" y="2314527"/>
                    <a:pt x="4054505" y="2445828"/>
                  </a:cubicBezTo>
                  <a:cubicBezTo>
                    <a:pt x="4028431" y="2577129"/>
                    <a:pt x="3989320" y="2706567"/>
                    <a:pt x="3938104" y="2829953"/>
                  </a:cubicBezTo>
                  <a:cubicBezTo>
                    <a:pt x="3886887" y="2953804"/>
                    <a:pt x="3823099" y="3072534"/>
                    <a:pt x="3748602" y="3183813"/>
                  </a:cubicBezTo>
                  <a:cubicBezTo>
                    <a:pt x="3674104" y="3295093"/>
                    <a:pt x="3588898" y="3398924"/>
                    <a:pt x="3493915" y="3493907"/>
                  </a:cubicBezTo>
                  <a:cubicBezTo>
                    <a:pt x="3399396" y="3588425"/>
                    <a:pt x="3295100" y="3674096"/>
                    <a:pt x="3183820" y="3748594"/>
                  </a:cubicBezTo>
                  <a:cubicBezTo>
                    <a:pt x="3072540" y="3823091"/>
                    <a:pt x="2953811" y="3886879"/>
                    <a:pt x="2829959" y="3938095"/>
                  </a:cubicBezTo>
                  <a:cubicBezTo>
                    <a:pt x="2706108" y="3989312"/>
                    <a:pt x="2577134" y="4028423"/>
                    <a:pt x="2445833" y="4054497"/>
                  </a:cubicBezTo>
                  <a:cubicBezTo>
                    <a:pt x="2314532" y="4080571"/>
                    <a:pt x="2180437" y="4093607"/>
                    <a:pt x="2046808" y="4093607"/>
                  </a:cubicBezTo>
                  <a:cubicBezTo>
                    <a:pt x="1913179" y="4093607"/>
                    <a:pt x="1779084" y="4080571"/>
                    <a:pt x="1647783" y="4054497"/>
                  </a:cubicBezTo>
                  <a:cubicBezTo>
                    <a:pt x="1516482" y="4028423"/>
                    <a:pt x="1387509" y="3989312"/>
                    <a:pt x="1263657" y="3938095"/>
                  </a:cubicBezTo>
                  <a:cubicBezTo>
                    <a:pt x="1139806" y="3886879"/>
                    <a:pt x="1021076" y="3823091"/>
                    <a:pt x="909796" y="3748594"/>
                  </a:cubicBezTo>
                  <a:cubicBezTo>
                    <a:pt x="798516" y="3674096"/>
                    <a:pt x="694686" y="3588891"/>
                    <a:pt x="599702" y="3493907"/>
                  </a:cubicBezTo>
                  <a:cubicBezTo>
                    <a:pt x="505184" y="3399389"/>
                    <a:pt x="419512" y="3295093"/>
                    <a:pt x="345015" y="3183813"/>
                  </a:cubicBezTo>
                  <a:cubicBezTo>
                    <a:pt x="270518" y="3072534"/>
                    <a:pt x="206729" y="2953804"/>
                    <a:pt x="155513" y="2829953"/>
                  </a:cubicBezTo>
                  <a:cubicBezTo>
                    <a:pt x="104296" y="2706102"/>
                    <a:pt x="65185" y="2577129"/>
                    <a:pt x="39111" y="2445828"/>
                  </a:cubicBezTo>
                  <a:cubicBezTo>
                    <a:pt x="13037" y="2314527"/>
                    <a:pt x="0" y="2180433"/>
                    <a:pt x="0" y="2046804"/>
                  </a:cubicBezTo>
                  <a:cubicBezTo>
                    <a:pt x="0" y="1913175"/>
                    <a:pt x="13037" y="1779080"/>
                    <a:pt x="39111" y="1647779"/>
                  </a:cubicBezTo>
                  <a:cubicBezTo>
                    <a:pt x="65185" y="1516479"/>
                    <a:pt x="104296" y="1387506"/>
                    <a:pt x="155513" y="1263655"/>
                  </a:cubicBezTo>
                  <a:cubicBezTo>
                    <a:pt x="206729" y="1139803"/>
                    <a:pt x="270518" y="1021074"/>
                    <a:pt x="345015" y="909794"/>
                  </a:cubicBezTo>
                  <a:cubicBezTo>
                    <a:pt x="419512" y="798514"/>
                    <a:pt x="504718" y="694684"/>
                    <a:pt x="599702" y="599700"/>
                  </a:cubicBezTo>
                  <a:cubicBezTo>
                    <a:pt x="694220" y="505183"/>
                    <a:pt x="798516" y="419511"/>
                    <a:pt x="909796" y="345014"/>
                  </a:cubicBezTo>
                  <a:cubicBezTo>
                    <a:pt x="1021076" y="270517"/>
                    <a:pt x="1139806" y="206729"/>
                    <a:pt x="1263657" y="155512"/>
                  </a:cubicBezTo>
                  <a:cubicBezTo>
                    <a:pt x="1387509" y="104296"/>
                    <a:pt x="1516482" y="65185"/>
                    <a:pt x="1647783" y="39111"/>
                  </a:cubicBezTo>
                  <a:cubicBezTo>
                    <a:pt x="1779084" y="13037"/>
                    <a:pt x="1913179" y="0"/>
                    <a:pt x="2046808" y="0"/>
                  </a:cubicBezTo>
                  <a:cubicBezTo>
                    <a:pt x="2180437" y="0"/>
                    <a:pt x="2314532" y="13037"/>
                    <a:pt x="2445833" y="39111"/>
                  </a:cubicBezTo>
                  <a:cubicBezTo>
                    <a:pt x="2577134" y="65185"/>
                    <a:pt x="2706573" y="104296"/>
                    <a:pt x="2829959" y="155512"/>
                  </a:cubicBezTo>
                  <a:cubicBezTo>
                    <a:pt x="2953811" y="206729"/>
                    <a:pt x="3072540" y="270517"/>
                    <a:pt x="3183820" y="345014"/>
                  </a:cubicBezTo>
                  <a:cubicBezTo>
                    <a:pt x="3295100" y="419511"/>
                    <a:pt x="3398931" y="504717"/>
                    <a:pt x="3493915" y="599700"/>
                  </a:cubicBezTo>
                  <a:cubicBezTo>
                    <a:pt x="3588433" y="694219"/>
                    <a:pt x="3674104" y="798514"/>
                    <a:pt x="3748602" y="909794"/>
                  </a:cubicBezTo>
                  <a:cubicBezTo>
                    <a:pt x="3823099" y="1021074"/>
                    <a:pt x="3886887" y="1139803"/>
                    <a:pt x="3938104" y="1263655"/>
                  </a:cubicBezTo>
                  <a:cubicBezTo>
                    <a:pt x="3989320" y="1387506"/>
                    <a:pt x="4028431" y="1516479"/>
                    <a:pt x="4054505" y="1647779"/>
                  </a:cubicBezTo>
                  <a:cubicBezTo>
                    <a:pt x="4080579" y="1779080"/>
                    <a:pt x="4093616" y="1913175"/>
                    <a:pt x="4093616" y="2046804"/>
                  </a:cubicBezTo>
                  <a:lnTo>
                    <a:pt x="4083373" y="2046804"/>
                  </a:lnTo>
                  <a:cubicBezTo>
                    <a:pt x="4083373" y="1913640"/>
                    <a:pt x="4070336" y="1780477"/>
                    <a:pt x="4044728" y="1649642"/>
                  </a:cubicBezTo>
                  <a:cubicBezTo>
                    <a:pt x="4018653" y="1518807"/>
                    <a:pt x="3980008" y="1390299"/>
                    <a:pt x="3928791" y="1267380"/>
                  </a:cubicBezTo>
                  <a:cubicBezTo>
                    <a:pt x="3877575" y="1143994"/>
                    <a:pt x="3814252" y="1026196"/>
                    <a:pt x="3740221" y="915381"/>
                  </a:cubicBezTo>
                  <a:cubicBezTo>
                    <a:pt x="3666189" y="804567"/>
                    <a:pt x="3580983" y="701203"/>
                    <a:pt x="3486930" y="607150"/>
                  </a:cubicBezTo>
                  <a:cubicBezTo>
                    <a:pt x="3392878" y="513098"/>
                    <a:pt x="3289047" y="427892"/>
                    <a:pt x="3178699" y="353861"/>
                  </a:cubicBezTo>
                  <a:cubicBezTo>
                    <a:pt x="3067884" y="279829"/>
                    <a:pt x="2949620" y="216507"/>
                    <a:pt x="2826700" y="165290"/>
                  </a:cubicBezTo>
                  <a:cubicBezTo>
                    <a:pt x="2703314" y="114073"/>
                    <a:pt x="2575272" y="75428"/>
                    <a:pt x="2444437" y="49354"/>
                  </a:cubicBezTo>
                  <a:cubicBezTo>
                    <a:pt x="2313601" y="23280"/>
                    <a:pt x="2180437" y="10709"/>
                    <a:pt x="2047274" y="10709"/>
                  </a:cubicBezTo>
                  <a:cubicBezTo>
                    <a:pt x="1914110" y="10709"/>
                    <a:pt x="1780947" y="23746"/>
                    <a:pt x="1650111" y="49354"/>
                  </a:cubicBezTo>
                  <a:cubicBezTo>
                    <a:pt x="1519276" y="75428"/>
                    <a:pt x="1390768" y="114073"/>
                    <a:pt x="1267848" y="165290"/>
                  </a:cubicBezTo>
                  <a:cubicBezTo>
                    <a:pt x="1144462" y="216507"/>
                    <a:pt x="1026663" y="279829"/>
                    <a:pt x="915849" y="353861"/>
                  </a:cubicBezTo>
                  <a:cubicBezTo>
                    <a:pt x="805034" y="427892"/>
                    <a:pt x="701670" y="513098"/>
                    <a:pt x="607617" y="607150"/>
                  </a:cubicBezTo>
                  <a:cubicBezTo>
                    <a:pt x="513564" y="701203"/>
                    <a:pt x="428358" y="805033"/>
                    <a:pt x="354327" y="915381"/>
                  </a:cubicBezTo>
                  <a:cubicBezTo>
                    <a:pt x="280295" y="1026196"/>
                    <a:pt x="216973" y="1144459"/>
                    <a:pt x="165756" y="1267380"/>
                  </a:cubicBezTo>
                  <a:cubicBezTo>
                    <a:pt x="114539" y="1390765"/>
                    <a:pt x="75894" y="1518807"/>
                    <a:pt x="49820" y="1649642"/>
                  </a:cubicBezTo>
                  <a:cubicBezTo>
                    <a:pt x="23746" y="1780477"/>
                    <a:pt x="11175" y="1913640"/>
                    <a:pt x="11175" y="2046804"/>
                  </a:cubicBezTo>
                  <a:cubicBezTo>
                    <a:pt x="11175" y="2179967"/>
                    <a:pt x="24212" y="2313130"/>
                    <a:pt x="49820" y="2443966"/>
                  </a:cubicBezTo>
                  <a:cubicBezTo>
                    <a:pt x="75894" y="2574801"/>
                    <a:pt x="114539" y="2703308"/>
                    <a:pt x="165756" y="2826228"/>
                  </a:cubicBezTo>
                  <a:cubicBezTo>
                    <a:pt x="216973" y="2949614"/>
                    <a:pt x="280295" y="3067412"/>
                    <a:pt x="354327" y="3178226"/>
                  </a:cubicBezTo>
                  <a:cubicBezTo>
                    <a:pt x="428358" y="3289040"/>
                    <a:pt x="513564" y="3392405"/>
                    <a:pt x="607617" y="3486457"/>
                  </a:cubicBezTo>
                  <a:cubicBezTo>
                    <a:pt x="701670" y="3580510"/>
                    <a:pt x="805500" y="3665716"/>
                    <a:pt x="915849" y="3739747"/>
                  </a:cubicBezTo>
                  <a:cubicBezTo>
                    <a:pt x="1026663" y="3813778"/>
                    <a:pt x="1144928" y="3877101"/>
                    <a:pt x="1267848" y="3928318"/>
                  </a:cubicBezTo>
                  <a:cubicBezTo>
                    <a:pt x="1391234" y="3979534"/>
                    <a:pt x="1519276" y="4018180"/>
                    <a:pt x="1650111" y="4044253"/>
                  </a:cubicBezTo>
                  <a:cubicBezTo>
                    <a:pt x="1780947" y="4070327"/>
                    <a:pt x="1914110" y="4082899"/>
                    <a:pt x="2047274" y="4082899"/>
                  </a:cubicBezTo>
                  <a:cubicBezTo>
                    <a:pt x="2180437" y="4082899"/>
                    <a:pt x="2313601" y="4069861"/>
                    <a:pt x="2444437" y="4044253"/>
                  </a:cubicBezTo>
                  <a:cubicBezTo>
                    <a:pt x="2575272" y="4018180"/>
                    <a:pt x="2703780" y="3979534"/>
                    <a:pt x="2826700" y="3928318"/>
                  </a:cubicBezTo>
                  <a:cubicBezTo>
                    <a:pt x="2950086" y="3877101"/>
                    <a:pt x="3067884" y="3813778"/>
                    <a:pt x="3178699" y="3739747"/>
                  </a:cubicBezTo>
                  <a:cubicBezTo>
                    <a:pt x="3289513" y="3665716"/>
                    <a:pt x="3392878" y="3580510"/>
                    <a:pt x="3486930" y="3486457"/>
                  </a:cubicBezTo>
                  <a:cubicBezTo>
                    <a:pt x="3580983" y="3392405"/>
                    <a:pt x="3666189" y="3288575"/>
                    <a:pt x="3740221" y="3178226"/>
                  </a:cubicBezTo>
                  <a:cubicBezTo>
                    <a:pt x="3814252" y="3067412"/>
                    <a:pt x="3877575" y="2949148"/>
                    <a:pt x="3928791" y="2826228"/>
                  </a:cubicBezTo>
                  <a:cubicBezTo>
                    <a:pt x="3980008" y="2702843"/>
                    <a:pt x="4018653" y="2574801"/>
                    <a:pt x="4044728" y="2443966"/>
                  </a:cubicBezTo>
                  <a:cubicBezTo>
                    <a:pt x="4070802" y="2313130"/>
                    <a:pt x="4083373" y="2179967"/>
                    <a:pt x="4083373" y="2046804"/>
                  </a:cubicBezTo>
                  <a:lnTo>
                    <a:pt x="4093616" y="2046804"/>
                  </a:lnTo>
                  <a:close/>
                </a:path>
              </a:pathLst>
            </a:custGeom>
            <a:solidFill>
              <a:sysClr val="window" lastClr="FFFFFF">
                <a:alpha val="20000"/>
              </a:sysClr>
            </a:solidFill>
            <a:ln w="46493" cap="flat">
              <a:noFill/>
              <a:prstDash val="solid"/>
              <a:miter/>
            </a:ln>
          </p:spPr>
          <p:txBody>
            <a:bodyPr rtlCol="0" anchor="ctr"/>
            <a:lstStyle/>
            <a:p>
              <a:endParaRPr lang="zh-CN" altLang="en-US" sz="2800" dirty="0">
                <a:latin typeface="Times New Roman" panose="02020603050405020304" pitchFamily="18" charset="0"/>
                <a:ea typeface="微软雅黑" panose="020B0503020204020204" charset="-122"/>
                <a:sym typeface="Times New Roman" panose="02020603050405020304" pitchFamily="18" charset="0"/>
              </a:endParaRPr>
            </a:p>
          </p:txBody>
        </p:sp>
        <p:sp>
          <p:nvSpPr>
            <p:cNvPr id="18" name="PA-任意多边形 119"/>
            <p:cNvSpPr/>
            <p:nvPr>
              <p:custDataLst>
                <p:tags r:id="rId6"/>
              </p:custDataLst>
            </p:nvPr>
          </p:nvSpPr>
          <p:spPr>
            <a:xfrm>
              <a:off x="4895497" y="2400088"/>
              <a:ext cx="2401006" cy="2401000"/>
            </a:xfrm>
            <a:custGeom>
              <a:avLst/>
              <a:gdLst>
                <a:gd name="connsiteX0" fmla="*/ 722622 w 1443381"/>
                <a:gd name="connsiteY0" fmla="*/ 1444775 h 1443378"/>
                <a:gd name="connsiteX1" fmla="*/ 717035 w 1443381"/>
                <a:gd name="connsiteY1" fmla="*/ 1444775 h 1443378"/>
                <a:gd name="connsiteX2" fmla="*/ 717035 w 1443381"/>
                <a:gd name="connsiteY2" fmla="*/ 1414976 h 1443378"/>
                <a:gd name="connsiteX3" fmla="*/ 731468 w 1443381"/>
                <a:gd name="connsiteY3" fmla="*/ 1414976 h 1443378"/>
                <a:gd name="connsiteX4" fmla="*/ 731934 w 1443381"/>
                <a:gd name="connsiteY4" fmla="*/ 1444775 h 1443378"/>
                <a:gd name="connsiteX5" fmla="*/ 722622 w 1443381"/>
                <a:gd name="connsiteY5" fmla="*/ 1444775 h 1443378"/>
                <a:gd name="connsiteX6" fmla="*/ 702135 w 1443381"/>
                <a:gd name="connsiteY6" fmla="*/ 1444775 h 1443378"/>
                <a:gd name="connsiteX7" fmla="*/ 686770 w 1443381"/>
                <a:gd name="connsiteY7" fmla="*/ 1444310 h 1443378"/>
                <a:gd name="connsiteX8" fmla="*/ 688167 w 1443381"/>
                <a:gd name="connsiteY8" fmla="*/ 1414511 h 1443378"/>
                <a:gd name="connsiteX9" fmla="*/ 702601 w 1443381"/>
                <a:gd name="connsiteY9" fmla="*/ 1414976 h 1443378"/>
                <a:gd name="connsiteX10" fmla="*/ 702135 w 1443381"/>
                <a:gd name="connsiteY10" fmla="*/ 1444775 h 1443378"/>
                <a:gd name="connsiteX11" fmla="*/ 747765 w 1443381"/>
                <a:gd name="connsiteY11" fmla="*/ 1444310 h 1443378"/>
                <a:gd name="connsiteX12" fmla="*/ 746834 w 1443381"/>
                <a:gd name="connsiteY12" fmla="*/ 1414511 h 1443378"/>
                <a:gd name="connsiteX13" fmla="*/ 761267 w 1443381"/>
                <a:gd name="connsiteY13" fmla="*/ 1414045 h 1443378"/>
                <a:gd name="connsiteX14" fmla="*/ 763130 w 1443381"/>
                <a:gd name="connsiteY14" fmla="*/ 1443844 h 1443378"/>
                <a:gd name="connsiteX15" fmla="*/ 747765 w 1443381"/>
                <a:gd name="connsiteY15" fmla="*/ 1444310 h 1443378"/>
                <a:gd name="connsiteX16" fmla="*/ 671405 w 1443381"/>
                <a:gd name="connsiteY16" fmla="*/ 1442913 h 1443378"/>
                <a:gd name="connsiteX17" fmla="*/ 656040 w 1443381"/>
                <a:gd name="connsiteY17" fmla="*/ 1441516 h 1443378"/>
                <a:gd name="connsiteX18" fmla="*/ 658834 w 1443381"/>
                <a:gd name="connsiteY18" fmla="*/ 1411717 h 1443378"/>
                <a:gd name="connsiteX19" fmla="*/ 673268 w 1443381"/>
                <a:gd name="connsiteY19" fmla="*/ 1413114 h 1443378"/>
                <a:gd name="connsiteX20" fmla="*/ 671405 w 1443381"/>
                <a:gd name="connsiteY20" fmla="*/ 1442913 h 1443378"/>
                <a:gd name="connsiteX21" fmla="*/ 778029 w 1443381"/>
                <a:gd name="connsiteY21" fmla="*/ 1442913 h 1443378"/>
                <a:gd name="connsiteX22" fmla="*/ 775701 w 1443381"/>
                <a:gd name="connsiteY22" fmla="*/ 1413114 h 1443378"/>
                <a:gd name="connsiteX23" fmla="*/ 790135 w 1443381"/>
                <a:gd name="connsiteY23" fmla="*/ 1411717 h 1443378"/>
                <a:gd name="connsiteX24" fmla="*/ 792929 w 1443381"/>
                <a:gd name="connsiteY24" fmla="*/ 1441516 h 1443378"/>
                <a:gd name="connsiteX25" fmla="*/ 778029 w 1443381"/>
                <a:gd name="connsiteY25" fmla="*/ 1442913 h 1443378"/>
                <a:gd name="connsiteX26" fmla="*/ 641141 w 1443381"/>
                <a:gd name="connsiteY26" fmla="*/ 1440119 h 1443378"/>
                <a:gd name="connsiteX27" fmla="*/ 626241 w 1443381"/>
                <a:gd name="connsiteY27" fmla="*/ 1438257 h 1443378"/>
                <a:gd name="connsiteX28" fmla="*/ 629966 w 1443381"/>
                <a:gd name="connsiteY28" fmla="*/ 1408458 h 1443378"/>
                <a:gd name="connsiteX29" fmla="*/ 644400 w 1443381"/>
                <a:gd name="connsiteY29" fmla="*/ 1410320 h 1443378"/>
                <a:gd name="connsiteX30" fmla="*/ 641141 w 1443381"/>
                <a:gd name="connsiteY30" fmla="*/ 1440119 h 1443378"/>
                <a:gd name="connsiteX31" fmla="*/ 808294 w 1443381"/>
                <a:gd name="connsiteY31" fmla="*/ 1439654 h 1443378"/>
                <a:gd name="connsiteX32" fmla="*/ 804569 w 1443381"/>
                <a:gd name="connsiteY32" fmla="*/ 1409855 h 1443378"/>
                <a:gd name="connsiteX33" fmla="*/ 819003 w 1443381"/>
                <a:gd name="connsiteY33" fmla="*/ 1407992 h 1443378"/>
                <a:gd name="connsiteX34" fmla="*/ 823193 w 1443381"/>
                <a:gd name="connsiteY34" fmla="*/ 1437791 h 1443378"/>
                <a:gd name="connsiteX35" fmla="*/ 808294 w 1443381"/>
                <a:gd name="connsiteY35" fmla="*/ 1439654 h 1443378"/>
                <a:gd name="connsiteX36" fmla="*/ 611342 w 1443381"/>
                <a:gd name="connsiteY36" fmla="*/ 1436394 h 1443378"/>
                <a:gd name="connsiteX37" fmla="*/ 596443 w 1443381"/>
                <a:gd name="connsiteY37" fmla="*/ 1434067 h 1443378"/>
                <a:gd name="connsiteX38" fmla="*/ 601564 w 1443381"/>
                <a:gd name="connsiteY38" fmla="*/ 1404733 h 1443378"/>
                <a:gd name="connsiteX39" fmla="*/ 615998 w 1443381"/>
                <a:gd name="connsiteY39" fmla="*/ 1407061 h 1443378"/>
                <a:gd name="connsiteX40" fmla="*/ 611342 w 1443381"/>
                <a:gd name="connsiteY40" fmla="*/ 1436394 h 1443378"/>
                <a:gd name="connsiteX41" fmla="*/ 838093 w 1443381"/>
                <a:gd name="connsiteY41" fmla="*/ 1435463 h 1443378"/>
                <a:gd name="connsiteX42" fmla="*/ 833437 w 1443381"/>
                <a:gd name="connsiteY42" fmla="*/ 1405665 h 1443378"/>
                <a:gd name="connsiteX43" fmla="*/ 847870 w 1443381"/>
                <a:gd name="connsiteY43" fmla="*/ 1403336 h 1443378"/>
                <a:gd name="connsiteX44" fmla="*/ 853458 w 1443381"/>
                <a:gd name="connsiteY44" fmla="*/ 1432669 h 1443378"/>
                <a:gd name="connsiteX45" fmla="*/ 838093 w 1443381"/>
                <a:gd name="connsiteY45" fmla="*/ 1435463 h 1443378"/>
                <a:gd name="connsiteX46" fmla="*/ 581077 w 1443381"/>
                <a:gd name="connsiteY46" fmla="*/ 1430807 h 1443378"/>
                <a:gd name="connsiteX47" fmla="*/ 566178 w 1443381"/>
                <a:gd name="connsiteY47" fmla="*/ 1427548 h 1443378"/>
                <a:gd name="connsiteX48" fmla="*/ 572697 w 1443381"/>
                <a:gd name="connsiteY48" fmla="*/ 1398215 h 1443378"/>
                <a:gd name="connsiteX49" fmla="*/ 587130 w 1443381"/>
                <a:gd name="connsiteY49" fmla="*/ 1401009 h 1443378"/>
                <a:gd name="connsiteX50" fmla="*/ 581077 w 1443381"/>
                <a:gd name="connsiteY50" fmla="*/ 1430807 h 1443378"/>
                <a:gd name="connsiteX51" fmla="*/ 868357 w 1443381"/>
                <a:gd name="connsiteY51" fmla="*/ 1430342 h 1443378"/>
                <a:gd name="connsiteX52" fmla="*/ 862304 w 1443381"/>
                <a:gd name="connsiteY52" fmla="*/ 1401009 h 1443378"/>
                <a:gd name="connsiteX53" fmla="*/ 876738 w 1443381"/>
                <a:gd name="connsiteY53" fmla="*/ 1397749 h 1443378"/>
                <a:gd name="connsiteX54" fmla="*/ 883256 w 1443381"/>
                <a:gd name="connsiteY54" fmla="*/ 1427082 h 1443378"/>
                <a:gd name="connsiteX55" fmla="*/ 868357 w 1443381"/>
                <a:gd name="connsiteY55" fmla="*/ 1430342 h 1443378"/>
                <a:gd name="connsiteX56" fmla="*/ 551744 w 1443381"/>
                <a:gd name="connsiteY56" fmla="*/ 1424289 h 1443378"/>
                <a:gd name="connsiteX57" fmla="*/ 536845 w 1443381"/>
                <a:gd name="connsiteY57" fmla="*/ 1420564 h 1443378"/>
                <a:gd name="connsiteX58" fmla="*/ 544760 w 1443381"/>
                <a:gd name="connsiteY58" fmla="*/ 1391696 h 1443378"/>
                <a:gd name="connsiteX59" fmla="*/ 558728 w 1443381"/>
                <a:gd name="connsiteY59" fmla="*/ 1395421 h 1443378"/>
                <a:gd name="connsiteX60" fmla="*/ 551744 w 1443381"/>
                <a:gd name="connsiteY60" fmla="*/ 1424289 h 1443378"/>
                <a:gd name="connsiteX61" fmla="*/ 897690 w 1443381"/>
                <a:gd name="connsiteY61" fmla="*/ 1423357 h 1443378"/>
                <a:gd name="connsiteX62" fmla="*/ 890241 w 1443381"/>
                <a:gd name="connsiteY62" fmla="*/ 1394490 h 1443378"/>
                <a:gd name="connsiteX63" fmla="*/ 904209 w 1443381"/>
                <a:gd name="connsiteY63" fmla="*/ 1390765 h 1443378"/>
                <a:gd name="connsiteX64" fmla="*/ 912124 w 1443381"/>
                <a:gd name="connsiteY64" fmla="*/ 1419632 h 1443378"/>
                <a:gd name="connsiteX65" fmla="*/ 897690 w 1443381"/>
                <a:gd name="connsiteY65" fmla="*/ 1423357 h 1443378"/>
                <a:gd name="connsiteX66" fmla="*/ 521945 w 1443381"/>
                <a:gd name="connsiteY66" fmla="*/ 1416839 h 1443378"/>
                <a:gd name="connsiteX67" fmla="*/ 507512 w 1443381"/>
                <a:gd name="connsiteY67" fmla="*/ 1412649 h 1443378"/>
                <a:gd name="connsiteX68" fmla="*/ 516358 w 1443381"/>
                <a:gd name="connsiteY68" fmla="*/ 1384247 h 1443378"/>
                <a:gd name="connsiteX69" fmla="*/ 530326 w 1443381"/>
                <a:gd name="connsiteY69" fmla="*/ 1388437 h 1443378"/>
                <a:gd name="connsiteX70" fmla="*/ 521945 w 1443381"/>
                <a:gd name="connsiteY70" fmla="*/ 1416839 h 1443378"/>
                <a:gd name="connsiteX71" fmla="*/ 927023 w 1443381"/>
                <a:gd name="connsiteY71" fmla="*/ 1415442 h 1443378"/>
                <a:gd name="connsiteX72" fmla="*/ 918642 w 1443381"/>
                <a:gd name="connsiteY72" fmla="*/ 1386574 h 1443378"/>
                <a:gd name="connsiteX73" fmla="*/ 932611 w 1443381"/>
                <a:gd name="connsiteY73" fmla="*/ 1382384 h 1443378"/>
                <a:gd name="connsiteX74" fmla="*/ 941923 w 1443381"/>
                <a:gd name="connsiteY74" fmla="*/ 1410786 h 1443378"/>
                <a:gd name="connsiteX75" fmla="*/ 927023 w 1443381"/>
                <a:gd name="connsiteY75" fmla="*/ 1415442 h 1443378"/>
                <a:gd name="connsiteX76" fmla="*/ 493078 w 1443381"/>
                <a:gd name="connsiteY76" fmla="*/ 1407527 h 1443378"/>
                <a:gd name="connsiteX77" fmla="*/ 478644 w 1443381"/>
                <a:gd name="connsiteY77" fmla="*/ 1402405 h 1443378"/>
                <a:gd name="connsiteX78" fmla="*/ 488887 w 1443381"/>
                <a:gd name="connsiteY78" fmla="*/ 1374003 h 1443378"/>
                <a:gd name="connsiteX79" fmla="*/ 502855 w 1443381"/>
                <a:gd name="connsiteY79" fmla="*/ 1378659 h 1443378"/>
                <a:gd name="connsiteX80" fmla="*/ 493078 w 1443381"/>
                <a:gd name="connsiteY80" fmla="*/ 1407527 h 1443378"/>
                <a:gd name="connsiteX81" fmla="*/ 956357 w 1443381"/>
                <a:gd name="connsiteY81" fmla="*/ 1406130 h 1443378"/>
                <a:gd name="connsiteX82" fmla="*/ 946579 w 1443381"/>
                <a:gd name="connsiteY82" fmla="*/ 1377728 h 1443378"/>
                <a:gd name="connsiteX83" fmla="*/ 960082 w 1443381"/>
                <a:gd name="connsiteY83" fmla="*/ 1373072 h 1443378"/>
                <a:gd name="connsiteX84" fmla="*/ 970325 w 1443381"/>
                <a:gd name="connsiteY84" fmla="*/ 1401009 h 1443378"/>
                <a:gd name="connsiteX85" fmla="*/ 956357 w 1443381"/>
                <a:gd name="connsiteY85" fmla="*/ 1406130 h 1443378"/>
                <a:gd name="connsiteX86" fmla="*/ 464210 w 1443381"/>
                <a:gd name="connsiteY86" fmla="*/ 1397284 h 1443378"/>
                <a:gd name="connsiteX87" fmla="*/ 450242 w 1443381"/>
                <a:gd name="connsiteY87" fmla="*/ 1391696 h 1443378"/>
                <a:gd name="connsiteX88" fmla="*/ 461416 w 1443381"/>
                <a:gd name="connsiteY88" fmla="*/ 1363760 h 1443378"/>
                <a:gd name="connsiteX89" fmla="*/ 474919 w 1443381"/>
                <a:gd name="connsiteY89" fmla="*/ 1369347 h 1443378"/>
                <a:gd name="connsiteX90" fmla="*/ 464210 w 1443381"/>
                <a:gd name="connsiteY90" fmla="*/ 1397284 h 1443378"/>
                <a:gd name="connsiteX91" fmla="*/ 984759 w 1443381"/>
                <a:gd name="connsiteY91" fmla="*/ 1395887 h 1443378"/>
                <a:gd name="connsiteX92" fmla="*/ 974050 w 1443381"/>
                <a:gd name="connsiteY92" fmla="*/ 1367950 h 1443378"/>
                <a:gd name="connsiteX93" fmla="*/ 987552 w 1443381"/>
                <a:gd name="connsiteY93" fmla="*/ 1362363 h 1443378"/>
                <a:gd name="connsiteX94" fmla="*/ 999192 w 1443381"/>
                <a:gd name="connsiteY94" fmla="*/ 1389834 h 1443378"/>
                <a:gd name="connsiteX95" fmla="*/ 984759 w 1443381"/>
                <a:gd name="connsiteY95" fmla="*/ 1395887 h 1443378"/>
                <a:gd name="connsiteX96" fmla="*/ 436274 w 1443381"/>
                <a:gd name="connsiteY96" fmla="*/ 1385643 h 1443378"/>
                <a:gd name="connsiteX97" fmla="*/ 422305 w 1443381"/>
                <a:gd name="connsiteY97" fmla="*/ 1379591 h 1443378"/>
                <a:gd name="connsiteX98" fmla="*/ 434877 w 1443381"/>
                <a:gd name="connsiteY98" fmla="*/ 1352120 h 1443378"/>
                <a:gd name="connsiteX99" fmla="*/ 448380 w 1443381"/>
                <a:gd name="connsiteY99" fmla="*/ 1358173 h 1443378"/>
                <a:gd name="connsiteX100" fmla="*/ 436274 w 1443381"/>
                <a:gd name="connsiteY100" fmla="*/ 1385643 h 1443378"/>
                <a:gd name="connsiteX101" fmla="*/ 1012695 w 1443381"/>
                <a:gd name="connsiteY101" fmla="*/ 1384247 h 1443378"/>
                <a:gd name="connsiteX102" fmla="*/ 1000589 w 1443381"/>
                <a:gd name="connsiteY102" fmla="*/ 1356776 h 1443378"/>
                <a:gd name="connsiteX103" fmla="*/ 1013626 w 1443381"/>
                <a:gd name="connsiteY103" fmla="*/ 1350723 h 1443378"/>
                <a:gd name="connsiteX104" fmla="*/ 1026198 w 1443381"/>
                <a:gd name="connsiteY104" fmla="*/ 1377728 h 1443378"/>
                <a:gd name="connsiteX105" fmla="*/ 1012695 w 1443381"/>
                <a:gd name="connsiteY105" fmla="*/ 1384247 h 1443378"/>
                <a:gd name="connsiteX106" fmla="*/ 408337 w 1443381"/>
                <a:gd name="connsiteY106" fmla="*/ 1373072 h 1443378"/>
                <a:gd name="connsiteX107" fmla="*/ 394835 w 1443381"/>
                <a:gd name="connsiteY107" fmla="*/ 1366088 h 1443378"/>
                <a:gd name="connsiteX108" fmla="*/ 408337 w 1443381"/>
                <a:gd name="connsiteY108" fmla="*/ 1339548 h 1443378"/>
                <a:gd name="connsiteX109" fmla="*/ 421374 w 1443381"/>
                <a:gd name="connsiteY109" fmla="*/ 1346067 h 1443378"/>
                <a:gd name="connsiteX110" fmla="*/ 408337 w 1443381"/>
                <a:gd name="connsiteY110" fmla="*/ 1373072 h 1443378"/>
                <a:gd name="connsiteX111" fmla="*/ 1040166 w 1443381"/>
                <a:gd name="connsiteY111" fmla="*/ 1371210 h 1443378"/>
                <a:gd name="connsiteX112" fmla="*/ 1027129 w 1443381"/>
                <a:gd name="connsiteY112" fmla="*/ 1344204 h 1443378"/>
                <a:gd name="connsiteX113" fmla="*/ 1040166 w 1443381"/>
                <a:gd name="connsiteY113" fmla="*/ 1337686 h 1443378"/>
                <a:gd name="connsiteX114" fmla="*/ 1054134 w 1443381"/>
                <a:gd name="connsiteY114" fmla="*/ 1364225 h 1443378"/>
                <a:gd name="connsiteX115" fmla="*/ 1040166 w 1443381"/>
                <a:gd name="connsiteY115" fmla="*/ 1371210 h 1443378"/>
                <a:gd name="connsiteX116" fmla="*/ 381332 w 1443381"/>
                <a:gd name="connsiteY116" fmla="*/ 1359104 h 1443378"/>
                <a:gd name="connsiteX117" fmla="*/ 367830 w 1443381"/>
                <a:gd name="connsiteY117" fmla="*/ 1351654 h 1443378"/>
                <a:gd name="connsiteX118" fmla="*/ 382729 w 1443381"/>
                <a:gd name="connsiteY118" fmla="*/ 1325580 h 1443378"/>
                <a:gd name="connsiteX119" fmla="*/ 395300 w 1443381"/>
                <a:gd name="connsiteY119" fmla="*/ 1332564 h 1443378"/>
                <a:gd name="connsiteX120" fmla="*/ 381332 w 1443381"/>
                <a:gd name="connsiteY120" fmla="*/ 1359104 h 1443378"/>
                <a:gd name="connsiteX121" fmla="*/ 1067171 w 1443381"/>
                <a:gd name="connsiteY121" fmla="*/ 1357707 h 1443378"/>
                <a:gd name="connsiteX122" fmla="*/ 1052737 w 1443381"/>
                <a:gd name="connsiteY122" fmla="*/ 1331167 h 1443378"/>
                <a:gd name="connsiteX123" fmla="*/ 1065309 w 1443381"/>
                <a:gd name="connsiteY123" fmla="*/ 1324183 h 1443378"/>
                <a:gd name="connsiteX124" fmla="*/ 1080208 w 1443381"/>
                <a:gd name="connsiteY124" fmla="*/ 1350257 h 1443378"/>
                <a:gd name="connsiteX125" fmla="*/ 1067171 w 1443381"/>
                <a:gd name="connsiteY125" fmla="*/ 1357707 h 1443378"/>
                <a:gd name="connsiteX126" fmla="*/ 354793 w 1443381"/>
                <a:gd name="connsiteY126" fmla="*/ 1344204 h 1443378"/>
                <a:gd name="connsiteX127" fmla="*/ 341756 w 1443381"/>
                <a:gd name="connsiteY127" fmla="*/ 1336289 h 1443378"/>
                <a:gd name="connsiteX128" fmla="*/ 357586 w 1443381"/>
                <a:gd name="connsiteY128" fmla="*/ 1310681 h 1443378"/>
                <a:gd name="connsiteX129" fmla="*/ 370158 w 1443381"/>
                <a:gd name="connsiteY129" fmla="*/ 1318131 h 1443378"/>
                <a:gd name="connsiteX130" fmla="*/ 354793 w 1443381"/>
                <a:gd name="connsiteY130" fmla="*/ 1344204 h 1443378"/>
                <a:gd name="connsiteX131" fmla="*/ 1093711 w 1443381"/>
                <a:gd name="connsiteY131" fmla="*/ 1342342 h 1443378"/>
                <a:gd name="connsiteX132" fmla="*/ 1078346 w 1443381"/>
                <a:gd name="connsiteY132" fmla="*/ 1316734 h 1443378"/>
                <a:gd name="connsiteX133" fmla="*/ 1090917 w 1443381"/>
                <a:gd name="connsiteY133" fmla="*/ 1309284 h 1443378"/>
                <a:gd name="connsiteX134" fmla="*/ 1106748 w 1443381"/>
                <a:gd name="connsiteY134" fmla="*/ 1334892 h 1443378"/>
                <a:gd name="connsiteX135" fmla="*/ 1093711 w 1443381"/>
                <a:gd name="connsiteY135" fmla="*/ 1342342 h 1443378"/>
                <a:gd name="connsiteX136" fmla="*/ 328719 w 1443381"/>
                <a:gd name="connsiteY136" fmla="*/ 1328374 h 1443378"/>
                <a:gd name="connsiteX137" fmla="*/ 316147 w 1443381"/>
                <a:gd name="connsiteY137" fmla="*/ 1319993 h 1443378"/>
                <a:gd name="connsiteX138" fmla="*/ 332909 w 1443381"/>
                <a:gd name="connsiteY138" fmla="*/ 1295316 h 1443378"/>
                <a:gd name="connsiteX139" fmla="*/ 345015 w 1443381"/>
                <a:gd name="connsiteY139" fmla="*/ 1303231 h 1443378"/>
                <a:gd name="connsiteX140" fmla="*/ 328719 w 1443381"/>
                <a:gd name="connsiteY140" fmla="*/ 1328374 h 1443378"/>
                <a:gd name="connsiteX141" fmla="*/ 1119319 w 1443381"/>
                <a:gd name="connsiteY141" fmla="*/ 1326046 h 1443378"/>
                <a:gd name="connsiteX142" fmla="*/ 1103023 w 1443381"/>
                <a:gd name="connsiteY142" fmla="*/ 1300903 h 1443378"/>
                <a:gd name="connsiteX143" fmla="*/ 1115129 w 1443381"/>
                <a:gd name="connsiteY143" fmla="*/ 1292988 h 1443378"/>
                <a:gd name="connsiteX144" fmla="*/ 1132356 w 1443381"/>
                <a:gd name="connsiteY144" fmla="*/ 1317665 h 1443378"/>
                <a:gd name="connsiteX145" fmla="*/ 1119319 w 1443381"/>
                <a:gd name="connsiteY145" fmla="*/ 1326046 h 1443378"/>
                <a:gd name="connsiteX146" fmla="*/ 303576 w 1443381"/>
                <a:gd name="connsiteY146" fmla="*/ 1311146 h 1443378"/>
                <a:gd name="connsiteX147" fmla="*/ 291470 w 1443381"/>
                <a:gd name="connsiteY147" fmla="*/ 1302300 h 1443378"/>
                <a:gd name="connsiteX148" fmla="*/ 309163 w 1443381"/>
                <a:gd name="connsiteY148" fmla="*/ 1278088 h 1443378"/>
                <a:gd name="connsiteX149" fmla="*/ 320803 w 1443381"/>
                <a:gd name="connsiteY149" fmla="*/ 1286469 h 1443378"/>
                <a:gd name="connsiteX150" fmla="*/ 303576 w 1443381"/>
                <a:gd name="connsiteY150" fmla="*/ 1311146 h 1443378"/>
                <a:gd name="connsiteX151" fmla="*/ 1144462 w 1443381"/>
                <a:gd name="connsiteY151" fmla="*/ 1309284 h 1443378"/>
                <a:gd name="connsiteX152" fmla="*/ 1126769 w 1443381"/>
                <a:gd name="connsiteY152" fmla="*/ 1285072 h 1443378"/>
                <a:gd name="connsiteX153" fmla="*/ 1138409 w 1443381"/>
                <a:gd name="connsiteY153" fmla="*/ 1276226 h 1443378"/>
                <a:gd name="connsiteX154" fmla="*/ 1156568 w 1443381"/>
                <a:gd name="connsiteY154" fmla="*/ 1299972 h 1443378"/>
                <a:gd name="connsiteX155" fmla="*/ 1144462 w 1443381"/>
                <a:gd name="connsiteY155" fmla="*/ 1309284 h 1443378"/>
                <a:gd name="connsiteX156" fmla="*/ 279364 w 1443381"/>
                <a:gd name="connsiteY156" fmla="*/ 1292988 h 1443378"/>
                <a:gd name="connsiteX157" fmla="*/ 267258 w 1443381"/>
                <a:gd name="connsiteY157" fmla="*/ 1283676 h 1443378"/>
                <a:gd name="connsiteX158" fmla="*/ 286348 w 1443381"/>
                <a:gd name="connsiteY158" fmla="*/ 1260395 h 1443378"/>
                <a:gd name="connsiteX159" fmla="*/ 297989 w 1443381"/>
                <a:gd name="connsiteY159" fmla="*/ 1269707 h 1443378"/>
                <a:gd name="connsiteX160" fmla="*/ 279364 w 1443381"/>
                <a:gd name="connsiteY160" fmla="*/ 1292988 h 1443378"/>
                <a:gd name="connsiteX161" fmla="*/ 1168674 w 1443381"/>
                <a:gd name="connsiteY161" fmla="*/ 1290660 h 1443378"/>
                <a:gd name="connsiteX162" fmla="*/ 1150049 w 1443381"/>
                <a:gd name="connsiteY162" fmla="*/ 1266914 h 1443378"/>
                <a:gd name="connsiteX163" fmla="*/ 1161224 w 1443381"/>
                <a:gd name="connsiteY163" fmla="*/ 1257602 h 1443378"/>
                <a:gd name="connsiteX164" fmla="*/ 1180314 w 1443381"/>
                <a:gd name="connsiteY164" fmla="*/ 1280882 h 1443378"/>
                <a:gd name="connsiteX165" fmla="*/ 1168674 w 1443381"/>
                <a:gd name="connsiteY165" fmla="*/ 1290660 h 1443378"/>
                <a:gd name="connsiteX166" fmla="*/ 255618 w 1443381"/>
                <a:gd name="connsiteY166" fmla="*/ 1273432 h 1443378"/>
                <a:gd name="connsiteX167" fmla="*/ 243978 w 1443381"/>
                <a:gd name="connsiteY167" fmla="*/ 1263655 h 1443378"/>
                <a:gd name="connsiteX168" fmla="*/ 263999 w 1443381"/>
                <a:gd name="connsiteY168" fmla="*/ 1241305 h 1443378"/>
                <a:gd name="connsiteX169" fmla="*/ 275174 w 1443381"/>
                <a:gd name="connsiteY169" fmla="*/ 1251083 h 1443378"/>
                <a:gd name="connsiteX170" fmla="*/ 255618 w 1443381"/>
                <a:gd name="connsiteY170" fmla="*/ 1273432 h 1443378"/>
                <a:gd name="connsiteX171" fmla="*/ 1191954 w 1443381"/>
                <a:gd name="connsiteY171" fmla="*/ 1271570 h 1443378"/>
                <a:gd name="connsiteX172" fmla="*/ 1172398 w 1443381"/>
                <a:gd name="connsiteY172" fmla="*/ 1248755 h 1443378"/>
                <a:gd name="connsiteX173" fmla="*/ 1183573 w 1443381"/>
                <a:gd name="connsiteY173" fmla="*/ 1238977 h 1443378"/>
                <a:gd name="connsiteX174" fmla="*/ 1203594 w 1443381"/>
                <a:gd name="connsiteY174" fmla="*/ 1261327 h 1443378"/>
                <a:gd name="connsiteX175" fmla="*/ 1191954 w 1443381"/>
                <a:gd name="connsiteY175" fmla="*/ 1271570 h 1443378"/>
                <a:gd name="connsiteX176" fmla="*/ 232803 w 1443381"/>
                <a:gd name="connsiteY176" fmla="*/ 1253411 h 1443378"/>
                <a:gd name="connsiteX177" fmla="*/ 221629 w 1443381"/>
                <a:gd name="connsiteY177" fmla="*/ 1243168 h 1443378"/>
                <a:gd name="connsiteX178" fmla="*/ 242581 w 1443381"/>
                <a:gd name="connsiteY178" fmla="*/ 1221750 h 1443378"/>
                <a:gd name="connsiteX179" fmla="*/ 253290 w 1443381"/>
                <a:gd name="connsiteY179" fmla="*/ 1231528 h 1443378"/>
                <a:gd name="connsiteX180" fmla="*/ 232803 w 1443381"/>
                <a:gd name="connsiteY180" fmla="*/ 1253411 h 1443378"/>
                <a:gd name="connsiteX181" fmla="*/ 1214769 w 1443381"/>
                <a:gd name="connsiteY181" fmla="*/ 1251083 h 1443378"/>
                <a:gd name="connsiteX182" fmla="*/ 1194282 w 1443381"/>
                <a:gd name="connsiteY182" fmla="*/ 1229200 h 1443378"/>
                <a:gd name="connsiteX183" fmla="*/ 1204991 w 1443381"/>
                <a:gd name="connsiteY183" fmla="*/ 1218956 h 1443378"/>
                <a:gd name="connsiteX184" fmla="*/ 1225943 w 1443381"/>
                <a:gd name="connsiteY184" fmla="*/ 1240374 h 1443378"/>
                <a:gd name="connsiteX185" fmla="*/ 1214769 w 1443381"/>
                <a:gd name="connsiteY185" fmla="*/ 1251083 h 1443378"/>
                <a:gd name="connsiteX186" fmla="*/ 210920 w 1443381"/>
                <a:gd name="connsiteY186" fmla="*/ 1232459 h 1443378"/>
                <a:gd name="connsiteX187" fmla="*/ 200211 w 1443381"/>
                <a:gd name="connsiteY187" fmla="*/ 1221750 h 1443378"/>
                <a:gd name="connsiteX188" fmla="*/ 222095 w 1443381"/>
                <a:gd name="connsiteY188" fmla="*/ 1200798 h 1443378"/>
                <a:gd name="connsiteX189" fmla="*/ 232338 w 1443381"/>
                <a:gd name="connsiteY189" fmla="*/ 1211041 h 1443378"/>
                <a:gd name="connsiteX190" fmla="*/ 210920 w 1443381"/>
                <a:gd name="connsiteY190" fmla="*/ 1232459 h 1443378"/>
                <a:gd name="connsiteX191" fmla="*/ 1236652 w 1443381"/>
                <a:gd name="connsiteY191" fmla="*/ 1230131 h 1443378"/>
                <a:gd name="connsiteX192" fmla="*/ 1215234 w 1443381"/>
                <a:gd name="connsiteY192" fmla="*/ 1209179 h 1443378"/>
                <a:gd name="connsiteX193" fmla="*/ 1225477 w 1443381"/>
                <a:gd name="connsiteY193" fmla="*/ 1198935 h 1443378"/>
                <a:gd name="connsiteX194" fmla="*/ 1247361 w 1443381"/>
                <a:gd name="connsiteY194" fmla="*/ 1219422 h 1443378"/>
                <a:gd name="connsiteX195" fmla="*/ 1236652 w 1443381"/>
                <a:gd name="connsiteY195" fmla="*/ 1230131 h 1443378"/>
                <a:gd name="connsiteX196" fmla="*/ 189968 w 1443381"/>
                <a:gd name="connsiteY196" fmla="*/ 1210576 h 1443378"/>
                <a:gd name="connsiteX197" fmla="*/ 179724 w 1443381"/>
                <a:gd name="connsiteY197" fmla="*/ 1199401 h 1443378"/>
                <a:gd name="connsiteX198" fmla="*/ 202073 w 1443381"/>
                <a:gd name="connsiteY198" fmla="*/ 1179380 h 1443378"/>
                <a:gd name="connsiteX199" fmla="*/ 211851 w 1443381"/>
                <a:gd name="connsiteY199" fmla="*/ 1190089 h 1443378"/>
                <a:gd name="connsiteX200" fmla="*/ 189968 w 1443381"/>
                <a:gd name="connsiteY200" fmla="*/ 1210576 h 1443378"/>
                <a:gd name="connsiteX201" fmla="*/ 1257604 w 1443381"/>
                <a:gd name="connsiteY201" fmla="*/ 1208248 h 1443378"/>
                <a:gd name="connsiteX202" fmla="*/ 1235255 w 1443381"/>
                <a:gd name="connsiteY202" fmla="*/ 1188226 h 1443378"/>
                <a:gd name="connsiteX203" fmla="*/ 1245033 w 1443381"/>
                <a:gd name="connsiteY203" fmla="*/ 1177518 h 1443378"/>
                <a:gd name="connsiteX204" fmla="*/ 1267848 w 1443381"/>
                <a:gd name="connsiteY204" fmla="*/ 1197073 h 1443378"/>
                <a:gd name="connsiteX205" fmla="*/ 1257604 w 1443381"/>
                <a:gd name="connsiteY205" fmla="*/ 1208248 h 1443378"/>
                <a:gd name="connsiteX206" fmla="*/ 169947 w 1443381"/>
                <a:gd name="connsiteY206" fmla="*/ 1187761 h 1443378"/>
                <a:gd name="connsiteX207" fmla="*/ 160169 w 1443381"/>
                <a:gd name="connsiteY207" fmla="*/ 1176121 h 1443378"/>
                <a:gd name="connsiteX208" fmla="*/ 183449 w 1443381"/>
                <a:gd name="connsiteY208" fmla="*/ 1157496 h 1443378"/>
                <a:gd name="connsiteX209" fmla="*/ 192761 w 1443381"/>
                <a:gd name="connsiteY209" fmla="*/ 1168671 h 1443378"/>
                <a:gd name="connsiteX210" fmla="*/ 169947 w 1443381"/>
                <a:gd name="connsiteY210" fmla="*/ 1187761 h 1443378"/>
                <a:gd name="connsiteX211" fmla="*/ 1277626 w 1443381"/>
                <a:gd name="connsiteY211" fmla="*/ 1184967 h 1443378"/>
                <a:gd name="connsiteX212" fmla="*/ 1254811 w 1443381"/>
                <a:gd name="connsiteY212" fmla="*/ 1165877 h 1443378"/>
                <a:gd name="connsiteX213" fmla="*/ 1264123 w 1443381"/>
                <a:gd name="connsiteY213" fmla="*/ 1154703 h 1443378"/>
                <a:gd name="connsiteX214" fmla="*/ 1287403 w 1443381"/>
                <a:gd name="connsiteY214" fmla="*/ 1173327 h 1443378"/>
                <a:gd name="connsiteX215" fmla="*/ 1277626 w 1443381"/>
                <a:gd name="connsiteY215" fmla="*/ 1184967 h 1443378"/>
                <a:gd name="connsiteX216" fmla="*/ 150857 w 1443381"/>
                <a:gd name="connsiteY216" fmla="*/ 1164015 h 1443378"/>
                <a:gd name="connsiteX217" fmla="*/ 141545 w 1443381"/>
                <a:gd name="connsiteY217" fmla="*/ 1151909 h 1443378"/>
                <a:gd name="connsiteX218" fmla="*/ 165756 w 1443381"/>
                <a:gd name="connsiteY218" fmla="*/ 1134216 h 1443378"/>
                <a:gd name="connsiteX219" fmla="*/ 174603 w 1443381"/>
                <a:gd name="connsiteY219" fmla="*/ 1145856 h 1443378"/>
                <a:gd name="connsiteX220" fmla="*/ 150857 w 1443381"/>
                <a:gd name="connsiteY220" fmla="*/ 1164015 h 1443378"/>
                <a:gd name="connsiteX221" fmla="*/ 1296250 w 1443381"/>
                <a:gd name="connsiteY221" fmla="*/ 1161221 h 1443378"/>
                <a:gd name="connsiteX222" fmla="*/ 1272504 w 1443381"/>
                <a:gd name="connsiteY222" fmla="*/ 1143063 h 1443378"/>
                <a:gd name="connsiteX223" fmla="*/ 1281350 w 1443381"/>
                <a:gd name="connsiteY223" fmla="*/ 1131422 h 1443378"/>
                <a:gd name="connsiteX224" fmla="*/ 1305562 w 1443381"/>
                <a:gd name="connsiteY224" fmla="*/ 1149116 h 1443378"/>
                <a:gd name="connsiteX225" fmla="*/ 1296250 w 1443381"/>
                <a:gd name="connsiteY225" fmla="*/ 1161221 h 1443378"/>
                <a:gd name="connsiteX226" fmla="*/ 132698 w 1443381"/>
                <a:gd name="connsiteY226" fmla="*/ 1139803 h 1443378"/>
                <a:gd name="connsiteX227" fmla="*/ 123851 w 1443381"/>
                <a:gd name="connsiteY227" fmla="*/ 1127232 h 1443378"/>
                <a:gd name="connsiteX228" fmla="*/ 148529 w 1443381"/>
                <a:gd name="connsiteY228" fmla="*/ 1110470 h 1443378"/>
                <a:gd name="connsiteX229" fmla="*/ 156910 w 1443381"/>
                <a:gd name="connsiteY229" fmla="*/ 1122576 h 1443378"/>
                <a:gd name="connsiteX230" fmla="*/ 132698 w 1443381"/>
                <a:gd name="connsiteY230" fmla="*/ 1139803 h 1443378"/>
                <a:gd name="connsiteX231" fmla="*/ 1314409 w 1443381"/>
                <a:gd name="connsiteY231" fmla="*/ 1137010 h 1443378"/>
                <a:gd name="connsiteX232" fmla="*/ 1289731 w 1443381"/>
                <a:gd name="connsiteY232" fmla="*/ 1119782 h 1443378"/>
                <a:gd name="connsiteX233" fmla="*/ 1298112 w 1443381"/>
                <a:gd name="connsiteY233" fmla="*/ 1107677 h 1443378"/>
                <a:gd name="connsiteX234" fmla="*/ 1322790 w 1443381"/>
                <a:gd name="connsiteY234" fmla="*/ 1124438 h 1443378"/>
                <a:gd name="connsiteX235" fmla="*/ 1314409 w 1443381"/>
                <a:gd name="connsiteY235" fmla="*/ 1137010 h 1443378"/>
                <a:gd name="connsiteX236" fmla="*/ 115936 w 1443381"/>
                <a:gd name="connsiteY236" fmla="*/ 1114661 h 1443378"/>
                <a:gd name="connsiteX237" fmla="*/ 108021 w 1443381"/>
                <a:gd name="connsiteY237" fmla="*/ 1101624 h 1443378"/>
                <a:gd name="connsiteX238" fmla="*/ 133629 w 1443381"/>
                <a:gd name="connsiteY238" fmla="*/ 1085793 h 1443378"/>
                <a:gd name="connsiteX239" fmla="*/ 141545 w 1443381"/>
                <a:gd name="connsiteY239" fmla="*/ 1097899 h 1443378"/>
                <a:gd name="connsiteX240" fmla="*/ 115936 w 1443381"/>
                <a:gd name="connsiteY240" fmla="*/ 1114661 h 1443378"/>
                <a:gd name="connsiteX241" fmla="*/ 1331170 w 1443381"/>
                <a:gd name="connsiteY241" fmla="*/ 1111401 h 1443378"/>
                <a:gd name="connsiteX242" fmla="*/ 1306028 w 1443381"/>
                <a:gd name="connsiteY242" fmla="*/ 1095105 h 1443378"/>
                <a:gd name="connsiteX243" fmla="*/ 1313943 w 1443381"/>
                <a:gd name="connsiteY243" fmla="*/ 1082534 h 1443378"/>
                <a:gd name="connsiteX244" fmla="*/ 1339551 w 1443381"/>
                <a:gd name="connsiteY244" fmla="*/ 1098364 h 1443378"/>
                <a:gd name="connsiteX245" fmla="*/ 1331170 w 1443381"/>
                <a:gd name="connsiteY245" fmla="*/ 1111401 h 1443378"/>
                <a:gd name="connsiteX246" fmla="*/ 99640 w 1443381"/>
                <a:gd name="connsiteY246" fmla="*/ 1088587 h 1443378"/>
                <a:gd name="connsiteX247" fmla="*/ 92190 w 1443381"/>
                <a:gd name="connsiteY247" fmla="*/ 1075550 h 1443378"/>
                <a:gd name="connsiteX248" fmla="*/ 118264 w 1443381"/>
                <a:gd name="connsiteY248" fmla="*/ 1060650 h 1443378"/>
                <a:gd name="connsiteX249" fmla="*/ 125714 w 1443381"/>
                <a:gd name="connsiteY249" fmla="*/ 1073222 h 1443378"/>
                <a:gd name="connsiteX250" fmla="*/ 99640 w 1443381"/>
                <a:gd name="connsiteY250" fmla="*/ 1088587 h 1443378"/>
                <a:gd name="connsiteX251" fmla="*/ 1347467 w 1443381"/>
                <a:gd name="connsiteY251" fmla="*/ 1085328 h 1443378"/>
                <a:gd name="connsiteX252" fmla="*/ 1321392 w 1443381"/>
                <a:gd name="connsiteY252" fmla="*/ 1070428 h 1443378"/>
                <a:gd name="connsiteX253" fmla="*/ 1328842 w 1443381"/>
                <a:gd name="connsiteY253" fmla="*/ 1057857 h 1443378"/>
                <a:gd name="connsiteX254" fmla="*/ 1354916 w 1443381"/>
                <a:gd name="connsiteY254" fmla="*/ 1072290 h 1443378"/>
                <a:gd name="connsiteX255" fmla="*/ 1347467 w 1443381"/>
                <a:gd name="connsiteY255" fmla="*/ 1085328 h 1443378"/>
                <a:gd name="connsiteX256" fmla="*/ 84740 w 1443381"/>
                <a:gd name="connsiteY256" fmla="*/ 1062047 h 1443378"/>
                <a:gd name="connsiteX257" fmla="*/ 77756 w 1443381"/>
                <a:gd name="connsiteY257" fmla="*/ 1048545 h 1443378"/>
                <a:gd name="connsiteX258" fmla="*/ 104296 w 1443381"/>
                <a:gd name="connsiteY258" fmla="*/ 1035042 h 1443378"/>
                <a:gd name="connsiteX259" fmla="*/ 110815 w 1443381"/>
                <a:gd name="connsiteY259" fmla="*/ 1048079 h 1443378"/>
                <a:gd name="connsiteX260" fmla="*/ 84740 w 1443381"/>
                <a:gd name="connsiteY260" fmla="*/ 1062047 h 1443378"/>
                <a:gd name="connsiteX261" fmla="*/ 1361900 w 1443381"/>
                <a:gd name="connsiteY261" fmla="*/ 1058788 h 1443378"/>
                <a:gd name="connsiteX262" fmla="*/ 1335361 w 1443381"/>
                <a:gd name="connsiteY262" fmla="*/ 1044820 h 1443378"/>
                <a:gd name="connsiteX263" fmla="*/ 1341879 w 1443381"/>
                <a:gd name="connsiteY263" fmla="*/ 1031783 h 1443378"/>
                <a:gd name="connsiteX264" fmla="*/ 1368885 w 1443381"/>
                <a:gd name="connsiteY264" fmla="*/ 1045285 h 1443378"/>
                <a:gd name="connsiteX265" fmla="*/ 1361900 w 1443381"/>
                <a:gd name="connsiteY265" fmla="*/ 1058788 h 1443378"/>
                <a:gd name="connsiteX266" fmla="*/ 71238 w 1443381"/>
                <a:gd name="connsiteY266" fmla="*/ 1035042 h 1443378"/>
                <a:gd name="connsiteX267" fmla="*/ 64719 w 1443381"/>
                <a:gd name="connsiteY267" fmla="*/ 1021539 h 1443378"/>
                <a:gd name="connsiteX268" fmla="*/ 92190 w 1443381"/>
                <a:gd name="connsiteY268" fmla="*/ 1008968 h 1443378"/>
                <a:gd name="connsiteX269" fmla="*/ 98243 w 1443381"/>
                <a:gd name="connsiteY269" fmla="*/ 1022005 h 1443378"/>
                <a:gd name="connsiteX270" fmla="*/ 71238 w 1443381"/>
                <a:gd name="connsiteY270" fmla="*/ 1035042 h 1443378"/>
                <a:gd name="connsiteX271" fmla="*/ 1375869 w 1443381"/>
                <a:gd name="connsiteY271" fmla="*/ 1031783 h 1443378"/>
                <a:gd name="connsiteX272" fmla="*/ 1348863 w 1443381"/>
                <a:gd name="connsiteY272" fmla="*/ 1018746 h 1443378"/>
                <a:gd name="connsiteX273" fmla="*/ 1354916 w 1443381"/>
                <a:gd name="connsiteY273" fmla="*/ 1005709 h 1443378"/>
                <a:gd name="connsiteX274" fmla="*/ 1382387 w 1443381"/>
                <a:gd name="connsiteY274" fmla="*/ 1017815 h 1443378"/>
                <a:gd name="connsiteX275" fmla="*/ 1375869 w 1443381"/>
                <a:gd name="connsiteY275" fmla="*/ 1031783 h 1443378"/>
                <a:gd name="connsiteX276" fmla="*/ 58667 w 1443381"/>
                <a:gd name="connsiteY276" fmla="*/ 1007571 h 1443378"/>
                <a:gd name="connsiteX277" fmla="*/ 52614 w 1443381"/>
                <a:gd name="connsiteY277" fmla="*/ 993603 h 1443378"/>
                <a:gd name="connsiteX278" fmla="*/ 80550 w 1443381"/>
                <a:gd name="connsiteY278" fmla="*/ 982428 h 1443378"/>
                <a:gd name="connsiteX279" fmla="*/ 86137 w 1443381"/>
                <a:gd name="connsiteY279" fmla="*/ 995931 h 1443378"/>
                <a:gd name="connsiteX280" fmla="*/ 58667 w 1443381"/>
                <a:gd name="connsiteY280" fmla="*/ 1007571 h 1443378"/>
                <a:gd name="connsiteX281" fmla="*/ 1387974 w 1443381"/>
                <a:gd name="connsiteY281" fmla="*/ 1003847 h 1443378"/>
                <a:gd name="connsiteX282" fmla="*/ 1360504 w 1443381"/>
                <a:gd name="connsiteY282" fmla="*/ 992206 h 1443378"/>
                <a:gd name="connsiteX283" fmla="*/ 1366091 w 1443381"/>
                <a:gd name="connsiteY283" fmla="*/ 978704 h 1443378"/>
                <a:gd name="connsiteX284" fmla="*/ 1394027 w 1443381"/>
                <a:gd name="connsiteY284" fmla="*/ 989878 h 1443378"/>
                <a:gd name="connsiteX285" fmla="*/ 1387974 w 1443381"/>
                <a:gd name="connsiteY285" fmla="*/ 1003847 h 1443378"/>
                <a:gd name="connsiteX286" fmla="*/ 47026 w 1443381"/>
                <a:gd name="connsiteY286" fmla="*/ 979635 h 1443378"/>
                <a:gd name="connsiteX287" fmla="*/ 41905 w 1443381"/>
                <a:gd name="connsiteY287" fmla="*/ 965201 h 1443378"/>
                <a:gd name="connsiteX288" fmla="*/ 70307 w 1443381"/>
                <a:gd name="connsiteY288" fmla="*/ 954958 h 1443378"/>
                <a:gd name="connsiteX289" fmla="*/ 75428 w 1443381"/>
                <a:gd name="connsiteY289" fmla="*/ 968460 h 1443378"/>
                <a:gd name="connsiteX290" fmla="*/ 47026 w 1443381"/>
                <a:gd name="connsiteY290" fmla="*/ 979635 h 1443378"/>
                <a:gd name="connsiteX291" fmla="*/ 1399614 w 1443381"/>
                <a:gd name="connsiteY291" fmla="*/ 975445 h 1443378"/>
                <a:gd name="connsiteX292" fmla="*/ 1371678 w 1443381"/>
                <a:gd name="connsiteY292" fmla="*/ 964736 h 1443378"/>
                <a:gd name="connsiteX293" fmla="*/ 1376800 w 1443381"/>
                <a:gd name="connsiteY293" fmla="*/ 950767 h 1443378"/>
                <a:gd name="connsiteX294" fmla="*/ 1405202 w 1443381"/>
                <a:gd name="connsiteY294" fmla="*/ 960545 h 1443378"/>
                <a:gd name="connsiteX295" fmla="*/ 1399614 w 1443381"/>
                <a:gd name="connsiteY295" fmla="*/ 975445 h 1443378"/>
                <a:gd name="connsiteX296" fmla="*/ 36783 w 1443381"/>
                <a:gd name="connsiteY296" fmla="*/ 950767 h 1443378"/>
                <a:gd name="connsiteX297" fmla="*/ 32127 w 1443381"/>
                <a:gd name="connsiteY297" fmla="*/ 936334 h 1443378"/>
                <a:gd name="connsiteX298" fmla="*/ 60529 w 1443381"/>
                <a:gd name="connsiteY298" fmla="*/ 927487 h 1443378"/>
                <a:gd name="connsiteX299" fmla="*/ 65185 w 1443381"/>
                <a:gd name="connsiteY299" fmla="*/ 941455 h 1443378"/>
                <a:gd name="connsiteX300" fmla="*/ 36783 w 1443381"/>
                <a:gd name="connsiteY300" fmla="*/ 950767 h 1443378"/>
                <a:gd name="connsiteX301" fmla="*/ 1409392 w 1443381"/>
                <a:gd name="connsiteY301" fmla="*/ 946577 h 1443378"/>
                <a:gd name="connsiteX302" fmla="*/ 1380990 w 1443381"/>
                <a:gd name="connsiteY302" fmla="*/ 937265 h 1443378"/>
                <a:gd name="connsiteX303" fmla="*/ 1385181 w 1443381"/>
                <a:gd name="connsiteY303" fmla="*/ 923297 h 1443378"/>
                <a:gd name="connsiteX304" fmla="*/ 1414048 w 1443381"/>
                <a:gd name="connsiteY304" fmla="*/ 932143 h 1443378"/>
                <a:gd name="connsiteX305" fmla="*/ 1409392 w 1443381"/>
                <a:gd name="connsiteY305" fmla="*/ 946577 h 1443378"/>
                <a:gd name="connsiteX306" fmla="*/ 27937 w 1443381"/>
                <a:gd name="connsiteY306" fmla="*/ 921900 h 1443378"/>
                <a:gd name="connsiteX307" fmla="*/ 23746 w 1443381"/>
                <a:gd name="connsiteY307" fmla="*/ 907466 h 1443378"/>
                <a:gd name="connsiteX308" fmla="*/ 52614 w 1443381"/>
                <a:gd name="connsiteY308" fmla="*/ 900016 h 1443378"/>
                <a:gd name="connsiteX309" fmla="*/ 56338 w 1443381"/>
                <a:gd name="connsiteY309" fmla="*/ 913985 h 1443378"/>
                <a:gd name="connsiteX310" fmla="*/ 27937 w 1443381"/>
                <a:gd name="connsiteY310" fmla="*/ 921900 h 1443378"/>
                <a:gd name="connsiteX311" fmla="*/ 1418239 w 1443381"/>
                <a:gd name="connsiteY311" fmla="*/ 917709 h 1443378"/>
                <a:gd name="connsiteX312" fmla="*/ 1389371 w 1443381"/>
                <a:gd name="connsiteY312" fmla="*/ 909794 h 1443378"/>
                <a:gd name="connsiteX313" fmla="*/ 1393096 w 1443381"/>
                <a:gd name="connsiteY313" fmla="*/ 895826 h 1443378"/>
                <a:gd name="connsiteX314" fmla="*/ 1421964 w 1443381"/>
                <a:gd name="connsiteY314" fmla="*/ 903276 h 1443378"/>
                <a:gd name="connsiteX315" fmla="*/ 1418239 w 1443381"/>
                <a:gd name="connsiteY315" fmla="*/ 917709 h 1443378"/>
                <a:gd name="connsiteX316" fmla="*/ 20021 w 1443381"/>
                <a:gd name="connsiteY316" fmla="*/ 892567 h 1443378"/>
                <a:gd name="connsiteX317" fmla="*/ 16762 w 1443381"/>
                <a:gd name="connsiteY317" fmla="*/ 877667 h 1443378"/>
                <a:gd name="connsiteX318" fmla="*/ 46095 w 1443381"/>
                <a:gd name="connsiteY318" fmla="*/ 871149 h 1443378"/>
                <a:gd name="connsiteX319" fmla="*/ 49354 w 1443381"/>
                <a:gd name="connsiteY319" fmla="*/ 885583 h 1443378"/>
                <a:gd name="connsiteX320" fmla="*/ 20021 w 1443381"/>
                <a:gd name="connsiteY320" fmla="*/ 892567 h 1443378"/>
                <a:gd name="connsiteX321" fmla="*/ 1426154 w 1443381"/>
                <a:gd name="connsiteY321" fmla="*/ 887911 h 1443378"/>
                <a:gd name="connsiteX322" fmla="*/ 1396821 w 1443381"/>
                <a:gd name="connsiteY322" fmla="*/ 880927 h 1443378"/>
                <a:gd name="connsiteX323" fmla="*/ 1400080 w 1443381"/>
                <a:gd name="connsiteY323" fmla="*/ 866493 h 1443378"/>
                <a:gd name="connsiteX324" fmla="*/ 1429414 w 1443381"/>
                <a:gd name="connsiteY324" fmla="*/ 872546 h 1443378"/>
                <a:gd name="connsiteX325" fmla="*/ 1426154 w 1443381"/>
                <a:gd name="connsiteY325" fmla="*/ 887911 h 1443378"/>
                <a:gd name="connsiteX326" fmla="*/ 13503 w 1443381"/>
                <a:gd name="connsiteY326" fmla="*/ 862768 h 1443378"/>
                <a:gd name="connsiteX327" fmla="*/ 10709 w 1443381"/>
                <a:gd name="connsiteY327" fmla="*/ 847868 h 1443378"/>
                <a:gd name="connsiteX328" fmla="*/ 40042 w 1443381"/>
                <a:gd name="connsiteY328" fmla="*/ 842747 h 1443378"/>
                <a:gd name="connsiteX329" fmla="*/ 42836 w 1443381"/>
                <a:gd name="connsiteY329" fmla="*/ 857181 h 1443378"/>
                <a:gd name="connsiteX330" fmla="*/ 13503 w 1443381"/>
                <a:gd name="connsiteY330" fmla="*/ 862768 h 1443378"/>
                <a:gd name="connsiteX331" fmla="*/ 1432207 w 1443381"/>
                <a:gd name="connsiteY331" fmla="*/ 858112 h 1443378"/>
                <a:gd name="connsiteX332" fmla="*/ 1402874 w 1443381"/>
                <a:gd name="connsiteY332" fmla="*/ 852525 h 1443378"/>
                <a:gd name="connsiteX333" fmla="*/ 1405667 w 1443381"/>
                <a:gd name="connsiteY333" fmla="*/ 838091 h 1443378"/>
                <a:gd name="connsiteX334" fmla="*/ 1435466 w 1443381"/>
                <a:gd name="connsiteY334" fmla="*/ 843212 h 1443378"/>
                <a:gd name="connsiteX335" fmla="*/ 1432207 w 1443381"/>
                <a:gd name="connsiteY335" fmla="*/ 858112 h 1443378"/>
                <a:gd name="connsiteX336" fmla="*/ 8381 w 1443381"/>
                <a:gd name="connsiteY336" fmla="*/ 832504 h 1443378"/>
                <a:gd name="connsiteX337" fmla="*/ 6053 w 1443381"/>
                <a:gd name="connsiteY337" fmla="*/ 817604 h 1443378"/>
                <a:gd name="connsiteX338" fmla="*/ 35852 w 1443381"/>
                <a:gd name="connsiteY338" fmla="*/ 813879 h 1443378"/>
                <a:gd name="connsiteX339" fmla="*/ 37714 w 1443381"/>
                <a:gd name="connsiteY339" fmla="*/ 828313 h 1443378"/>
                <a:gd name="connsiteX340" fmla="*/ 8381 w 1443381"/>
                <a:gd name="connsiteY340" fmla="*/ 832504 h 1443378"/>
                <a:gd name="connsiteX341" fmla="*/ 1437329 w 1443381"/>
                <a:gd name="connsiteY341" fmla="*/ 828313 h 1443378"/>
                <a:gd name="connsiteX342" fmla="*/ 1407530 w 1443381"/>
                <a:gd name="connsiteY342" fmla="*/ 824123 h 1443378"/>
                <a:gd name="connsiteX343" fmla="*/ 1409392 w 1443381"/>
                <a:gd name="connsiteY343" fmla="*/ 809689 h 1443378"/>
                <a:gd name="connsiteX344" fmla="*/ 1439191 w 1443381"/>
                <a:gd name="connsiteY344" fmla="*/ 813414 h 1443378"/>
                <a:gd name="connsiteX345" fmla="*/ 1437329 w 1443381"/>
                <a:gd name="connsiteY345" fmla="*/ 828313 h 1443378"/>
                <a:gd name="connsiteX346" fmla="*/ 4656 w 1443381"/>
                <a:gd name="connsiteY346" fmla="*/ 802705 h 1443378"/>
                <a:gd name="connsiteX347" fmla="*/ 3259 w 1443381"/>
                <a:gd name="connsiteY347" fmla="*/ 787805 h 1443378"/>
                <a:gd name="connsiteX348" fmla="*/ 33058 w 1443381"/>
                <a:gd name="connsiteY348" fmla="*/ 785012 h 1443378"/>
                <a:gd name="connsiteX349" fmla="*/ 34455 w 1443381"/>
                <a:gd name="connsiteY349" fmla="*/ 799446 h 1443378"/>
                <a:gd name="connsiteX350" fmla="*/ 4656 w 1443381"/>
                <a:gd name="connsiteY350" fmla="*/ 802705 h 1443378"/>
                <a:gd name="connsiteX351" fmla="*/ 1441054 w 1443381"/>
                <a:gd name="connsiteY351" fmla="*/ 798049 h 1443378"/>
                <a:gd name="connsiteX352" fmla="*/ 1411255 w 1443381"/>
                <a:gd name="connsiteY352" fmla="*/ 794789 h 1443378"/>
                <a:gd name="connsiteX353" fmla="*/ 1412652 w 1443381"/>
                <a:gd name="connsiteY353" fmla="*/ 780356 h 1443378"/>
                <a:gd name="connsiteX354" fmla="*/ 1442450 w 1443381"/>
                <a:gd name="connsiteY354" fmla="*/ 782684 h 1443378"/>
                <a:gd name="connsiteX355" fmla="*/ 1441054 w 1443381"/>
                <a:gd name="connsiteY355" fmla="*/ 798049 h 1443378"/>
                <a:gd name="connsiteX356" fmla="*/ 1862 w 1443381"/>
                <a:gd name="connsiteY356" fmla="*/ 772440 h 1443378"/>
                <a:gd name="connsiteX357" fmla="*/ 931 w 1443381"/>
                <a:gd name="connsiteY357" fmla="*/ 757075 h 1443378"/>
                <a:gd name="connsiteX358" fmla="*/ 30730 w 1443381"/>
                <a:gd name="connsiteY358" fmla="*/ 755678 h 1443378"/>
                <a:gd name="connsiteX359" fmla="*/ 31661 w 1443381"/>
                <a:gd name="connsiteY359" fmla="*/ 770112 h 1443378"/>
                <a:gd name="connsiteX360" fmla="*/ 1862 w 1443381"/>
                <a:gd name="connsiteY360" fmla="*/ 772440 h 1443378"/>
                <a:gd name="connsiteX361" fmla="*/ 1443847 w 1443381"/>
                <a:gd name="connsiteY361" fmla="*/ 767784 h 1443378"/>
                <a:gd name="connsiteX362" fmla="*/ 1414048 w 1443381"/>
                <a:gd name="connsiteY362" fmla="*/ 765922 h 1443378"/>
                <a:gd name="connsiteX363" fmla="*/ 1414979 w 1443381"/>
                <a:gd name="connsiteY363" fmla="*/ 751488 h 1443378"/>
                <a:gd name="connsiteX364" fmla="*/ 1444778 w 1443381"/>
                <a:gd name="connsiteY364" fmla="*/ 752885 h 1443378"/>
                <a:gd name="connsiteX365" fmla="*/ 1443847 w 1443381"/>
                <a:gd name="connsiteY365" fmla="*/ 767784 h 1443378"/>
                <a:gd name="connsiteX366" fmla="*/ 466 w 1443381"/>
                <a:gd name="connsiteY366" fmla="*/ 741710 h 1443378"/>
                <a:gd name="connsiteX367" fmla="*/ 0 w 1443381"/>
                <a:gd name="connsiteY367" fmla="*/ 726345 h 1443378"/>
                <a:gd name="connsiteX368" fmla="*/ 29799 w 1443381"/>
                <a:gd name="connsiteY368" fmla="*/ 726345 h 1443378"/>
                <a:gd name="connsiteX369" fmla="*/ 30265 w 1443381"/>
                <a:gd name="connsiteY369" fmla="*/ 740779 h 1443378"/>
                <a:gd name="connsiteX370" fmla="*/ 466 w 1443381"/>
                <a:gd name="connsiteY370" fmla="*/ 741710 h 1443378"/>
                <a:gd name="connsiteX371" fmla="*/ 1444778 w 1443381"/>
                <a:gd name="connsiteY371" fmla="*/ 737520 h 1443378"/>
                <a:gd name="connsiteX372" fmla="*/ 1414979 w 1443381"/>
                <a:gd name="connsiteY372" fmla="*/ 737054 h 1443378"/>
                <a:gd name="connsiteX373" fmla="*/ 1414979 w 1443381"/>
                <a:gd name="connsiteY373" fmla="*/ 722620 h 1443378"/>
                <a:gd name="connsiteX374" fmla="*/ 1414979 w 1443381"/>
                <a:gd name="connsiteY374" fmla="*/ 714240 h 1443378"/>
                <a:gd name="connsiteX375" fmla="*/ 1444778 w 1443381"/>
                <a:gd name="connsiteY375" fmla="*/ 713774 h 1443378"/>
                <a:gd name="connsiteX376" fmla="*/ 1444778 w 1443381"/>
                <a:gd name="connsiteY376" fmla="*/ 722620 h 1443378"/>
                <a:gd name="connsiteX377" fmla="*/ 1444778 w 1443381"/>
                <a:gd name="connsiteY377" fmla="*/ 737520 h 1443378"/>
                <a:gd name="connsiteX378" fmla="*/ 30265 w 1443381"/>
                <a:gd name="connsiteY378" fmla="*/ 711912 h 1443378"/>
                <a:gd name="connsiteX379" fmla="*/ 466 w 1443381"/>
                <a:gd name="connsiteY379" fmla="*/ 711446 h 1443378"/>
                <a:gd name="connsiteX380" fmla="*/ 931 w 1443381"/>
                <a:gd name="connsiteY380" fmla="*/ 696081 h 1443378"/>
                <a:gd name="connsiteX381" fmla="*/ 30730 w 1443381"/>
                <a:gd name="connsiteY381" fmla="*/ 697012 h 1443378"/>
                <a:gd name="connsiteX382" fmla="*/ 30265 w 1443381"/>
                <a:gd name="connsiteY382" fmla="*/ 711912 h 1443378"/>
                <a:gd name="connsiteX383" fmla="*/ 1414514 w 1443381"/>
                <a:gd name="connsiteY383" fmla="*/ 698875 h 1443378"/>
                <a:gd name="connsiteX384" fmla="*/ 1414048 w 1443381"/>
                <a:gd name="connsiteY384" fmla="*/ 684441 h 1443378"/>
                <a:gd name="connsiteX385" fmla="*/ 1443847 w 1443381"/>
                <a:gd name="connsiteY385" fmla="*/ 683044 h 1443378"/>
                <a:gd name="connsiteX386" fmla="*/ 1444313 w 1443381"/>
                <a:gd name="connsiteY386" fmla="*/ 698409 h 1443378"/>
                <a:gd name="connsiteX387" fmla="*/ 1414514 w 1443381"/>
                <a:gd name="connsiteY387" fmla="*/ 698875 h 1443378"/>
                <a:gd name="connsiteX388" fmla="*/ 31196 w 1443381"/>
                <a:gd name="connsiteY388" fmla="*/ 683044 h 1443378"/>
                <a:gd name="connsiteX389" fmla="*/ 1397 w 1443381"/>
                <a:gd name="connsiteY389" fmla="*/ 681182 h 1443378"/>
                <a:gd name="connsiteX390" fmla="*/ 2328 w 1443381"/>
                <a:gd name="connsiteY390" fmla="*/ 665816 h 1443378"/>
                <a:gd name="connsiteX391" fmla="*/ 32127 w 1443381"/>
                <a:gd name="connsiteY391" fmla="*/ 668144 h 1443378"/>
                <a:gd name="connsiteX392" fmla="*/ 31196 w 1443381"/>
                <a:gd name="connsiteY392" fmla="*/ 683044 h 1443378"/>
                <a:gd name="connsiteX393" fmla="*/ 1413117 w 1443381"/>
                <a:gd name="connsiteY393" fmla="*/ 670007 h 1443378"/>
                <a:gd name="connsiteX394" fmla="*/ 1411720 w 1443381"/>
                <a:gd name="connsiteY394" fmla="*/ 655573 h 1443378"/>
                <a:gd name="connsiteX395" fmla="*/ 1441519 w 1443381"/>
                <a:gd name="connsiteY395" fmla="*/ 652780 h 1443378"/>
                <a:gd name="connsiteX396" fmla="*/ 1442916 w 1443381"/>
                <a:gd name="connsiteY396" fmla="*/ 668144 h 1443378"/>
                <a:gd name="connsiteX397" fmla="*/ 1413117 w 1443381"/>
                <a:gd name="connsiteY397" fmla="*/ 670007 h 1443378"/>
                <a:gd name="connsiteX398" fmla="*/ 33524 w 1443381"/>
                <a:gd name="connsiteY398" fmla="*/ 653711 h 1443378"/>
                <a:gd name="connsiteX399" fmla="*/ 3725 w 1443381"/>
                <a:gd name="connsiteY399" fmla="*/ 650917 h 1443378"/>
                <a:gd name="connsiteX400" fmla="*/ 5587 w 1443381"/>
                <a:gd name="connsiteY400" fmla="*/ 636018 h 1443378"/>
                <a:gd name="connsiteX401" fmla="*/ 35386 w 1443381"/>
                <a:gd name="connsiteY401" fmla="*/ 639743 h 1443378"/>
                <a:gd name="connsiteX402" fmla="*/ 33524 w 1443381"/>
                <a:gd name="connsiteY402" fmla="*/ 653711 h 1443378"/>
                <a:gd name="connsiteX403" fmla="*/ 1410323 w 1443381"/>
                <a:gd name="connsiteY403" fmla="*/ 641139 h 1443378"/>
                <a:gd name="connsiteX404" fmla="*/ 1408461 w 1443381"/>
                <a:gd name="connsiteY404" fmla="*/ 626706 h 1443378"/>
                <a:gd name="connsiteX405" fmla="*/ 1438260 w 1443381"/>
                <a:gd name="connsiteY405" fmla="*/ 622515 h 1443378"/>
                <a:gd name="connsiteX406" fmla="*/ 1440122 w 1443381"/>
                <a:gd name="connsiteY406" fmla="*/ 637414 h 1443378"/>
                <a:gd name="connsiteX407" fmla="*/ 1410323 w 1443381"/>
                <a:gd name="connsiteY407" fmla="*/ 641139 h 1443378"/>
                <a:gd name="connsiteX408" fmla="*/ 36783 w 1443381"/>
                <a:gd name="connsiteY408" fmla="*/ 624843 h 1443378"/>
                <a:gd name="connsiteX409" fmla="*/ 6984 w 1443381"/>
                <a:gd name="connsiteY409" fmla="*/ 620653 h 1443378"/>
                <a:gd name="connsiteX410" fmla="*/ 9312 w 1443381"/>
                <a:gd name="connsiteY410" fmla="*/ 605753 h 1443378"/>
                <a:gd name="connsiteX411" fmla="*/ 39111 w 1443381"/>
                <a:gd name="connsiteY411" fmla="*/ 610409 h 1443378"/>
                <a:gd name="connsiteX412" fmla="*/ 36783 w 1443381"/>
                <a:gd name="connsiteY412" fmla="*/ 624843 h 1443378"/>
                <a:gd name="connsiteX413" fmla="*/ 1406133 w 1443381"/>
                <a:gd name="connsiteY413" fmla="*/ 612272 h 1443378"/>
                <a:gd name="connsiteX414" fmla="*/ 1403805 w 1443381"/>
                <a:gd name="connsiteY414" fmla="*/ 597838 h 1443378"/>
                <a:gd name="connsiteX415" fmla="*/ 1433138 w 1443381"/>
                <a:gd name="connsiteY415" fmla="*/ 592716 h 1443378"/>
                <a:gd name="connsiteX416" fmla="*/ 1435932 w 1443381"/>
                <a:gd name="connsiteY416" fmla="*/ 607616 h 1443378"/>
                <a:gd name="connsiteX417" fmla="*/ 1406133 w 1443381"/>
                <a:gd name="connsiteY417" fmla="*/ 612272 h 1443378"/>
                <a:gd name="connsiteX418" fmla="*/ 41439 w 1443381"/>
                <a:gd name="connsiteY418" fmla="*/ 595976 h 1443378"/>
                <a:gd name="connsiteX419" fmla="*/ 12106 w 1443381"/>
                <a:gd name="connsiteY419" fmla="*/ 590388 h 1443378"/>
                <a:gd name="connsiteX420" fmla="*/ 14899 w 1443381"/>
                <a:gd name="connsiteY420" fmla="*/ 575489 h 1443378"/>
                <a:gd name="connsiteX421" fmla="*/ 44233 w 1443381"/>
                <a:gd name="connsiteY421" fmla="*/ 581542 h 1443378"/>
                <a:gd name="connsiteX422" fmla="*/ 41439 w 1443381"/>
                <a:gd name="connsiteY422" fmla="*/ 595976 h 1443378"/>
                <a:gd name="connsiteX423" fmla="*/ 1401012 w 1443381"/>
                <a:gd name="connsiteY423" fmla="*/ 583404 h 1443378"/>
                <a:gd name="connsiteX424" fmla="*/ 1397752 w 1443381"/>
                <a:gd name="connsiteY424" fmla="*/ 568971 h 1443378"/>
                <a:gd name="connsiteX425" fmla="*/ 1427085 w 1443381"/>
                <a:gd name="connsiteY425" fmla="*/ 562452 h 1443378"/>
                <a:gd name="connsiteX426" fmla="*/ 1430345 w 1443381"/>
                <a:gd name="connsiteY426" fmla="*/ 577351 h 1443378"/>
                <a:gd name="connsiteX427" fmla="*/ 1401012 w 1443381"/>
                <a:gd name="connsiteY427" fmla="*/ 583404 h 1443378"/>
                <a:gd name="connsiteX428" fmla="*/ 47492 w 1443381"/>
                <a:gd name="connsiteY428" fmla="*/ 567574 h 1443378"/>
                <a:gd name="connsiteX429" fmla="*/ 18159 w 1443381"/>
                <a:gd name="connsiteY429" fmla="*/ 561055 h 1443378"/>
                <a:gd name="connsiteX430" fmla="*/ 21884 w 1443381"/>
                <a:gd name="connsiteY430" fmla="*/ 546156 h 1443378"/>
                <a:gd name="connsiteX431" fmla="*/ 50751 w 1443381"/>
                <a:gd name="connsiteY431" fmla="*/ 553605 h 1443378"/>
                <a:gd name="connsiteX432" fmla="*/ 47492 w 1443381"/>
                <a:gd name="connsiteY432" fmla="*/ 567574 h 1443378"/>
                <a:gd name="connsiteX433" fmla="*/ 1394958 w 1443381"/>
                <a:gd name="connsiteY433" fmla="*/ 555002 h 1443378"/>
                <a:gd name="connsiteX434" fmla="*/ 1391233 w 1443381"/>
                <a:gd name="connsiteY434" fmla="*/ 541034 h 1443378"/>
                <a:gd name="connsiteX435" fmla="*/ 1420101 w 1443381"/>
                <a:gd name="connsiteY435" fmla="*/ 533119 h 1443378"/>
                <a:gd name="connsiteX436" fmla="*/ 1423826 w 1443381"/>
                <a:gd name="connsiteY436" fmla="*/ 548018 h 1443378"/>
                <a:gd name="connsiteX437" fmla="*/ 1394958 w 1443381"/>
                <a:gd name="connsiteY437" fmla="*/ 555002 h 1443378"/>
                <a:gd name="connsiteX438" fmla="*/ 54476 w 1443381"/>
                <a:gd name="connsiteY438" fmla="*/ 539172 h 1443378"/>
                <a:gd name="connsiteX439" fmla="*/ 25608 w 1443381"/>
                <a:gd name="connsiteY439" fmla="*/ 531256 h 1443378"/>
                <a:gd name="connsiteX440" fmla="*/ 29799 w 1443381"/>
                <a:gd name="connsiteY440" fmla="*/ 516823 h 1443378"/>
                <a:gd name="connsiteX441" fmla="*/ 58667 w 1443381"/>
                <a:gd name="connsiteY441" fmla="*/ 525203 h 1443378"/>
                <a:gd name="connsiteX442" fmla="*/ 54476 w 1443381"/>
                <a:gd name="connsiteY442" fmla="*/ 539172 h 1443378"/>
                <a:gd name="connsiteX443" fmla="*/ 1387043 w 1443381"/>
                <a:gd name="connsiteY443" fmla="*/ 527066 h 1443378"/>
                <a:gd name="connsiteX444" fmla="*/ 1382853 w 1443381"/>
                <a:gd name="connsiteY444" fmla="*/ 513098 h 1443378"/>
                <a:gd name="connsiteX445" fmla="*/ 1411255 w 1443381"/>
                <a:gd name="connsiteY445" fmla="*/ 504251 h 1443378"/>
                <a:gd name="connsiteX446" fmla="*/ 1415911 w 1443381"/>
                <a:gd name="connsiteY446" fmla="*/ 518685 h 1443378"/>
                <a:gd name="connsiteX447" fmla="*/ 1387043 w 1443381"/>
                <a:gd name="connsiteY447" fmla="*/ 527066 h 1443378"/>
                <a:gd name="connsiteX448" fmla="*/ 62857 w 1443381"/>
                <a:gd name="connsiteY448" fmla="*/ 511235 h 1443378"/>
                <a:gd name="connsiteX449" fmla="*/ 34455 w 1443381"/>
                <a:gd name="connsiteY449" fmla="*/ 501923 h 1443378"/>
                <a:gd name="connsiteX450" fmla="*/ 39111 w 1443381"/>
                <a:gd name="connsiteY450" fmla="*/ 487489 h 1443378"/>
                <a:gd name="connsiteX451" fmla="*/ 67513 w 1443381"/>
                <a:gd name="connsiteY451" fmla="*/ 497267 h 1443378"/>
                <a:gd name="connsiteX452" fmla="*/ 62857 w 1443381"/>
                <a:gd name="connsiteY452" fmla="*/ 511235 h 1443378"/>
                <a:gd name="connsiteX453" fmla="*/ 1378197 w 1443381"/>
                <a:gd name="connsiteY453" fmla="*/ 499130 h 1443378"/>
                <a:gd name="connsiteX454" fmla="*/ 1373541 w 1443381"/>
                <a:gd name="connsiteY454" fmla="*/ 485161 h 1443378"/>
                <a:gd name="connsiteX455" fmla="*/ 1401943 w 1443381"/>
                <a:gd name="connsiteY455" fmla="*/ 474918 h 1443378"/>
                <a:gd name="connsiteX456" fmla="*/ 1407064 w 1443381"/>
                <a:gd name="connsiteY456" fmla="*/ 489352 h 1443378"/>
                <a:gd name="connsiteX457" fmla="*/ 1378197 w 1443381"/>
                <a:gd name="connsiteY457" fmla="*/ 499130 h 1443378"/>
                <a:gd name="connsiteX458" fmla="*/ 72169 w 1443381"/>
                <a:gd name="connsiteY458" fmla="*/ 483765 h 1443378"/>
                <a:gd name="connsiteX459" fmla="*/ 44233 w 1443381"/>
                <a:gd name="connsiteY459" fmla="*/ 473521 h 1443378"/>
                <a:gd name="connsiteX460" fmla="*/ 49820 w 1443381"/>
                <a:gd name="connsiteY460" fmla="*/ 459088 h 1443378"/>
                <a:gd name="connsiteX461" fmla="*/ 77756 w 1443381"/>
                <a:gd name="connsiteY461" fmla="*/ 470262 h 1443378"/>
                <a:gd name="connsiteX462" fmla="*/ 72169 w 1443381"/>
                <a:gd name="connsiteY462" fmla="*/ 483765 h 1443378"/>
                <a:gd name="connsiteX463" fmla="*/ 1368419 w 1443381"/>
                <a:gd name="connsiteY463" fmla="*/ 471659 h 1443378"/>
                <a:gd name="connsiteX464" fmla="*/ 1362832 w 1443381"/>
                <a:gd name="connsiteY464" fmla="*/ 458156 h 1443378"/>
                <a:gd name="connsiteX465" fmla="*/ 1390768 w 1443381"/>
                <a:gd name="connsiteY465" fmla="*/ 446516 h 1443378"/>
                <a:gd name="connsiteX466" fmla="*/ 1396355 w 1443381"/>
                <a:gd name="connsiteY466" fmla="*/ 460484 h 1443378"/>
                <a:gd name="connsiteX467" fmla="*/ 1368419 w 1443381"/>
                <a:gd name="connsiteY467" fmla="*/ 471659 h 1443378"/>
                <a:gd name="connsiteX468" fmla="*/ 82878 w 1443381"/>
                <a:gd name="connsiteY468" fmla="*/ 456294 h 1443378"/>
                <a:gd name="connsiteX469" fmla="*/ 55407 w 1443381"/>
                <a:gd name="connsiteY469" fmla="*/ 444654 h 1443378"/>
                <a:gd name="connsiteX470" fmla="*/ 61460 w 1443381"/>
                <a:gd name="connsiteY470" fmla="*/ 430686 h 1443378"/>
                <a:gd name="connsiteX471" fmla="*/ 88931 w 1443381"/>
                <a:gd name="connsiteY471" fmla="*/ 442791 h 1443378"/>
                <a:gd name="connsiteX472" fmla="*/ 82878 w 1443381"/>
                <a:gd name="connsiteY472" fmla="*/ 456294 h 1443378"/>
                <a:gd name="connsiteX473" fmla="*/ 1357244 w 1443381"/>
                <a:gd name="connsiteY473" fmla="*/ 444654 h 1443378"/>
                <a:gd name="connsiteX474" fmla="*/ 1351192 w 1443381"/>
                <a:gd name="connsiteY474" fmla="*/ 431617 h 1443378"/>
                <a:gd name="connsiteX475" fmla="*/ 1378197 w 1443381"/>
                <a:gd name="connsiteY475" fmla="*/ 419045 h 1443378"/>
                <a:gd name="connsiteX476" fmla="*/ 1384250 w 1443381"/>
                <a:gd name="connsiteY476" fmla="*/ 433014 h 1443378"/>
                <a:gd name="connsiteX477" fmla="*/ 1357244 w 1443381"/>
                <a:gd name="connsiteY477" fmla="*/ 444654 h 1443378"/>
                <a:gd name="connsiteX478" fmla="*/ 94518 w 1443381"/>
                <a:gd name="connsiteY478" fmla="*/ 429754 h 1443378"/>
                <a:gd name="connsiteX479" fmla="*/ 67513 w 1443381"/>
                <a:gd name="connsiteY479" fmla="*/ 417183 h 1443378"/>
                <a:gd name="connsiteX480" fmla="*/ 74032 w 1443381"/>
                <a:gd name="connsiteY480" fmla="*/ 403215 h 1443378"/>
                <a:gd name="connsiteX481" fmla="*/ 101037 w 1443381"/>
                <a:gd name="connsiteY481" fmla="*/ 416252 h 1443378"/>
                <a:gd name="connsiteX482" fmla="*/ 94518 w 1443381"/>
                <a:gd name="connsiteY482" fmla="*/ 429754 h 1443378"/>
                <a:gd name="connsiteX483" fmla="*/ 1345138 w 1443381"/>
                <a:gd name="connsiteY483" fmla="*/ 418580 h 1443378"/>
                <a:gd name="connsiteX484" fmla="*/ 1338620 w 1443381"/>
                <a:gd name="connsiteY484" fmla="*/ 405543 h 1443378"/>
                <a:gd name="connsiteX485" fmla="*/ 1365160 w 1443381"/>
                <a:gd name="connsiteY485" fmla="*/ 392040 h 1443378"/>
                <a:gd name="connsiteX486" fmla="*/ 1372144 w 1443381"/>
                <a:gd name="connsiteY486" fmla="*/ 405543 h 1443378"/>
                <a:gd name="connsiteX487" fmla="*/ 1345138 w 1443381"/>
                <a:gd name="connsiteY487" fmla="*/ 418580 h 1443378"/>
                <a:gd name="connsiteX488" fmla="*/ 107555 w 1443381"/>
                <a:gd name="connsiteY488" fmla="*/ 403680 h 1443378"/>
                <a:gd name="connsiteX489" fmla="*/ 81016 w 1443381"/>
                <a:gd name="connsiteY489" fmla="*/ 389712 h 1443378"/>
                <a:gd name="connsiteX490" fmla="*/ 88000 w 1443381"/>
                <a:gd name="connsiteY490" fmla="*/ 376210 h 1443378"/>
                <a:gd name="connsiteX491" fmla="*/ 114074 w 1443381"/>
                <a:gd name="connsiteY491" fmla="*/ 390643 h 1443378"/>
                <a:gd name="connsiteX492" fmla="*/ 107555 w 1443381"/>
                <a:gd name="connsiteY492" fmla="*/ 403680 h 1443378"/>
                <a:gd name="connsiteX493" fmla="*/ 1331636 w 1443381"/>
                <a:gd name="connsiteY493" fmla="*/ 392506 h 1443378"/>
                <a:gd name="connsiteX494" fmla="*/ 1324652 w 1443381"/>
                <a:gd name="connsiteY494" fmla="*/ 379934 h 1443378"/>
                <a:gd name="connsiteX495" fmla="*/ 1350726 w 1443381"/>
                <a:gd name="connsiteY495" fmla="*/ 365035 h 1443378"/>
                <a:gd name="connsiteX496" fmla="*/ 1358175 w 1443381"/>
                <a:gd name="connsiteY496" fmla="*/ 378072 h 1443378"/>
                <a:gd name="connsiteX497" fmla="*/ 1331636 w 1443381"/>
                <a:gd name="connsiteY497" fmla="*/ 392506 h 1443378"/>
                <a:gd name="connsiteX498" fmla="*/ 121523 w 1443381"/>
                <a:gd name="connsiteY498" fmla="*/ 378072 h 1443378"/>
                <a:gd name="connsiteX499" fmla="*/ 95449 w 1443381"/>
                <a:gd name="connsiteY499" fmla="*/ 363173 h 1443378"/>
                <a:gd name="connsiteX500" fmla="*/ 103365 w 1443381"/>
                <a:gd name="connsiteY500" fmla="*/ 350136 h 1443378"/>
                <a:gd name="connsiteX501" fmla="*/ 128973 w 1443381"/>
                <a:gd name="connsiteY501" fmla="*/ 365501 h 1443378"/>
                <a:gd name="connsiteX502" fmla="*/ 121523 w 1443381"/>
                <a:gd name="connsiteY502" fmla="*/ 378072 h 1443378"/>
                <a:gd name="connsiteX503" fmla="*/ 1317202 w 1443381"/>
                <a:gd name="connsiteY503" fmla="*/ 367363 h 1443378"/>
                <a:gd name="connsiteX504" fmla="*/ 1309752 w 1443381"/>
                <a:gd name="connsiteY504" fmla="*/ 354792 h 1443378"/>
                <a:gd name="connsiteX505" fmla="*/ 1335361 w 1443381"/>
                <a:gd name="connsiteY505" fmla="*/ 338961 h 1443378"/>
                <a:gd name="connsiteX506" fmla="*/ 1343276 w 1443381"/>
                <a:gd name="connsiteY506" fmla="*/ 351998 h 1443378"/>
                <a:gd name="connsiteX507" fmla="*/ 1317202 w 1443381"/>
                <a:gd name="connsiteY507" fmla="*/ 367363 h 1443378"/>
                <a:gd name="connsiteX508" fmla="*/ 136889 w 1443381"/>
                <a:gd name="connsiteY508" fmla="*/ 352929 h 1443378"/>
                <a:gd name="connsiteX509" fmla="*/ 111746 w 1443381"/>
                <a:gd name="connsiteY509" fmla="*/ 337099 h 1443378"/>
                <a:gd name="connsiteX510" fmla="*/ 120127 w 1443381"/>
                <a:gd name="connsiteY510" fmla="*/ 324527 h 1443378"/>
                <a:gd name="connsiteX511" fmla="*/ 145269 w 1443381"/>
                <a:gd name="connsiteY511" fmla="*/ 341289 h 1443378"/>
                <a:gd name="connsiteX512" fmla="*/ 136889 w 1443381"/>
                <a:gd name="connsiteY512" fmla="*/ 352929 h 1443378"/>
                <a:gd name="connsiteX513" fmla="*/ 1301837 w 1443381"/>
                <a:gd name="connsiteY513" fmla="*/ 342686 h 1443378"/>
                <a:gd name="connsiteX514" fmla="*/ 1293922 w 1443381"/>
                <a:gd name="connsiteY514" fmla="*/ 330580 h 1443378"/>
                <a:gd name="connsiteX515" fmla="*/ 1318599 w 1443381"/>
                <a:gd name="connsiteY515" fmla="*/ 313818 h 1443378"/>
                <a:gd name="connsiteX516" fmla="*/ 1326980 w 1443381"/>
                <a:gd name="connsiteY516" fmla="*/ 326390 h 1443378"/>
                <a:gd name="connsiteX517" fmla="*/ 1301837 w 1443381"/>
                <a:gd name="connsiteY517" fmla="*/ 342686 h 1443378"/>
                <a:gd name="connsiteX518" fmla="*/ 152719 w 1443381"/>
                <a:gd name="connsiteY518" fmla="*/ 328718 h 1443378"/>
                <a:gd name="connsiteX519" fmla="*/ 128042 w 1443381"/>
                <a:gd name="connsiteY519" fmla="*/ 311490 h 1443378"/>
                <a:gd name="connsiteX520" fmla="*/ 136889 w 1443381"/>
                <a:gd name="connsiteY520" fmla="*/ 298919 h 1443378"/>
                <a:gd name="connsiteX521" fmla="*/ 161100 w 1443381"/>
                <a:gd name="connsiteY521" fmla="*/ 316612 h 1443378"/>
                <a:gd name="connsiteX522" fmla="*/ 152719 w 1443381"/>
                <a:gd name="connsiteY522" fmla="*/ 328718 h 1443378"/>
                <a:gd name="connsiteX523" fmla="*/ 1285541 w 1443381"/>
                <a:gd name="connsiteY523" fmla="*/ 318474 h 1443378"/>
                <a:gd name="connsiteX524" fmla="*/ 1276694 w 1443381"/>
                <a:gd name="connsiteY524" fmla="*/ 306834 h 1443378"/>
                <a:gd name="connsiteX525" fmla="*/ 1300906 w 1443381"/>
                <a:gd name="connsiteY525" fmla="*/ 288676 h 1443378"/>
                <a:gd name="connsiteX526" fmla="*/ 1309752 w 1443381"/>
                <a:gd name="connsiteY526" fmla="*/ 300781 h 1443378"/>
                <a:gd name="connsiteX527" fmla="*/ 1285541 w 1443381"/>
                <a:gd name="connsiteY527" fmla="*/ 318474 h 1443378"/>
                <a:gd name="connsiteX528" fmla="*/ 169947 w 1443381"/>
                <a:gd name="connsiteY528" fmla="*/ 304972 h 1443378"/>
                <a:gd name="connsiteX529" fmla="*/ 146201 w 1443381"/>
                <a:gd name="connsiteY529" fmla="*/ 286813 h 1443378"/>
                <a:gd name="connsiteX530" fmla="*/ 155513 w 1443381"/>
                <a:gd name="connsiteY530" fmla="*/ 274708 h 1443378"/>
                <a:gd name="connsiteX531" fmla="*/ 179259 w 1443381"/>
                <a:gd name="connsiteY531" fmla="*/ 293332 h 1443378"/>
                <a:gd name="connsiteX532" fmla="*/ 169947 w 1443381"/>
                <a:gd name="connsiteY532" fmla="*/ 304972 h 1443378"/>
                <a:gd name="connsiteX533" fmla="*/ 1267848 w 1443381"/>
                <a:gd name="connsiteY533" fmla="*/ 295194 h 1443378"/>
                <a:gd name="connsiteX534" fmla="*/ 1258536 w 1443381"/>
                <a:gd name="connsiteY534" fmla="*/ 284020 h 1443378"/>
                <a:gd name="connsiteX535" fmla="*/ 1281816 w 1443381"/>
                <a:gd name="connsiteY535" fmla="*/ 264930 h 1443378"/>
                <a:gd name="connsiteX536" fmla="*/ 1291128 w 1443381"/>
                <a:gd name="connsiteY536" fmla="*/ 276570 h 1443378"/>
                <a:gd name="connsiteX537" fmla="*/ 1267848 w 1443381"/>
                <a:gd name="connsiteY537" fmla="*/ 295194 h 1443378"/>
                <a:gd name="connsiteX538" fmla="*/ 188105 w 1443381"/>
                <a:gd name="connsiteY538" fmla="*/ 282157 h 1443378"/>
                <a:gd name="connsiteX539" fmla="*/ 164825 w 1443381"/>
                <a:gd name="connsiteY539" fmla="*/ 263067 h 1443378"/>
                <a:gd name="connsiteX540" fmla="*/ 174603 w 1443381"/>
                <a:gd name="connsiteY540" fmla="*/ 251427 h 1443378"/>
                <a:gd name="connsiteX541" fmla="*/ 197417 w 1443381"/>
                <a:gd name="connsiteY541" fmla="*/ 270983 h 1443378"/>
                <a:gd name="connsiteX542" fmla="*/ 188105 w 1443381"/>
                <a:gd name="connsiteY542" fmla="*/ 282157 h 1443378"/>
                <a:gd name="connsiteX543" fmla="*/ 1249689 w 1443381"/>
                <a:gd name="connsiteY543" fmla="*/ 272845 h 1443378"/>
                <a:gd name="connsiteX544" fmla="*/ 1239911 w 1443381"/>
                <a:gd name="connsiteY544" fmla="*/ 261670 h 1443378"/>
                <a:gd name="connsiteX545" fmla="*/ 1262260 w 1443381"/>
                <a:gd name="connsiteY545" fmla="*/ 241649 h 1443378"/>
                <a:gd name="connsiteX546" fmla="*/ 1272038 w 1443381"/>
                <a:gd name="connsiteY546" fmla="*/ 253290 h 1443378"/>
                <a:gd name="connsiteX547" fmla="*/ 1249689 w 1443381"/>
                <a:gd name="connsiteY547" fmla="*/ 272845 h 1443378"/>
                <a:gd name="connsiteX548" fmla="*/ 207195 w 1443381"/>
                <a:gd name="connsiteY548" fmla="*/ 259808 h 1443378"/>
                <a:gd name="connsiteX549" fmla="*/ 184846 w 1443381"/>
                <a:gd name="connsiteY549" fmla="*/ 239787 h 1443378"/>
                <a:gd name="connsiteX550" fmla="*/ 195089 w 1443381"/>
                <a:gd name="connsiteY550" fmla="*/ 228613 h 1443378"/>
                <a:gd name="connsiteX551" fmla="*/ 216973 w 1443381"/>
                <a:gd name="connsiteY551" fmla="*/ 249099 h 1443378"/>
                <a:gd name="connsiteX552" fmla="*/ 207195 w 1443381"/>
                <a:gd name="connsiteY552" fmla="*/ 259808 h 1443378"/>
                <a:gd name="connsiteX553" fmla="*/ 1230134 w 1443381"/>
                <a:gd name="connsiteY553" fmla="*/ 250962 h 1443378"/>
                <a:gd name="connsiteX554" fmla="*/ 1219890 w 1443381"/>
                <a:gd name="connsiteY554" fmla="*/ 240253 h 1443378"/>
                <a:gd name="connsiteX555" fmla="*/ 1241308 w 1443381"/>
                <a:gd name="connsiteY555" fmla="*/ 219300 h 1443378"/>
                <a:gd name="connsiteX556" fmla="*/ 1251552 w 1443381"/>
                <a:gd name="connsiteY556" fmla="*/ 230475 h 1443378"/>
                <a:gd name="connsiteX557" fmla="*/ 1230134 w 1443381"/>
                <a:gd name="connsiteY557" fmla="*/ 250962 h 1443378"/>
                <a:gd name="connsiteX558" fmla="*/ 226751 w 1443381"/>
                <a:gd name="connsiteY558" fmla="*/ 238390 h 1443378"/>
                <a:gd name="connsiteX559" fmla="*/ 205333 w 1443381"/>
                <a:gd name="connsiteY559" fmla="*/ 217438 h 1443378"/>
                <a:gd name="connsiteX560" fmla="*/ 216042 w 1443381"/>
                <a:gd name="connsiteY560" fmla="*/ 206729 h 1443378"/>
                <a:gd name="connsiteX561" fmla="*/ 236994 w 1443381"/>
                <a:gd name="connsiteY561" fmla="*/ 228147 h 1443378"/>
                <a:gd name="connsiteX562" fmla="*/ 226751 w 1443381"/>
                <a:gd name="connsiteY562" fmla="*/ 238390 h 1443378"/>
                <a:gd name="connsiteX563" fmla="*/ 1210113 w 1443381"/>
                <a:gd name="connsiteY563" fmla="*/ 230009 h 1443378"/>
                <a:gd name="connsiteX564" fmla="*/ 1199869 w 1443381"/>
                <a:gd name="connsiteY564" fmla="*/ 219766 h 1443378"/>
                <a:gd name="connsiteX565" fmla="*/ 1220356 w 1443381"/>
                <a:gd name="connsiteY565" fmla="*/ 197883 h 1443378"/>
                <a:gd name="connsiteX566" fmla="*/ 1231065 w 1443381"/>
                <a:gd name="connsiteY566" fmla="*/ 208591 h 1443378"/>
                <a:gd name="connsiteX567" fmla="*/ 1210113 w 1443381"/>
                <a:gd name="connsiteY567" fmla="*/ 230009 h 1443378"/>
                <a:gd name="connsiteX568" fmla="*/ 247703 w 1443381"/>
                <a:gd name="connsiteY568" fmla="*/ 218369 h 1443378"/>
                <a:gd name="connsiteX569" fmla="*/ 227216 w 1443381"/>
                <a:gd name="connsiteY569" fmla="*/ 196486 h 1443378"/>
                <a:gd name="connsiteX570" fmla="*/ 238391 w 1443381"/>
                <a:gd name="connsiteY570" fmla="*/ 186242 h 1443378"/>
                <a:gd name="connsiteX571" fmla="*/ 258412 w 1443381"/>
                <a:gd name="connsiteY571" fmla="*/ 208591 h 1443378"/>
                <a:gd name="connsiteX572" fmla="*/ 247703 w 1443381"/>
                <a:gd name="connsiteY572" fmla="*/ 218369 h 1443378"/>
                <a:gd name="connsiteX573" fmla="*/ 1188695 w 1443381"/>
                <a:gd name="connsiteY573" fmla="*/ 209988 h 1443378"/>
                <a:gd name="connsiteX574" fmla="*/ 1177986 w 1443381"/>
                <a:gd name="connsiteY574" fmla="*/ 200211 h 1443378"/>
                <a:gd name="connsiteX575" fmla="*/ 1197541 w 1443381"/>
                <a:gd name="connsiteY575" fmla="*/ 177396 h 1443378"/>
                <a:gd name="connsiteX576" fmla="*/ 1208716 w 1443381"/>
                <a:gd name="connsiteY576" fmla="*/ 187639 h 1443378"/>
                <a:gd name="connsiteX577" fmla="*/ 1188695 w 1443381"/>
                <a:gd name="connsiteY577" fmla="*/ 209988 h 1443378"/>
                <a:gd name="connsiteX578" fmla="*/ 269586 w 1443381"/>
                <a:gd name="connsiteY578" fmla="*/ 198814 h 1443378"/>
                <a:gd name="connsiteX579" fmla="*/ 250031 w 1443381"/>
                <a:gd name="connsiteY579" fmla="*/ 175999 h 1443378"/>
                <a:gd name="connsiteX580" fmla="*/ 261671 w 1443381"/>
                <a:gd name="connsiteY580" fmla="*/ 166221 h 1443378"/>
                <a:gd name="connsiteX581" fmla="*/ 280761 w 1443381"/>
                <a:gd name="connsiteY581" fmla="*/ 189502 h 1443378"/>
                <a:gd name="connsiteX582" fmla="*/ 269586 w 1443381"/>
                <a:gd name="connsiteY582" fmla="*/ 198814 h 1443378"/>
                <a:gd name="connsiteX583" fmla="*/ 1166811 w 1443381"/>
                <a:gd name="connsiteY583" fmla="*/ 190898 h 1443378"/>
                <a:gd name="connsiteX584" fmla="*/ 1155636 w 1443381"/>
                <a:gd name="connsiteY584" fmla="*/ 181586 h 1443378"/>
                <a:gd name="connsiteX585" fmla="*/ 1174261 w 1443381"/>
                <a:gd name="connsiteY585" fmla="*/ 158306 h 1443378"/>
                <a:gd name="connsiteX586" fmla="*/ 1185901 w 1443381"/>
                <a:gd name="connsiteY586" fmla="*/ 168084 h 1443378"/>
                <a:gd name="connsiteX587" fmla="*/ 1166811 w 1443381"/>
                <a:gd name="connsiteY587" fmla="*/ 190898 h 1443378"/>
                <a:gd name="connsiteX588" fmla="*/ 291936 w 1443381"/>
                <a:gd name="connsiteY588" fmla="*/ 180189 h 1443378"/>
                <a:gd name="connsiteX589" fmla="*/ 273311 w 1443381"/>
                <a:gd name="connsiteY589" fmla="*/ 156909 h 1443378"/>
                <a:gd name="connsiteX590" fmla="*/ 285417 w 1443381"/>
                <a:gd name="connsiteY590" fmla="*/ 147597 h 1443378"/>
                <a:gd name="connsiteX591" fmla="*/ 303576 w 1443381"/>
                <a:gd name="connsiteY591" fmla="*/ 171343 h 1443378"/>
                <a:gd name="connsiteX592" fmla="*/ 291936 w 1443381"/>
                <a:gd name="connsiteY592" fmla="*/ 180189 h 1443378"/>
                <a:gd name="connsiteX593" fmla="*/ 1143996 w 1443381"/>
                <a:gd name="connsiteY593" fmla="*/ 172740 h 1443378"/>
                <a:gd name="connsiteX594" fmla="*/ 1132356 w 1443381"/>
                <a:gd name="connsiteY594" fmla="*/ 163893 h 1443378"/>
                <a:gd name="connsiteX595" fmla="*/ 1150049 w 1443381"/>
                <a:gd name="connsiteY595" fmla="*/ 139682 h 1443378"/>
                <a:gd name="connsiteX596" fmla="*/ 1162155 w 1443381"/>
                <a:gd name="connsiteY596" fmla="*/ 148994 h 1443378"/>
                <a:gd name="connsiteX597" fmla="*/ 1143996 w 1443381"/>
                <a:gd name="connsiteY597" fmla="*/ 172740 h 1443378"/>
                <a:gd name="connsiteX598" fmla="*/ 314750 w 1443381"/>
                <a:gd name="connsiteY598" fmla="*/ 162497 h 1443378"/>
                <a:gd name="connsiteX599" fmla="*/ 297057 w 1443381"/>
                <a:gd name="connsiteY599" fmla="*/ 138285 h 1443378"/>
                <a:gd name="connsiteX600" fmla="*/ 309629 w 1443381"/>
                <a:gd name="connsiteY600" fmla="*/ 129438 h 1443378"/>
                <a:gd name="connsiteX601" fmla="*/ 326856 w 1443381"/>
                <a:gd name="connsiteY601" fmla="*/ 154116 h 1443378"/>
                <a:gd name="connsiteX602" fmla="*/ 314750 w 1443381"/>
                <a:gd name="connsiteY602" fmla="*/ 162497 h 1443378"/>
                <a:gd name="connsiteX603" fmla="*/ 1120716 w 1443381"/>
                <a:gd name="connsiteY603" fmla="*/ 155512 h 1443378"/>
                <a:gd name="connsiteX604" fmla="*/ 1108610 w 1443381"/>
                <a:gd name="connsiteY604" fmla="*/ 147131 h 1443378"/>
                <a:gd name="connsiteX605" fmla="*/ 1125372 w 1443381"/>
                <a:gd name="connsiteY605" fmla="*/ 122454 h 1443378"/>
                <a:gd name="connsiteX606" fmla="*/ 1137944 w 1443381"/>
                <a:gd name="connsiteY606" fmla="*/ 131301 h 1443378"/>
                <a:gd name="connsiteX607" fmla="*/ 1120716 w 1443381"/>
                <a:gd name="connsiteY607" fmla="*/ 155512 h 1443378"/>
                <a:gd name="connsiteX608" fmla="*/ 338962 w 1443381"/>
                <a:gd name="connsiteY608" fmla="*/ 145735 h 1443378"/>
                <a:gd name="connsiteX609" fmla="*/ 322200 w 1443381"/>
                <a:gd name="connsiteY609" fmla="*/ 120592 h 1443378"/>
                <a:gd name="connsiteX610" fmla="*/ 334772 w 1443381"/>
                <a:gd name="connsiteY610" fmla="*/ 112211 h 1443378"/>
                <a:gd name="connsiteX611" fmla="*/ 351068 w 1443381"/>
                <a:gd name="connsiteY611" fmla="*/ 137354 h 1443378"/>
                <a:gd name="connsiteX612" fmla="*/ 338962 w 1443381"/>
                <a:gd name="connsiteY612" fmla="*/ 145735 h 1443378"/>
                <a:gd name="connsiteX613" fmla="*/ 1096504 w 1443381"/>
                <a:gd name="connsiteY613" fmla="*/ 139216 h 1443378"/>
                <a:gd name="connsiteX614" fmla="*/ 1083933 w 1443381"/>
                <a:gd name="connsiteY614" fmla="*/ 131301 h 1443378"/>
                <a:gd name="connsiteX615" fmla="*/ 1099764 w 1443381"/>
                <a:gd name="connsiteY615" fmla="*/ 105693 h 1443378"/>
                <a:gd name="connsiteX616" fmla="*/ 1112801 w 1443381"/>
                <a:gd name="connsiteY616" fmla="*/ 113608 h 1443378"/>
                <a:gd name="connsiteX617" fmla="*/ 1096504 w 1443381"/>
                <a:gd name="connsiteY617" fmla="*/ 139216 h 1443378"/>
                <a:gd name="connsiteX618" fmla="*/ 363173 w 1443381"/>
                <a:gd name="connsiteY618" fmla="*/ 129904 h 1443378"/>
                <a:gd name="connsiteX619" fmla="*/ 347808 w 1443381"/>
                <a:gd name="connsiteY619" fmla="*/ 104296 h 1443378"/>
                <a:gd name="connsiteX620" fmla="*/ 360845 w 1443381"/>
                <a:gd name="connsiteY620" fmla="*/ 96380 h 1443378"/>
                <a:gd name="connsiteX621" fmla="*/ 375745 w 1443381"/>
                <a:gd name="connsiteY621" fmla="*/ 122454 h 1443378"/>
                <a:gd name="connsiteX622" fmla="*/ 363173 w 1443381"/>
                <a:gd name="connsiteY622" fmla="*/ 129904 h 1443378"/>
                <a:gd name="connsiteX623" fmla="*/ 1071362 w 1443381"/>
                <a:gd name="connsiteY623" fmla="*/ 123851 h 1443378"/>
                <a:gd name="connsiteX624" fmla="*/ 1058790 w 1443381"/>
                <a:gd name="connsiteY624" fmla="*/ 116401 h 1443378"/>
                <a:gd name="connsiteX625" fmla="*/ 1073224 w 1443381"/>
                <a:gd name="connsiteY625" fmla="*/ 90327 h 1443378"/>
                <a:gd name="connsiteX626" fmla="*/ 1086261 w 1443381"/>
                <a:gd name="connsiteY626" fmla="*/ 97777 h 1443378"/>
                <a:gd name="connsiteX627" fmla="*/ 1071362 w 1443381"/>
                <a:gd name="connsiteY627" fmla="*/ 123851 h 1443378"/>
                <a:gd name="connsiteX628" fmla="*/ 388316 w 1443381"/>
                <a:gd name="connsiteY628" fmla="*/ 115470 h 1443378"/>
                <a:gd name="connsiteX629" fmla="*/ 373883 w 1443381"/>
                <a:gd name="connsiteY629" fmla="*/ 89396 h 1443378"/>
                <a:gd name="connsiteX630" fmla="*/ 387385 w 1443381"/>
                <a:gd name="connsiteY630" fmla="*/ 82412 h 1443378"/>
                <a:gd name="connsiteX631" fmla="*/ 401353 w 1443381"/>
                <a:gd name="connsiteY631" fmla="*/ 108952 h 1443378"/>
                <a:gd name="connsiteX632" fmla="*/ 388316 w 1443381"/>
                <a:gd name="connsiteY632" fmla="*/ 115470 h 1443378"/>
                <a:gd name="connsiteX633" fmla="*/ 1045753 w 1443381"/>
                <a:gd name="connsiteY633" fmla="*/ 109417 h 1443378"/>
                <a:gd name="connsiteX634" fmla="*/ 1032716 w 1443381"/>
                <a:gd name="connsiteY634" fmla="*/ 102899 h 1443378"/>
                <a:gd name="connsiteX635" fmla="*/ 1046219 w 1443381"/>
                <a:gd name="connsiteY635" fmla="*/ 75894 h 1443378"/>
                <a:gd name="connsiteX636" fmla="*/ 1059722 w 1443381"/>
                <a:gd name="connsiteY636" fmla="*/ 82878 h 1443378"/>
                <a:gd name="connsiteX637" fmla="*/ 1045753 w 1443381"/>
                <a:gd name="connsiteY637" fmla="*/ 109417 h 1443378"/>
                <a:gd name="connsiteX638" fmla="*/ 414390 w 1443381"/>
                <a:gd name="connsiteY638" fmla="*/ 101968 h 1443378"/>
                <a:gd name="connsiteX639" fmla="*/ 400888 w 1443381"/>
                <a:gd name="connsiteY639" fmla="*/ 74963 h 1443378"/>
                <a:gd name="connsiteX640" fmla="*/ 414390 w 1443381"/>
                <a:gd name="connsiteY640" fmla="*/ 68444 h 1443378"/>
                <a:gd name="connsiteX641" fmla="*/ 427427 w 1443381"/>
                <a:gd name="connsiteY641" fmla="*/ 95449 h 1443378"/>
                <a:gd name="connsiteX642" fmla="*/ 414390 w 1443381"/>
                <a:gd name="connsiteY642" fmla="*/ 101968 h 1443378"/>
                <a:gd name="connsiteX643" fmla="*/ 1019679 w 1443381"/>
                <a:gd name="connsiteY643" fmla="*/ 96380 h 1443378"/>
                <a:gd name="connsiteX644" fmla="*/ 1006642 w 1443381"/>
                <a:gd name="connsiteY644" fmla="*/ 90327 h 1443378"/>
                <a:gd name="connsiteX645" fmla="*/ 1018748 w 1443381"/>
                <a:gd name="connsiteY645" fmla="*/ 62857 h 1443378"/>
                <a:gd name="connsiteX646" fmla="*/ 1032716 w 1443381"/>
                <a:gd name="connsiteY646" fmla="*/ 69375 h 1443378"/>
                <a:gd name="connsiteX647" fmla="*/ 1019679 w 1443381"/>
                <a:gd name="connsiteY647" fmla="*/ 96380 h 1443378"/>
                <a:gd name="connsiteX648" fmla="*/ 440464 w 1443381"/>
                <a:gd name="connsiteY648" fmla="*/ 89396 h 1443378"/>
                <a:gd name="connsiteX649" fmla="*/ 428358 w 1443381"/>
                <a:gd name="connsiteY649" fmla="*/ 61926 h 1443378"/>
                <a:gd name="connsiteX650" fmla="*/ 442327 w 1443381"/>
                <a:gd name="connsiteY650" fmla="*/ 55873 h 1443378"/>
                <a:gd name="connsiteX651" fmla="*/ 453967 w 1443381"/>
                <a:gd name="connsiteY651" fmla="*/ 83344 h 1443378"/>
                <a:gd name="connsiteX652" fmla="*/ 440464 w 1443381"/>
                <a:gd name="connsiteY652" fmla="*/ 89396 h 1443378"/>
                <a:gd name="connsiteX653" fmla="*/ 993140 w 1443381"/>
                <a:gd name="connsiteY653" fmla="*/ 84275 h 1443378"/>
                <a:gd name="connsiteX654" fmla="*/ 979637 w 1443381"/>
                <a:gd name="connsiteY654" fmla="*/ 78687 h 1443378"/>
                <a:gd name="connsiteX655" fmla="*/ 990812 w 1443381"/>
                <a:gd name="connsiteY655" fmla="*/ 50751 h 1443378"/>
                <a:gd name="connsiteX656" fmla="*/ 1004780 w 1443381"/>
                <a:gd name="connsiteY656" fmla="*/ 56804 h 1443378"/>
                <a:gd name="connsiteX657" fmla="*/ 993140 w 1443381"/>
                <a:gd name="connsiteY657" fmla="*/ 84275 h 1443378"/>
                <a:gd name="connsiteX658" fmla="*/ 467469 w 1443381"/>
                <a:gd name="connsiteY658" fmla="*/ 78222 h 1443378"/>
                <a:gd name="connsiteX659" fmla="*/ 456295 w 1443381"/>
                <a:gd name="connsiteY659" fmla="*/ 50286 h 1443378"/>
                <a:gd name="connsiteX660" fmla="*/ 470263 w 1443381"/>
                <a:gd name="connsiteY660" fmla="*/ 44698 h 1443378"/>
                <a:gd name="connsiteX661" fmla="*/ 480506 w 1443381"/>
                <a:gd name="connsiteY661" fmla="*/ 72635 h 1443378"/>
                <a:gd name="connsiteX662" fmla="*/ 467469 w 1443381"/>
                <a:gd name="connsiteY662" fmla="*/ 78222 h 1443378"/>
                <a:gd name="connsiteX663" fmla="*/ 966134 w 1443381"/>
                <a:gd name="connsiteY663" fmla="*/ 73566 h 1443378"/>
                <a:gd name="connsiteX664" fmla="*/ 952166 w 1443381"/>
                <a:gd name="connsiteY664" fmla="*/ 68444 h 1443378"/>
                <a:gd name="connsiteX665" fmla="*/ 961944 w 1443381"/>
                <a:gd name="connsiteY665" fmla="*/ 40042 h 1443378"/>
                <a:gd name="connsiteX666" fmla="*/ 976378 w 1443381"/>
                <a:gd name="connsiteY666" fmla="*/ 45164 h 1443378"/>
                <a:gd name="connsiteX667" fmla="*/ 966134 w 1443381"/>
                <a:gd name="connsiteY667" fmla="*/ 73566 h 1443378"/>
                <a:gd name="connsiteX668" fmla="*/ 494475 w 1443381"/>
                <a:gd name="connsiteY668" fmla="*/ 67978 h 1443378"/>
                <a:gd name="connsiteX669" fmla="*/ 484697 w 1443381"/>
                <a:gd name="connsiteY669" fmla="*/ 39576 h 1443378"/>
                <a:gd name="connsiteX670" fmla="*/ 499131 w 1443381"/>
                <a:gd name="connsiteY670" fmla="*/ 34920 h 1443378"/>
                <a:gd name="connsiteX671" fmla="*/ 508443 w 1443381"/>
                <a:gd name="connsiteY671" fmla="*/ 63322 h 1443378"/>
                <a:gd name="connsiteX672" fmla="*/ 494475 w 1443381"/>
                <a:gd name="connsiteY672" fmla="*/ 67978 h 1443378"/>
                <a:gd name="connsiteX673" fmla="*/ 938664 w 1443381"/>
                <a:gd name="connsiteY673" fmla="*/ 63788 h 1443378"/>
                <a:gd name="connsiteX674" fmla="*/ 924695 w 1443381"/>
                <a:gd name="connsiteY674" fmla="*/ 59598 h 1443378"/>
                <a:gd name="connsiteX675" fmla="*/ 933076 w 1443381"/>
                <a:gd name="connsiteY675" fmla="*/ 30730 h 1443378"/>
                <a:gd name="connsiteX676" fmla="*/ 947510 w 1443381"/>
                <a:gd name="connsiteY676" fmla="*/ 35386 h 1443378"/>
                <a:gd name="connsiteX677" fmla="*/ 938664 w 1443381"/>
                <a:gd name="connsiteY677" fmla="*/ 63788 h 1443378"/>
                <a:gd name="connsiteX678" fmla="*/ 522411 w 1443381"/>
                <a:gd name="connsiteY678" fmla="*/ 59132 h 1443378"/>
                <a:gd name="connsiteX679" fmla="*/ 513565 w 1443381"/>
                <a:gd name="connsiteY679" fmla="*/ 30264 h 1443378"/>
                <a:gd name="connsiteX680" fmla="*/ 527998 w 1443381"/>
                <a:gd name="connsiteY680" fmla="*/ 26074 h 1443378"/>
                <a:gd name="connsiteX681" fmla="*/ 535914 w 1443381"/>
                <a:gd name="connsiteY681" fmla="*/ 54942 h 1443378"/>
                <a:gd name="connsiteX682" fmla="*/ 522411 w 1443381"/>
                <a:gd name="connsiteY682" fmla="*/ 59132 h 1443378"/>
                <a:gd name="connsiteX683" fmla="*/ 910727 w 1443381"/>
                <a:gd name="connsiteY683" fmla="*/ 55407 h 1443378"/>
                <a:gd name="connsiteX684" fmla="*/ 896759 w 1443381"/>
                <a:gd name="connsiteY684" fmla="*/ 51682 h 1443378"/>
                <a:gd name="connsiteX685" fmla="*/ 904209 w 1443381"/>
                <a:gd name="connsiteY685" fmla="*/ 22815 h 1443378"/>
                <a:gd name="connsiteX686" fmla="*/ 919108 w 1443381"/>
                <a:gd name="connsiteY686" fmla="*/ 26540 h 1443378"/>
                <a:gd name="connsiteX687" fmla="*/ 910727 w 1443381"/>
                <a:gd name="connsiteY687" fmla="*/ 55407 h 1443378"/>
                <a:gd name="connsiteX688" fmla="*/ 550347 w 1443381"/>
                <a:gd name="connsiteY688" fmla="*/ 51217 h 1443378"/>
                <a:gd name="connsiteX689" fmla="*/ 542898 w 1443381"/>
                <a:gd name="connsiteY689" fmla="*/ 22349 h 1443378"/>
                <a:gd name="connsiteX690" fmla="*/ 557797 w 1443381"/>
                <a:gd name="connsiteY690" fmla="*/ 18624 h 1443378"/>
                <a:gd name="connsiteX691" fmla="*/ 564781 w 1443381"/>
                <a:gd name="connsiteY691" fmla="*/ 47957 h 1443378"/>
                <a:gd name="connsiteX692" fmla="*/ 550347 w 1443381"/>
                <a:gd name="connsiteY692" fmla="*/ 51217 h 1443378"/>
                <a:gd name="connsiteX693" fmla="*/ 882325 w 1443381"/>
                <a:gd name="connsiteY693" fmla="*/ 47957 h 1443378"/>
                <a:gd name="connsiteX694" fmla="*/ 867891 w 1443381"/>
                <a:gd name="connsiteY694" fmla="*/ 44698 h 1443378"/>
                <a:gd name="connsiteX695" fmla="*/ 873944 w 1443381"/>
                <a:gd name="connsiteY695" fmla="*/ 15365 h 1443378"/>
                <a:gd name="connsiteX696" fmla="*/ 888844 w 1443381"/>
                <a:gd name="connsiteY696" fmla="*/ 18624 h 1443378"/>
                <a:gd name="connsiteX697" fmla="*/ 882325 w 1443381"/>
                <a:gd name="connsiteY697" fmla="*/ 47957 h 1443378"/>
                <a:gd name="connsiteX698" fmla="*/ 578749 w 1443381"/>
                <a:gd name="connsiteY698" fmla="*/ 44698 h 1443378"/>
                <a:gd name="connsiteX699" fmla="*/ 572697 w 1443381"/>
                <a:gd name="connsiteY699" fmla="*/ 15365 h 1443378"/>
                <a:gd name="connsiteX700" fmla="*/ 587596 w 1443381"/>
                <a:gd name="connsiteY700" fmla="*/ 12571 h 1443378"/>
                <a:gd name="connsiteX701" fmla="*/ 593183 w 1443381"/>
                <a:gd name="connsiteY701" fmla="*/ 41905 h 1443378"/>
                <a:gd name="connsiteX702" fmla="*/ 578749 w 1443381"/>
                <a:gd name="connsiteY702" fmla="*/ 44698 h 1443378"/>
                <a:gd name="connsiteX703" fmla="*/ 853923 w 1443381"/>
                <a:gd name="connsiteY703" fmla="*/ 41905 h 1443378"/>
                <a:gd name="connsiteX704" fmla="*/ 839489 w 1443381"/>
                <a:gd name="connsiteY704" fmla="*/ 39111 h 1443378"/>
                <a:gd name="connsiteX705" fmla="*/ 844611 w 1443381"/>
                <a:gd name="connsiteY705" fmla="*/ 9778 h 1443378"/>
                <a:gd name="connsiteX706" fmla="*/ 859510 w 1443381"/>
                <a:gd name="connsiteY706" fmla="*/ 12571 h 1443378"/>
                <a:gd name="connsiteX707" fmla="*/ 853923 w 1443381"/>
                <a:gd name="connsiteY707" fmla="*/ 41905 h 1443378"/>
                <a:gd name="connsiteX708" fmla="*/ 607152 w 1443381"/>
                <a:gd name="connsiteY708" fmla="*/ 39111 h 1443378"/>
                <a:gd name="connsiteX709" fmla="*/ 602030 w 1443381"/>
                <a:gd name="connsiteY709" fmla="*/ 9312 h 1443378"/>
                <a:gd name="connsiteX710" fmla="*/ 616929 w 1443381"/>
                <a:gd name="connsiteY710" fmla="*/ 6984 h 1443378"/>
                <a:gd name="connsiteX711" fmla="*/ 621120 w 1443381"/>
                <a:gd name="connsiteY711" fmla="*/ 36783 h 1443378"/>
                <a:gd name="connsiteX712" fmla="*/ 607152 w 1443381"/>
                <a:gd name="connsiteY712" fmla="*/ 39111 h 1443378"/>
                <a:gd name="connsiteX713" fmla="*/ 825056 w 1443381"/>
                <a:gd name="connsiteY713" fmla="*/ 37248 h 1443378"/>
                <a:gd name="connsiteX714" fmla="*/ 810622 w 1443381"/>
                <a:gd name="connsiteY714" fmla="*/ 35386 h 1443378"/>
                <a:gd name="connsiteX715" fmla="*/ 814347 w 1443381"/>
                <a:gd name="connsiteY715" fmla="*/ 5587 h 1443378"/>
                <a:gd name="connsiteX716" fmla="*/ 829246 w 1443381"/>
                <a:gd name="connsiteY716" fmla="*/ 7450 h 1443378"/>
                <a:gd name="connsiteX717" fmla="*/ 825056 w 1443381"/>
                <a:gd name="connsiteY717" fmla="*/ 37248 h 1443378"/>
                <a:gd name="connsiteX718" fmla="*/ 636019 w 1443381"/>
                <a:gd name="connsiteY718" fmla="*/ 34920 h 1443378"/>
                <a:gd name="connsiteX719" fmla="*/ 632294 w 1443381"/>
                <a:gd name="connsiteY719" fmla="*/ 5122 h 1443378"/>
                <a:gd name="connsiteX720" fmla="*/ 647194 w 1443381"/>
                <a:gd name="connsiteY720" fmla="*/ 3259 h 1443378"/>
                <a:gd name="connsiteX721" fmla="*/ 650453 w 1443381"/>
                <a:gd name="connsiteY721" fmla="*/ 33058 h 1443378"/>
                <a:gd name="connsiteX722" fmla="*/ 636019 w 1443381"/>
                <a:gd name="connsiteY722" fmla="*/ 34920 h 1443378"/>
                <a:gd name="connsiteX723" fmla="*/ 796188 w 1443381"/>
                <a:gd name="connsiteY723" fmla="*/ 33524 h 1443378"/>
                <a:gd name="connsiteX724" fmla="*/ 781754 w 1443381"/>
                <a:gd name="connsiteY724" fmla="*/ 32127 h 1443378"/>
                <a:gd name="connsiteX725" fmla="*/ 784082 w 1443381"/>
                <a:gd name="connsiteY725" fmla="*/ 2328 h 1443378"/>
                <a:gd name="connsiteX726" fmla="*/ 799447 w 1443381"/>
                <a:gd name="connsiteY726" fmla="*/ 3725 h 1443378"/>
                <a:gd name="connsiteX727" fmla="*/ 796188 w 1443381"/>
                <a:gd name="connsiteY727" fmla="*/ 33524 h 1443378"/>
                <a:gd name="connsiteX728" fmla="*/ 665352 w 1443381"/>
                <a:gd name="connsiteY728" fmla="*/ 32127 h 1443378"/>
                <a:gd name="connsiteX729" fmla="*/ 663024 w 1443381"/>
                <a:gd name="connsiteY729" fmla="*/ 2328 h 1443378"/>
                <a:gd name="connsiteX730" fmla="*/ 678389 w 1443381"/>
                <a:gd name="connsiteY730" fmla="*/ 1397 h 1443378"/>
                <a:gd name="connsiteX731" fmla="*/ 680252 w 1443381"/>
                <a:gd name="connsiteY731" fmla="*/ 31196 h 1443378"/>
                <a:gd name="connsiteX732" fmla="*/ 665352 w 1443381"/>
                <a:gd name="connsiteY732" fmla="*/ 32127 h 1443378"/>
                <a:gd name="connsiteX733" fmla="*/ 767320 w 1443381"/>
                <a:gd name="connsiteY733" fmla="*/ 31196 h 1443378"/>
                <a:gd name="connsiteX734" fmla="*/ 752887 w 1443381"/>
                <a:gd name="connsiteY734" fmla="*/ 30264 h 1443378"/>
                <a:gd name="connsiteX735" fmla="*/ 754283 w 1443381"/>
                <a:gd name="connsiteY735" fmla="*/ 466 h 1443378"/>
                <a:gd name="connsiteX736" fmla="*/ 769648 w 1443381"/>
                <a:gd name="connsiteY736" fmla="*/ 1397 h 1443378"/>
                <a:gd name="connsiteX737" fmla="*/ 767320 w 1443381"/>
                <a:gd name="connsiteY737" fmla="*/ 31196 h 1443378"/>
                <a:gd name="connsiteX738" fmla="*/ 694220 w 1443381"/>
                <a:gd name="connsiteY738" fmla="*/ 30264 h 1443378"/>
                <a:gd name="connsiteX739" fmla="*/ 692823 w 1443381"/>
                <a:gd name="connsiteY739" fmla="*/ 466 h 1443378"/>
                <a:gd name="connsiteX740" fmla="*/ 708188 w 1443381"/>
                <a:gd name="connsiteY740" fmla="*/ 0 h 1443378"/>
                <a:gd name="connsiteX741" fmla="*/ 708654 w 1443381"/>
                <a:gd name="connsiteY741" fmla="*/ 29799 h 1443378"/>
                <a:gd name="connsiteX742" fmla="*/ 694220 w 1443381"/>
                <a:gd name="connsiteY742" fmla="*/ 30264 h 1443378"/>
                <a:gd name="connsiteX743" fmla="*/ 737987 w 1443381"/>
                <a:gd name="connsiteY743" fmla="*/ 29799 h 1443378"/>
                <a:gd name="connsiteX744" fmla="*/ 723553 w 1443381"/>
                <a:gd name="connsiteY744" fmla="*/ 29799 h 1443378"/>
                <a:gd name="connsiteX745" fmla="*/ 723553 w 1443381"/>
                <a:gd name="connsiteY745" fmla="*/ 0 h 1443378"/>
                <a:gd name="connsiteX746" fmla="*/ 738918 w 1443381"/>
                <a:gd name="connsiteY746" fmla="*/ 0 h 1443378"/>
                <a:gd name="connsiteX747" fmla="*/ 737987 w 1443381"/>
                <a:gd name="connsiteY747" fmla="*/ 29799 h 1443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Lst>
              <a:rect l="l" t="t" r="r" b="b"/>
              <a:pathLst>
                <a:path w="1443381" h="1443378">
                  <a:moveTo>
                    <a:pt x="722622" y="1444775"/>
                  </a:moveTo>
                  <a:cubicBezTo>
                    <a:pt x="720760" y="1444775"/>
                    <a:pt x="718897" y="1444775"/>
                    <a:pt x="717035" y="1444775"/>
                  </a:cubicBezTo>
                  <a:lnTo>
                    <a:pt x="717035" y="1414976"/>
                  </a:lnTo>
                  <a:cubicBezTo>
                    <a:pt x="721691" y="1414976"/>
                    <a:pt x="726812" y="1414976"/>
                    <a:pt x="731468" y="1414976"/>
                  </a:cubicBezTo>
                  <a:lnTo>
                    <a:pt x="731934" y="1444775"/>
                  </a:lnTo>
                  <a:cubicBezTo>
                    <a:pt x="729140" y="1444775"/>
                    <a:pt x="725881" y="1444775"/>
                    <a:pt x="722622" y="1444775"/>
                  </a:cubicBezTo>
                  <a:close/>
                  <a:moveTo>
                    <a:pt x="702135" y="1444775"/>
                  </a:moveTo>
                  <a:cubicBezTo>
                    <a:pt x="697014" y="1444775"/>
                    <a:pt x="691892" y="1444310"/>
                    <a:pt x="686770" y="1444310"/>
                  </a:cubicBezTo>
                  <a:lnTo>
                    <a:pt x="688167" y="1414511"/>
                  </a:lnTo>
                  <a:cubicBezTo>
                    <a:pt x="692823" y="1414976"/>
                    <a:pt x="697945" y="1414976"/>
                    <a:pt x="702601" y="1414976"/>
                  </a:cubicBezTo>
                  <a:lnTo>
                    <a:pt x="702135" y="1444775"/>
                  </a:lnTo>
                  <a:close/>
                  <a:moveTo>
                    <a:pt x="747765" y="1444310"/>
                  </a:moveTo>
                  <a:lnTo>
                    <a:pt x="746834" y="1414511"/>
                  </a:lnTo>
                  <a:cubicBezTo>
                    <a:pt x="751490" y="1414511"/>
                    <a:pt x="756611" y="1414045"/>
                    <a:pt x="761267" y="1414045"/>
                  </a:cubicBezTo>
                  <a:lnTo>
                    <a:pt x="763130" y="1443844"/>
                  </a:lnTo>
                  <a:cubicBezTo>
                    <a:pt x="757543" y="1443844"/>
                    <a:pt x="752887" y="1444310"/>
                    <a:pt x="747765" y="1444310"/>
                  </a:cubicBezTo>
                  <a:close/>
                  <a:moveTo>
                    <a:pt x="671405" y="1442913"/>
                  </a:moveTo>
                  <a:cubicBezTo>
                    <a:pt x="666284" y="1442447"/>
                    <a:pt x="661162" y="1441982"/>
                    <a:pt x="656040" y="1441516"/>
                  </a:cubicBezTo>
                  <a:lnTo>
                    <a:pt x="658834" y="1411717"/>
                  </a:lnTo>
                  <a:cubicBezTo>
                    <a:pt x="663490" y="1412183"/>
                    <a:pt x="668612" y="1412649"/>
                    <a:pt x="673268" y="1413114"/>
                  </a:cubicBezTo>
                  <a:lnTo>
                    <a:pt x="671405" y="1442913"/>
                  </a:lnTo>
                  <a:close/>
                  <a:moveTo>
                    <a:pt x="778029" y="1442913"/>
                  </a:moveTo>
                  <a:lnTo>
                    <a:pt x="775701" y="1413114"/>
                  </a:lnTo>
                  <a:cubicBezTo>
                    <a:pt x="780357" y="1412649"/>
                    <a:pt x="785479" y="1412183"/>
                    <a:pt x="790135" y="1411717"/>
                  </a:cubicBezTo>
                  <a:lnTo>
                    <a:pt x="792929" y="1441516"/>
                  </a:lnTo>
                  <a:cubicBezTo>
                    <a:pt x="788273" y="1441982"/>
                    <a:pt x="783151" y="1442447"/>
                    <a:pt x="778029" y="1442913"/>
                  </a:cubicBezTo>
                  <a:close/>
                  <a:moveTo>
                    <a:pt x="641141" y="1440119"/>
                  </a:moveTo>
                  <a:cubicBezTo>
                    <a:pt x="636019" y="1439654"/>
                    <a:pt x="630897" y="1438722"/>
                    <a:pt x="626241" y="1438257"/>
                  </a:cubicBezTo>
                  <a:lnTo>
                    <a:pt x="629966" y="1408458"/>
                  </a:lnTo>
                  <a:cubicBezTo>
                    <a:pt x="634622" y="1408924"/>
                    <a:pt x="639744" y="1409855"/>
                    <a:pt x="644400" y="1410320"/>
                  </a:cubicBezTo>
                  <a:lnTo>
                    <a:pt x="641141" y="1440119"/>
                  </a:lnTo>
                  <a:close/>
                  <a:moveTo>
                    <a:pt x="808294" y="1439654"/>
                  </a:moveTo>
                  <a:lnTo>
                    <a:pt x="804569" y="1409855"/>
                  </a:lnTo>
                  <a:cubicBezTo>
                    <a:pt x="809225" y="1409389"/>
                    <a:pt x="814347" y="1408458"/>
                    <a:pt x="819003" y="1407992"/>
                  </a:cubicBezTo>
                  <a:lnTo>
                    <a:pt x="823193" y="1437791"/>
                  </a:lnTo>
                  <a:cubicBezTo>
                    <a:pt x="818071" y="1438722"/>
                    <a:pt x="813415" y="1439188"/>
                    <a:pt x="808294" y="1439654"/>
                  </a:cubicBezTo>
                  <a:close/>
                  <a:moveTo>
                    <a:pt x="611342" y="1436394"/>
                  </a:moveTo>
                  <a:cubicBezTo>
                    <a:pt x="606220" y="1435463"/>
                    <a:pt x="601099" y="1434998"/>
                    <a:pt x="596443" y="1434067"/>
                  </a:cubicBezTo>
                  <a:lnTo>
                    <a:pt x="601564" y="1404733"/>
                  </a:lnTo>
                  <a:cubicBezTo>
                    <a:pt x="606220" y="1405665"/>
                    <a:pt x="611342" y="1406596"/>
                    <a:pt x="615998" y="1407061"/>
                  </a:cubicBezTo>
                  <a:lnTo>
                    <a:pt x="611342" y="1436394"/>
                  </a:lnTo>
                  <a:close/>
                  <a:moveTo>
                    <a:pt x="838093" y="1435463"/>
                  </a:moveTo>
                  <a:lnTo>
                    <a:pt x="833437" y="1405665"/>
                  </a:lnTo>
                  <a:cubicBezTo>
                    <a:pt x="838093" y="1404733"/>
                    <a:pt x="843214" y="1404268"/>
                    <a:pt x="847870" y="1403336"/>
                  </a:cubicBezTo>
                  <a:lnTo>
                    <a:pt x="853458" y="1432669"/>
                  </a:lnTo>
                  <a:cubicBezTo>
                    <a:pt x="848336" y="1434067"/>
                    <a:pt x="843214" y="1434998"/>
                    <a:pt x="838093" y="1435463"/>
                  </a:cubicBezTo>
                  <a:close/>
                  <a:moveTo>
                    <a:pt x="581077" y="1430807"/>
                  </a:moveTo>
                  <a:cubicBezTo>
                    <a:pt x="575956" y="1429876"/>
                    <a:pt x="571300" y="1428945"/>
                    <a:pt x="566178" y="1427548"/>
                  </a:cubicBezTo>
                  <a:lnTo>
                    <a:pt x="572697" y="1398215"/>
                  </a:lnTo>
                  <a:cubicBezTo>
                    <a:pt x="577353" y="1399146"/>
                    <a:pt x="582009" y="1400077"/>
                    <a:pt x="587130" y="1401009"/>
                  </a:cubicBezTo>
                  <a:lnTo>
                    <a:pt x="581077" y="1430807"/>
                  </a:lnTo>
                  <a:close/>
                  <a:moveTo>
                    <a:pt x="868357" y="1430342"/>
                  </a:moveTo>
                  <a:lnTo>
                    <a:pt x="862304" y="1401009"/>
                  </a:lnTo>
                  <a:cubicBezTo>
                    <a:pt x="866960" y="1400077"/>
                    <a:pt x="871616" y="1399146"/>
                    <a:pt x="876738" y="1397749"/>
                  </a:cubicBezTo>
                  <a:lnTo>
                    <a:pt x="883256" y="1427082"/>
                  </a:lnTo>
                  <a:cubicBezTo>
                    <a:pt x="878135" y="1428013"/>
                    <a:pt x="873013" y="1428945"/>
                    <a:pt x="868357" y="1430342"/>
                  </a:cubicBezTo>
                  <a:close/>
                  <a:moveTo>
                    <a:pt x="551744" y="1424289"/>
                  </a:moveTo>
                  <a:cubicBezTo>
                    <a:pt x="546623" y="1422892"/>
                    <a:pt x="541966" y="1421961"/>
                    <a:pt x="536845" y="1420564"/>
                  </a:cubicBezTo>
                  <a:lnTo>
                    <a:pt x="544760" y="1391696"/>
                  </a:lnTo>
                  <a:cubicBezTo>
                    <a:pt x="549416" y="1393093"/>
                    <a:pt x="554072" y="1394024"/>
                    <a:pt x="558728" y="1395421"/>
                  </a:cubicBezTo>
                  <a:lnTo>
                    <a:pt x="551744" y="1424289"/>
                  </a:lnTo>
                  <a:close/>
                  <a:moveTo>
                    <a:pt x="897690" y="1423357"/>
                  </a:moveTo>
                  <a:lnTo>
                    <a:pt x="890241" y="1394490"/>
                  </a:lnTo>
                  <a:cubicBezTo>
                    <a:pt x="894897" y="1393093"/>
                    <a:pt x="899553" y="1392162"/>
                    <a:pt x="904209" y="1390765"/>
                  </a:cubicBezTo>
                  <a:lnTo>
                    <a:pt x="912124" y="1419632"/>
                  </a:lnTo>
                  <a:cubicBezTo>
                    <a:pt x="907934" y="1421029"/>
                    <a:pt x="902812" y="1422426"/>
                    <a:pt x="897690" y="1423357"/>
                  </a:cubicBezTo>
                  <a:close/>
                  <a:moveTo>
                    <a:pt x="521945" y="1416839"/>
                  </a:moveTo>
                  <a:cubicBezTo>
                    <a:pt x="517289" y="1415442"/>
                    <a:pt x="512168" y="1414045"/>
                    <a:pt x="507512" y="1412649"/>
                  </a:cubicBezTo>
                  <a:lnTo>
                    <a:pt x="516358" y="1384247"/>
                  </a:lnTo>
                  <a:cubicBezTo>
                    <a:pt x="521014" y="1385643"/>
                    <a:pt x="525670" y="1387040"/>
                    <a:pt x="530326" y="1388437"/>
                  </a:cubicBezTo>
                  <a:lnTo>
                    <a:pt x="521945" y="1416839"/>
                  </a:lnTo>
                  <a:close/>
                  <a:moveTo>
                    <a:pt x="927023" y="1415442"/>
                  </a:moveTo>
                  <a:lnTo>
                    <a:pt x="918642" y="1386574"/>
                  </a:lnTo>
                  <a:cubicBezTo>
                    <a:pt x="923299" y="1385178"/>
                    <a:pt x="927955" y="1383781"/>
                    <a:pt x="932611" y="1382384"/>
                  </a:cubicBezTo>
                  <a:lnTo>
                    <a:pt x="941923" y="1410786"/>
                  </a:lnTo>
                  <a:cubicBezTo>
                    <a:pt x="936801" y="1412649"/>
                    <a:pt x="932145" y="1414045"/>
                    <a:pt x="927023" y="1415442"/>
                  </a:cubicBezTo>
                  <a:close/>
                  <a:moveTo>
                    <a:pt x="493078" y="1407527"/>
                  </a:moveTo>
                  <a:cubicBezTo>
                    <a:pt x="488422" y="1406130"/>
                    <a:pt x="483300" y="1404268"/>
                    <a:pt x="478644" y="1402405"/>
                  </a:cubicBezTo>
                  <a:lnTo>
                    <a:pt x="488887" y="1374003"/>
                  </a:lnTo>
                  <a:cubicBezTo>
                    <a:pt x="493543" y="1375866"/>
                    <a:pt x="498199" y="1377263"/>
                    <a:pt x="502855" y="1378659"/>
                  </a:cubicBezTo>
                  <a:lnTo>
                    <a:pt x="493078" y="1407527"/>
                  </a:lnTo>
                  <a:close/>
                  <a:moveTo>
                    <a:pt x="956357" y="1406130"/>
                  </a:moveTo>
                  <a:lnTo>
                    <a:pt x="946579" y="1377728"/>
                  </a:lnTo>
                  <a:cubicBezTo>
                    <a:pt x="951235" y="1376331"/>
                    <a:pt x="955891" y="1374469"/>
                    <a:pt x="960082" y="1373072"/>
                  </a:cubicBezTo>
                  <a:lnTo>
                    <a:pt x="970325" y="1401009"/>
                  </a:lnTo>
                  <a:cubicBezTo>
                    <a:pt x="965669" y="1402871"/>
                    <a:pt x="961013" y="1404733"/>
                    <a:pt x="956357" y="1406130"/>
                  </a:cubicBezTo>
                  <a:close/>
                  <a:moveTo>
                    <a:pt x="464210" y="1397284"/>
                  </a:moveTo>
                  <a:cubicBezTo>
                    <a:pt x="459554" y="1395421"/>
                    <a:pt x="454898" y="1393559"/>
                    <a:pt x="450242" y="1391696"/>
                  </a:cubicBezTo>
                  <a:lnTo>
                    <a:pt x="461416" y="1363760"/>
                  </a:lnTo>
                  <a:cubicBezTo>
                    <a:pt x="466073" y="1365622"/>
                    <a:pt x="470263" y="1367485"/>
                    <a:pt x="474919" y="1369347"/>
                  </a:cubicBezTo>
                  <a:lnTo>
                    <a:pt x="464210" y="1397284"/>
                  </a:lnTo>
                  <a:close/>
                  <a:moveTo>
                    <a:pt x="984759" y="1395887"/>
                  </a:moveTo>
                  <a:lnTo>
                    <a:pt x="974050" y="1367950"/>
                  </a:lnTo>
                  <a:cubicBezTo>
                    <a:pt x="978706" y="1366088"/>
                    <a:pt x="982896" y="1364225"/>
                    <a:pt x="987552" y="1362363"/>
                  </a:cubicBezTo>
                  <a:lnTo>
                    <a:pt x="999192" y="1389834"/>
                  </a:lnTo>
                  <a:cubicBezTo>
                    <a:pt x="994071" y="1392162"/>
                    <a:pt x="989415" y="1394024"/>
                    <a:pt x="984759" y="1395887"/>
                  </a:cubicBezTo>
                  <a:close/>
                  <a:moveTo>
                    <a:pt x="436274" y="1385643"/>
                  </a:moveTo>
                  <a:cubicBezTo>
                    <a:pt x="431618" y="1383781"/>
                    <a:pt x="426962" y="1381453"/>
                    <a:pt x="422305" y="1379591"/>
                  </a:cubicBezTo>
                  <a:lnTo>
                    <a:pt x="434877" y="1352120"/>
                  </a:lnTo>
                  <a:cubicBezTo>
                    <a:pt x="439533" y="1353982"/>
                    <a:pt x="443724" y="1356310"/>
                    <a:pt x="448380" y="1358173"/>
                  </a:cubicBezTo>
                  <a:lnTo>
                    <a:pt x="436274" y="1385643"/>
                  </a:lnTo>
                  <a:close/>
                  <a:moveTo>
                    <a:pt x="1012695" y="1384247"/>
                  </a:moveTo>
                  <a:lnTo>
                    <a:pt x="1000589" y="1356776"/>
                  </a:lnTo>
                  <a:cubicBezTo>
                    <a:pt x="1005245" y="1354913"/>
                    <a:pt x="1009436" y="1353051"/>
                    <a:pt x="1013626" y="1350723"/>
                  </a:cubicBezTo>
                  <a:lnTo>
                    <a:pt x="1026198" y="1377728"/>
                  </a:lnTo>
                  <a:cubicBezTo>
                    <a:pt x="1022007" y="1380056"/>
                    <a:pt x="1017351" y="1381919"/>
                    <a:pt x="1012695" y="1384247"/>
                  </a:cubicBezTo>
                  <a:close/>
                  <a:moveTo>
                    <a:pt x="408337" y="1373072"/>
                  </a:moveTo>
                  <a:cubicBezTo>
                    <a:pt x="403681" y="1370744"/>
                    <a:pt x="399025" y="1368416"/>
                    <a:pt x="394835" y="1366088"/>
                  </a:cubicBezTo>
                  <a:lnTo>
                    <a:pt x="408337" y="1339548"/>
                  </a:lnTo>
                  <a:cubicBezTo>
                    <a:pt x="412528" y="1341876"/>
                    <a:pt x="417184" y="1343739"/>
                    <a:pt x="421374" y="1346067"/>
                  </a:cubicBezTo>
                  <a:lnTo>
                    <a:pt x="408337" y="1373072"/>
                  </a:lnTo>
                  <a:close/>
                  <a:moveTo>
                    <a:pt x="1040166" y="1371210"/>
                  </a:moveTo>
                  <a:lnTo>
                    <a:pt x="1027129" y="1344204"/>
                  </a:lnTo>
                  <a:cubicBezTo>
                    <a:pt x="1031319" y="1341876"/>
                    <a:pt x="1035975" y="1340014"/>
                    <a:pt x="1040166" y="1337686"/>
                  </a:cubicBezTo>
                  <a:lnTo>
                    <a:pt x="1054134" y="1364225"/>
                  </a:lnTo>
                  <a:cubicBezTo>
                    <a:pt x="1049478" y="1367019"/>
                    <a:pt x="1044822" y="1369347"/>
                    <a:pt x="1040166" y="1371210"/>
                  </a:cubicBezTo>
                  <a:close/>
                  <a:moveTo>
                    <a:pt x="381332" y="1359104"/>
                  </a:moveTo>
                  <a:cubicBezTo>
                    <a:pt x="376676" y="1356776"/>
                    <a:pt x="372486" y="1354448"/>
                    <a:pt x="367830" y="1351654"/>
                  </a:cubicBezTo>
                  <a:lnTo>
                    <a:pt x="382729" y="1325580"/>
                  </a:lnTo>
                  <a:cubicBezTo>
                    <a:pt x="386919" y="1327908"/>
                    <a:pt x="391110" y="1330236"/>
                    <a:pt x="395300" y="1332564"/>
                  </a:cubicBezTo>
                  <a:lnTo>
                    <a:pt x="381332" y="1359104"/>
                  </a:lnTo>
                  <a:close/>
                  <a:moveTo>
                    <a:pt x="1067171" y="1357707"/>
                  </a:moveTo>
                  <a:lnTo>
                    <a:pt x="1052737" y="1331167"/>
                  </a:lnTo>
                  <a:cubicBezTo>
                    <a:pt x="1056928" y="1328839"/>
                    <a:pt x="1061118" y="1326511"/>
                    <a:pt x="1065309" y="1324183"/>
                  </a:cubicBezTo>
                  <a:lnTo>
                    <a:pt x="1080208" y="1350257"/>
                  </a:lnTo>
                  <a:cubicBezTo>
                    <a:pt x="1076018" y="1352585"/>
                    <a:pt x="1071827" y="1354913"/>
                    <a:pt x="1067171" y="1357707"/>
                  </a:cubicBezTo>
                  <a:close/>
                  <a:moveTo>
                    <a:pt x="354793" y="1344204"/>
                  </a:moveTo>
                  <a:cubicBezTo>
                    <a:pt x="350602" y="1341411"/>
                    <a:pt x="345946" y="1339083"/>
                    <a:pt x="341756" y="1336289"/>
                  </a:cubicBezTo>
                  <a:lnTo>
                    <a:pt x="357586" y="1310681"/>
                  </a:lnTo>
                  <a:cubicBezTo>
                    <a:pt x="361777" y="1313474"/>
                    <a:pt x="365967" y="1315803"/>
                    <a:pt x="370158" y="1318131"/>
                  </a:cubicBezTo>
                  <a:lnTo>
                    <a:pt x="354793" y="1344204"/>
                  </a:lnTo>
                  <a:close/>
                  <a:moveTo>
                    <a:pt x="1093711" y="1342342"/>
                  </a:moveTo>
                  <a:lnTo>
                    <a:pt x="1078346" y="1316734"/>
                  </a:lnTo>
                  <a:cubicBezTo>
                    <a:pt x="1082536" y="1314406"/>
                    <a:pt x="1086727" y="1311612"/>
                    <a:pt x="1090917" y="1309284"/>
                  </a:cubicBezTo>
                  <a:lnTo>
                    <a:pt x="1106748" y="1334892"/>
                  </a:lnTo>
                  <a:cubicBezTo>
                    <a:pt x="1102092" y="1337220"/>
                    <a:pt x="1097901" y="1340014"/>
                    <a:pt x="1093711" y="1342342"/>
                  </a:cubicBezTo>
                  <a:close/>
                  <a:moveTo>
                    <a:pt x="328719" y="1328374"/>
                  </a:moveTo>
                  <a:cubicBezTo>
                    <a:pt x="324528" y="1325580"/>
                    <a:pt x="320338" y="1322787"/>
                    <a:pt x="316147" y="1319993"/>
                  </a:cubicBezTo>
                  <a:lnTo>
                    <a:pt x="332909" y="1295316"/>
                  </a:lnTo>
                  <a:cubicBezTo>
                    <a:pt x="337100" y="1298109"/>
                    <a:pt x="340824" y="1300903"/>
                    <a:pt x="345015" y="1303231"/>
                  </a:cubicBezTo>
                  <a:lnTo>
                    <a:pt x="328719" y="1328374"/>
                  </a:lnTo>
                  <a:close/>
                  <a:moveTo>
                    <a:pt x="1119319" y="1326046"/>
                  </a:moveTo>
                  <a:lnTo>
                    <a:pt x="1103023" y="1300903"/>
                  </a:lnTo>
                  <a:cubicBezTo>
                    <a:pt x="1107213" y="1298109"/>
                    <a:pt x="1110938" y="1295316"/>
                    <a:pt x="1115129" y="1292988"/>
                  </a:cubicBezTo>
                  <a:lnTo>
                    <a:pt x="1132356" y="1317665"/>
                  </a:lnTo>
                  <a:cubicBezTo>
                    <a:pt x="1127700" y="1320459"/>
                    <a:pt x="1123510" y="1323718"/>
                    <a:pt x="1119319" y="1326046"/>
                  </a:cubicBezTo>
                  <a:close/>
                  <a:moveTo>
                    <a:pt x="303576" y="1311146"/>
                  </a:moveTo>
                  <a:cubicBezTo>
                    <a:pt x="299385" y="1308353"/>
                    <a:pt x="295195" y="1305093"/>
                    <a:pt x="291470" y="1302300"/>
                  </a:cubicBezTo>
                  <a:lnTo>
                    <a:pt x="309163" y="1278088"/>
                  </a:lnTo>
                  <a:cubicBezTo>
                    <a:pt x="312888" y="1280882"/>
                    <a:pt x="317078" y="1283676"/>
                    <a:pt x="320803" y="1286469"/>
                  </a:cubicBezTo>
                  <a:lnTo>
                    <a:pt x="303576" y="1311146"/>
                  </a:lnTo>
                  <a:close/>
                  <a:moveTo>
                    <a:pt x="1144462" y="1309284"/>
                  </a:moveTo>
                  <a:lnTo>
                    <a:pt x="1126769" y="1285072"/>
                  </a:lnTo>
                  <a:cubicBezTo>
                    <a:pt x="1130494" y="1282279"/>
                    <a:pt x="1134684" y="1279485"/>
                    <a:pt x="1138409" y="1276226"/>
                  </a:cubicBezTo>
                  <a:lnTo>
                    <a:pt x="1156568" y="1299972"/>
                  </a:lnTo>
                  <a:cubicBezTo>
                    <a:pt x="1152377" y="1303231"/>
                    <a:pt x="1148187" y="1306025"/>
                    <a:pt x="1144462" y="1309284"/>
                  </a:cubicBezTo>
                  <a:close/>
                  <a:moveTo>
                    <a:pt x="279364" y="1292988"/>
                  </a:moveTo>
                  <a:cubicBezTo>
                    <a:pt x="275174" y="1289729"/>
                    <a:pt x="271449" y="1286935"/>
                    <a:pt x="267258" y="1283676"/>
                  </a:cubicBezTo>
                  <a:lnTo>
                    <a:pt x="286348" y="1260395"/>
                  </a:lnTo>
                  <a:cubicBezTo>
                    <a:pt x="290073" y="1263655"/>
                    <a:pt x="293798" y="1266448"/>
                    <a:pt x="297989" y="1269707"/>
                  </a:cubicBezTo>
                  <a:lnTo>
                    <a:pt x="279364" y="1292988"/>
                  </a:lnTo>
                  <a:close/>
                  <a:moveTo>
                    <a:pt x="1168674" y="1290660"/>
                  </a:moveTo>
                  <a:lnTo>
                    <a:pt x="1150049" y="1266914"/>
                  </a:lnTo>
                  <a:cubicBezTo>
                    <a:pt x="1153774" y="1264120"/>
                    <a:pt x="1157499" y="1260861"/>
                    <a:pt x="1161224" y="1257602"/>
                  </a:cubicBezTo>
                  <a:lnTo>
                    <a:pt x="1180314" y="1280882"/>
                  </a:lnTo>
                  <a:cubicBezTo>
                    <a:pt x="1176589" y="1284607"/>
                    <a:pt x="1172398" y="1287866"/>
                    <a:pt x="1168674" y="1290660"/>
                  </a:cubicBezTo>
                  <a:close/>
                  <a:moveTo>
                    <a:pt x="255618" y="1273432"/>
                  </a:moveTo>
                  <a:cubicBezTo>
                    <a:pt x="251893" y="1270173"/>
                    <a:pt x="247703" y="1266914"/>
                    <a:pt x="243978" y="1263655"/>
                  </a:cubicBezTo>
                  <a:lnTo>
                    <a:pt x="263999" y="1241305"/>
                  </a:lnTo>
                  <a:cubicBezTo>
                    <a:pt x="267724" y="1244565"/>
                    <a:pt x="271449" y="1247824"/>
                    <a:pt x="275174" y="1251083"/>
                  </a:cubicBezTo>
                  <a:lnTo>
                    <a:pt x="255618" y="1273432"/>
                  </a:lnTo>
                  <a:close/>
                  <a:moveTo>
                    <a:pt x="1191954" y="1271570"/>
                  </a:moveTo>
                  <a:lnTo>
                    <a:pt x="1172398" y="1248755"/>
                  </a:lnTo>
                  <a:cubicBezTo>
                    <a:pt x="1176123" y="1245496"/>
                    <a:pt x="1179848" y="1242237"/>
                    <a:pt x="1183573" y="1238977"/>
                  </a:cubicBezTo>
                  <a:lnTo>
                    <a:pt x="1203594" y="1261327"/>
                  </a:lnTo>
                  <a:cubicBezTo>
                    <a:pt x="1199869" y="1265051"/>
                    <a:pt x="1195679" y="1268311"/>
                    <a:pt x="1191954" y="1271570"/>
                  </a:cubicBezTo>
                  <a:close/>
                  <a:moveTo>
                    <a:pt x="232803" y="1253411"/>
                  </a:moveTo>
                  <a:cubicBezTo>
                    <a:pt x="229079" y="1250152"/>
                    <a:pt x="225354" y="1246427"/>
                    <a:pt x="221629" y="1243168"/>
                  </a:cubicBezTo>
                  <a:lnTo>
                    <a:pt x="242581" y="1221750"/>
                  </a:lnTo>
                  <a:cubicBezTo>
                    <a:pt x="246306" y="1225009"/>
                    <a:pt x="249565" y="1228269"/>
                    <a:pt x="253290" y="1231528"/>
                  </a:cubicBezTo>
                  <a:lnTo>
                    <a:pt x="232803" y="1253411"/>
                  </a:lnTo>
                  <a:close/>
                  <a:moveTo>
                    <a:pt x="1214769" y="1251083"/>
                  </a:moveTo>
                  <a:lnTo>
                    <a:pt x="1194282" y="1229200"/>
                  </a:lnTo>
                  <a:cubicBezTo>
                    <a:pt x="1198007" y="1225941"/>
                    <a:pt x="1201266" y="1222681"/>
                    <a:pt x="1204991" y="1218956"/>
                  </a:cubicBezTo>
                  <a:lnTo>
                    <a:pt x="1225943" y="1240374"/>
                  </a:lnTo>
                  <a:cubicBezTo>
                    <a:pt x="1222218" y="1244565"/>
                    <a:pt x="1218493" y="1247824"/>
                    <a:pt x="1214769" y="1251083"/>
                  </a:cubicBezTo>
                  <a:close/>
                  <a:moveTo>
                    <a:pt x="210920" y="1232459"/>
                  </a:moveTo>
                  <a:cubicBezTo>
                    <a:pt x="207195" y="1228734"/>
                    <a:pt x="203936" y="1225475"/>
                    <a:pt x="200211" y="1221750"/>
                  </a:cubicBezTo>
                  <a:lnTo>
                    <a:pt x="222095" y="1200798"/>
                  </a:lnTo>
                  <a:cubicBezTo>
                    <a:pt x="225354" y="1204523"/>
                    <a:pt x="229079" y="1207782"/>
                    <a:pt x="232338" y="1211041"/>
                  </a:cubicBezTo>
                  <a:lnTo>
                    <a:pt x="210920" y="1232459"/>
                  </a:lnTo>
                  <a:close/>
                  <a:moveTo>
                    <a:pt x="1236652" y="1230131"/>
                  </a:moveTo>
                  <a:lnTo>
                    <a:pt x="1215234" y="1209179"/>
                  </a:lnTo>
                  <a:cubicBezTo>
                    <a:pt x="1218493" y="1205920"/>
                    <a:pt x="1222218" y="1202195"/>
                    <a:pt x="1225477" y="1198935"/>
                  </a:cubicBezTo>
                  <a:lnTo>
                    <a:pt x="1247361" y="1219422"/>
                  </a:lnTo>
                  <a:cubicBezTo>
                    <a:pt x="1243636" y="1222681"/>
                    <a:pt x="1239911" y="1226406"/>
                    <a:pt x="1236652" y="1230131"/>
                  </a:cubicBezTo>
                  <a:close/>
                  <a:moveTo>
                    <a:pt x="189968" y="1210576"/>
                  </a:moveTo>
                  <a:cubicBezTo>
                    <a:pt x="186708" y="1206851"/>
                    <a:pt x="182984" y="1203126"/>
                    <a:pt x="179724" y="1199401"/>
                  </a:cubicBezTo>
                  <a:lnTo>
                    <a:pt x="202073" y="1179380"/>
                  </a:lnTo>
                  <a:cubicBezTo>
                    <a:pt x="205333" y="1183105"/>
                    <a:pt x="208592" y="1186830"/>
                    <a:pt x="211851" y="1190089"/>
                  </a:cubicBezTo>
                  <a:lnTo>
                    <a:pt x="189968" y="1210576"/>
                  </a:lnTo>
                  <a:close/>
                  <a:moveTo>
                    <a:pt x="1257604" y="1208248"/>
                  </a:moveTo>
                  <a:lnTo>
                    <a:pt x="1235255" y="1188226"/>
                  </a:lnTo>
                  <a:cubicBezTo>
                    <a:pt x="1238515" y="1184502"/>
                    <a:pt x="1241774" y="1180777"/>
                    <a:pt x="1245033" y="1177518"/>
                  </a:cubicBezTo>
                  <a:lnTo>
                    <a:pt x="1267848" y="1197073"/>
                  </a:lnTo>
                  <a:cubicBezTo>
                    <a:pt x="1264123" y="1200332"/>
                    <a:pt x="1260864" y="1204057"/>
                    <a:pt x="1257604" y="1208248"/>
                  </a:cubicBezTo>
                  <a:close/>
                  <a:moveTo>
                    <a:pt x="169947" y="1187761"/>
                  </a:moveTo>
                  <a:cubicBezTo>
                    <a:pt x="166687" y="1184036"/>
                    <a:pt x="163428" y="1179846"/>
                    <a:pt x="160169" y="1176121"/>
                  </a:cubicBezTo>
                  <a:lnTo>
                    <a:pt x="183449" y="1157496"/>
                  </a:lnTo>
                  <a:cubicBezTo>
                    <a:pt x="186708" y="1161221"/>
                    <a:pt x="189502" y="1164946"/>
                    <a:pt x="192761" y="1168671"/>
                  </a:cubicBezTo>
                  <a:lnTo>
                    <a:pt x="169947" y="1187761"/>
                  </a:lnTo>
                  <a:close/>
                  <a:moveTo>
                    <a:pt x="1277626" y="1184967"/>
                  </a:moveTo>
                  <a:lnTo>
                    <a:pt x="1254811" y="1165877"/>
                  </a:lnTo>
                  <a:cubicBezTo>
                    <a:pt x="1258070" y="1162152"/>
                    <a:pt x="1260864" y="1158428"/>
                    <a:pt x="1264123" y="1154703"/>
                  </a:cubicBezTo>
                  <a:lnTo>
                    <a:pt x="1287403" y="1173327"/>
                  </a:lnTo>
                  <a:cubicBezTo>
                    <a:pt x="1283678" y="1177052"/>
                    <a:pt x="1280885" y="1181242"/>
                    <a:pt x="1277626" y="1184967"/>
                  </a:cubicBezTo>
                  <a:close/>
                  <a:moveTo>
                    <a:pt x="150857" y="1164015"/>
                  </a:moveTo>
                  <a:cubicBezTo>
                    <a:pt x="147597" y="1159824"/>
                    <a:pt x="144804" y="1156100"/>
                    <a:pt x="141545" y="1151909"/>
                  </a:cubicBezTo>
                  <a:lnTo>
                    <a:pt x="165756" y="1134216"/>
                  </a:lnTo>
                  <a:cubicBezTo>
                    <a:pt x="168550" y="1137941"/>
                    <a:pt x="171809" y="1142131"/>
                    <a:pt x="174603" y="1145856"/>
                  </a:cubicBezTo>
                  <a:lnTo>
                    <a:pt x="150857" y="1164015"/>
                  </a:lnTo>
                  <a:close/>
                  <a:moveTo>
                    <a:pt x="1296250" y="1161221"/>
                  </a:moveTo>
                  <a:lnTo>
                    <a:pt x="1272504" y="1143063"/>
                  </a:lnTo>
                  <a:cubicBezTo>
                    <a:pt x="1275297" y="1139338"/>
                    <a:pt x="1278557" y="1135147"/>
                    <a:pt x="1281350" y="1131422"/>
                  </a:cubicBezTo>
                  <a:lnTo>
                    <a:pt x="1305562" y="1149116"/>
                  </a:lnTo>
                  <a:cubicBezTo>
                    <a:pt x="1302768" y="1153306"/>
                    <a:pt x="1299509" y="1157496"/>
                    <a:pt x="1296250" y="1161221"/>
                  </a:cubicBezTo>
                  <a:close/>
                  <a:moveTo>
                    <a:pt x="132698" y="1139803"/>
                  </a:moveTo>
                  <a:cubicBezTo>
                    <a:pt x="129904" y="1135613"/>
                    <a:pt x="127111" y="1131422"/>
                    <a:pt x="123851" y="1127232"/>
                  </a:cubicBezTo>
                  <a:lnTo>
                    <a:pt x="148529" y="1110470"/>
                  </a:lnTo>
                  <a:cubicBezTo>
                    <a:pt x="151322" y="1114661"/>
                    <a:pt x="154116" y="1118386"/>
                    <a:pt x="156910" y="1122576"/>
                  </a:cubicBezTo>
                  <a:lnTo>
                    <a:pt x="132698" y="1139803"/>
                  </a:lnTo>
                  <a:close/>
                  <a:moveTo>
                    <a:pt x="1314409" y="1137010"/>
                  </a:moveTo>
                  <a:lnTo>
                    <a:pt x="1289731" y="1119782"/>
                  </a:lnTo>
                  <a:cubicBezTo>
                    <a:pt x="1292525" y="1115592"/>
                    <a:pt x="1295319" y="1111867"/>
                    <a:pt x="1298112" y="1107677"/>
                  </a:cubicBezTo>
                  <a:lnTo>
                    <a:pt x="1322790" y="1124438"/>
                  </a:lnTo>
                  <a:cubicBezTo>
                    <a:pt x="1319996" y="1128629"/>
                    <a:pt x="1317202" y="1132819"/>
                    <a:pt x="1314409" y="1137010"/>
                  </a:cubicBezTo>
                  <a:close/>
                  <a:moveTo>
                    <a:pt x="115936" y="1114661"/>
                  </a:moveTo>
                  <a:cubicBezTo>
                    <a:pt x="113143" y="1110470"/>
                    <a:pt x="110349" y="1106280"/>
                    <a:pt x="108021" y="1101624"/>
                  </a:cubicBezTo>
                  <a:lnTo>
                    <a:pt x="133629" y="1085793"/>
                  </a:lnTo>
                  <a:cubicBezTo>
                    <a:pt x="135957" y="1089984"/>
                    <a:pt x="138751" y="1094174"/>
                    <a:pt x="141545" y="1097899"/>
                  </a:cubicBezTo>
                  <a:lnTo>
                    <a:pt x="115936" y="1114661"/>
                  </a:lnTo>
                  <a:close/>
                  <a:moveTo>
                    <a:pt x="1331170" y="1111401"/>
                  </a:moveTo>
                  <a:lnTo>
                    <a:pt x="1306028" y="1095105"/>
                  </a:lnTo>
                  <a:cubicBezTo>
                    <a:pt x="1308821" y="1090915"/>
                    <a:pt x="1311149" y="1086724"/>
                    <a:pt x="1313943" y="1082534"/>
                  </a:cubicBezTo>
                  <a:lnTo>
                    <a:pt x="1339551" y="1098364"/>
                  </a:lnTo>
                  <a:cubicBezTo>
                    <a:pt x="1336758" y="1103020"/>
                    <a:pt x="1333964" y="1107211"/>
                    <a:pt x="1331170" y="1111401"/>
                  </a:cubicBezTo>
                  <a:close/>
                  <a:moveTo>
                    <a:pt x="99640" y="1088587"/>
                  </a:moveTo>
                  <a:cubicBezTo>
                    <a:pt x="96846" y="1084396"/>
                    <a:pt x="94518" y="1079740"/>
                    <a:pt x="92190" y="1075550"/>
                  </a:cubicBezTo>
                  <a:lnTo>
                    <a:pt x="118264" y="1060650"/>
                  </a:lnTo>
                  <a:cubicBezTo>
                    <a:pt x="120592" y="1064841"/>
                    <a:pt x="122920" y="1069031"/>
                    <a:pt x="125714" y="1073222"/>
                  </a:cubicBezTo>
                  <a:lnTo>
                    <a:pt x="99640" y="1088587"/>
                  </a:lnTo>
                  <a:close/>
                  <a:moveTo>
                    <a:pt x="1347467" y="1085328"/>
                  </a:moveTo>
                  <a:lnTo>
                    <a:pt x="1321392" y="1070428"/>
                  </a:lnTo>
                  <a:cubicBezTo>
                    <a:pt x="1323721" y="1066238"/>
                    <a:pt x="1326049" y="1062047"/>
                    <a:pt x="1328842" y="1057857"/>
                  </a:cubicBezTo>
                  <a:lnTo>
                    <a:pt x="1354916" y="1072290"/>
                  </a:lnTo>
                  <a:cubicBezTo>
                    <a:pt x="1352123" y="1076947"/>
                    <a:pt x="1349794" y="1081137"/>
                    <a:pt x="1347467" y="1085328"/>
                  </a:cubicBezTo>
                  <a:close/>
                  <a:moveTo>
                    <a:pt x="84740" y="1062047"/>
                  </a:moveTo>
                  <a:cubicBezTo>
                    <a:pt x="82412" y="1057391"/>
                    <a:pt x="80084" y="1053201"/>
                    <a:pt x="77756" y="1048545"/>
                  </a:cubicBezTo>
                  <a:lnTo>
                    <a:pt x="104296" y="1035042"/>
                  </a:lnTo>
                  <a:cubicBezTo>
                    <a:pt x="106624" y="1039232"/>
                    <a:pt x="108952" y="1043889"/>
                    <a:pt x="110815" y="1048079"/>
                  </a:cubicBezTo>
                  <a:lnTo>
                    <a:pt x="84740" y="1062047"/>
                  </a:lnTo>
                  <a:close/>
                  <a:moveTo>
                    <a:pt x="1361900" y="1058788"/>
                  </a:moveTo>
                  <a:lnTo>
                    <a:pt x="1335361" y="1044820"/>
                  </a:lnTo>
                  <a:cubicBezTo>
                    <a:pt x="1337689" y="1040629"/>
                    <a:pt x="1340017" y="1035973"/>
                    <a:pt x="1341879" y="1031783"/>
                  </a:cubicBezTo>
                  <a:lnTo>
                    <a:pt x="1368885" y="1045285"/>
                  </a:lnTo>
                  <a:cubicBezTo>
                    <a:pt x="1366556" y="1049941"/>
                    <a:pt x="1364229" y="1054598"/>
                    <a:pt x="1361900" y="1058788"/>
                  </a:cubicBezTo>
                  <a:close/>
                  <a:moveTo>
                    <a:pt x="71238" y="1035042"/>
                  </a:moveTo>
                  <a:cubicBezTo>
                    <a:pt x="68910" y="1030386"/>
                    <a:pt x="67048" y="1025730"/>
                    <a:pt x="64719" y="1021539"/>
                  </a:cubicBezTo>
                  <a:lnTo>
                    <a:pt x="92190" y="1008968"/>
                  </a:lnTo>
                  <a:cubicBezTo>
                    <a:pt x="94053" y="1013159"/>
                    <a:pt x="96381" y="1017815"/>
                    <a:pt x="98243" y="1022005"/>
                  </a:cubicBezTo>
                  <a:lnTo>
                    <a:pt x="71238" y="1035042"/>
                  </a:lnTo>
                  <a:close/>
                  <a:moveTo>
                    <a:pt x="1375869" y="1031783"/>
                  </a:moveTo>
                  <a:lnTo>
                    <a:pt x="1348863" y="1018746"/>
                  </a:lnTo>
                  <a:cubicBezTo>
                    <a:pt x="1350726" y="1014555"/>
                    <a:pt x="1353054" y="1009899"/>
                    <a:pt x="1354916" y="1005709"/>
                  </a:cubicBezTo>
                  <a:lnTo>
                    <a:pt x="1382387" y="1017815"/>
                  </a:lnTo>
                  <a:cubicBezTo>
                    <a:pt x="1380059" y="1022471"/>
                    <a:pt x="1377731" y="1027127"/>
                    <a:pt x="1375869" y="1031783"/>
                  </a:cubicBezTo>
                  <a:close/>
                  <a:moveTo>
                    <a:pt x="58667" y="1007571"/>
                  </a:moveTo>
                  <a:cubicBezTo>
                    <a:pt x="56804" y="1002915"/>
                    <a:pt x="54942" y="998259"/>
                    <a:pt x="52614" y="993603"/>
                  </a:cubicBezTo>
                  <a:lnTo>
                    <a:pt x="80550" y="982428"/>
                  </a:lnTo>
                  <a:cubicBezTo>
                    <a:pt x="82412" y="987085"/>
                    <a:pt x="84275" y="991275"/>
                    <a:pt x="86137" y="995931"/>
                  </a:cubicBezTo>
                  <a:lnTo>
                    <a:pt x="58667" y="1007571"/>
                  </a:lnTo>
                  <a:close/>
                  <a:moveTo>
                    <a:pt x="1387974" y="1003847"/>
                  </a:moveTo>
                  <a:lnTo>
                    <a:pt x="1360504" y="992206"/>
                  </a:lnTo>
                  <a:cubicBezTo>
                    <a:pt x="1362366" y="987550"/>
                    <a:pt x="1364229" y="983360"/>
                    <a:pt x="1366091" y="978704"/>
                  </a:cubicBezTo>
                  <a:lnTo>
                    <a:pt x="1394027" y="989878"/>
                  </a:lnTo>
                  <a:cubicBezTo>
                    <a:pt x="1392165" y="994534"/>
                    <a:pt x="1390302" y="999190"/>
                    <a:pt x="1387974" y="1003847"/>
                  </a:cubicBezTo>
                  <a:close/>
                  <a:moveTo>
                    <a:pt x="47026" y="979635"/>
                  </a:moveTo>
                  <a:cubicBezTo>
                    <a:pt x="45164" y="974979"/>
                    <a:pt x="43301" y="970323"/>
                    <a:pt x="41905" y="965201"/>
                  </a:cubicBezTo>
                  <a:lnTo>
                    <a:pt x="70307" y="954958"/>
                  </a:lnTo>
                  <a:cubicBezTo>
                    <a:pt x="72169" y="959614"/>
                    <a:pt x="73566" y="964270"/>
                    <a:pt x="75428" y="968460"/>
                  </a:cubicBezTo>
                  <a:lnTo>
                    <a:pt x="47026" y="979635"/>
                  </a:lnTo>
                  <a:close/>
                  <a:moveTo>
                    <a:pt x="1399614" y="975445"/>
                  </a:moveTo>
                  <a:lnTo>
                    <a:pt x="1371678" y="964736"/>
                  </a:lnTo>
                  <a:cubicBezTo>
                    <a:pt x="1373541" y="960079"/>
                    <a:pt x="1374937" y="955423"/>
                    <a:pt x="1376800" y="950767"/>
                  </a:cubicBezTo>
                  <a:lnTo>
                    <a:pt x="1405202" y="960545"/>
                  </a:lnTo>
                  <a:cubicBezTo>
                    <a:pt x="1402874" y="966132"/>
                    <a:pt x="1401012" y="970788"/>
                    <a:pt x="1399614" y="975445"/>
                  </a:cubicBezTo>
                  <a:close/>
                  <a:moveTo>
                    <a:pt x="36783" y="950767"/>
                  </a:moveTo>
                  <a:cubicBezTo>
                    <a:pt x="35386" y="946111"/>
                    <a:pt x="33524" y="940990"/>
                    <a:pt x="32127" y="936334"/>
                  </a:cubicBezTo>
                  <a:lnTo>
                    <a:pt x="60529" y="927487"/>
                  </a:lnTo>
                  <a:cubicBezTo>
                    <a:pt x="61926" y="932143"/>
                    <a:pt x="63323" y="936799"/>
                    <a:pt x="65185" y="941455"/>
                  </a:cubicBezTo>
                  <a:lnTo>
                    <a:pt x="36783" y="950767"/>
                  </a:lnTo>
                  <a:close/>
                  <a:moveTo>
                    <a:pt x="1409392" y="946577"/>
                  </a:moveTo>
                  <a:lnTo>
                    <a:pt x="1380990" y="937265"/>
                  </a:lnTo>
                  <a:cubicBezTo>
                    <a:pt x="1382387" y="932609"/>
                    <a:pt x="1383784" y="927953"/>
                    <a:pt x="1385181" y="923297"/>
                  </a:cubicBezTo>
                  <a:lnTo>
                    <a:pt x="1414048" y="932143"/>
                  </a:lnTo>
                  <a:cubicBezTo>
                    <a:pt x="1412652" y="936799"/>
                    <a:pt x="1411255" y="941921"/>
                    <a:pt x="1409392" y="946577"/>
                  </a:cubicBezTo>
                  <a:close/>
                  <a:moveTo>
                    <a:pt x="27937" y="921900"/>
                  </a:moveTo>
                  <a:cubicBezTo>
                    <a:pt x="26540" y="917244"/>
                    <a:pt x="25143" y="912122"/>
                    <a:pt x="23746" y="907466"/>
                  </a:cubicBezTo>
                  <a:lnTo>
                    <a:pt x="52614" y="900016"/>
                  </a:lnTo>
                  <a:cubicBezTo>
                    <a:pt x="54010" y="904672"/>
                    <a:pt x="54942" y="909328"/>
                    <a:pt x="56338" y="913985"/>
                  </a:cubicBezTo>
                  <a:lnTo>
                    <a:pt x="27937" y="921900"/>
                  </a:lnTo>
                  <a:close/>
                  <a:moveTo>
                    <a:pt x="1418239" y="917709"/>
                  </a:moveTo>
                  <a:lnTo>
                    <a:pt x="1389371" y="909794"/>
                  </a:lnTo>
                  <a:cubicBezTo>
                    <a:pt x="1390768" y="905138"/>
                    <a:pt x="1392165" y="900482"/>
                    <a:pt x="1393096" y="895826"/>
                  </a:cubicBezTo>
                  <a:lnTo>
                    <a:pt x="1421964" y="903276"/>
                  </a:lnTo>
                  <a:cubicBezTo>
                    <a:pt x="1421033" y="907932"/>
                    <a:pt x="1419635" y="912588"/>
                    <a:pt x="1418239" y="917709"/>
                  </a:cubicBezTo>
                  <a:close/>
                  <a:moveTo>
                    <a:pt x="20021" y="892567"/>
                  </a:moveTo>
                  <a:cubicBezTo>
                    <a:pt x="18624" y="887445"/>
                    <a:pt x="17693" y="882789"/>
                    <a:pt x="16762" y="877667"/>
                  </a:cubicBezTo>
                  <a:lnTo>
                    <a:pt x="46095" y="871149"/>
                  </a:lnTo>
                  <a:cubicBezTo>
                    <a:pt x="47026" y="875805"/>
                    <a:pt x="48423" y="880461"/>
                    <a:pt x="49354" y="885583"/>
                  </a:cubicBezTo>
                  <a:lnTo>
                    <a:pt x="20021" y="892567"/>
                  </a:lnTo>
                  <a:close/>
                  <a:moveTo>
                    <a:pt x="1426154" y="887911"/>
                  </a:moveTo>
                  <a:lnTo>
                    <a:pt x="1396821" y="880927"/>
                  </a:lnTo>
                  <a:cubicBezTo>
                    <a:pt x="1397752" y="876270"/>
                    <a:pt x="1399149" y="871614"/>
                    <a:pt x="1400080" y="866493"/>
                  </a:cubicBezTo>
                  <a:lnTo>
                    <a:pt x="1429414" y="872546"/>
                  </a:lnTo>
                  <a:cubicBezTo>
                    <a:pt x="1428016" y="878133"/>
                    <a:pt x="1427085" y="883255"/>
                    <a:pt x="1426154" y="887911"/>
                  </a:cubicBezTo>
                  <a:close/>
                  <a:moveTo>
                    <a:pt x="13503" y="862768"/>
                  </a:moveTo>
                  <a:cubicBezTo>
                    <a:pt x="12571" y="857646"/>
                    <a:pt x="11640" y="852990"/>
                    <a:pt x="10709" y="847868"/>
                  </a:cubicBezTo>
                  <a:lnTo>
                    <a:pt x="40042" y="842747"/>
                  </a:lnTo>
                  <a:cubicBezTo>
                    <a:pt x="40973" y="847403"/>
                    <a:pt x="41905" y="852525"/>
                    <a:pt x="42836" y="857181"/>
                  </a:cubicBezTo>
                  <a:lnTo>
                    <a:pt x="13503" y="862768"/>
                  </a:lnTo>
                  <a:close/>
                  <a:moveTo>
                    <a:pt x="1432207" y="858112"/>
                  </a:moveTo>
                  <a:lnTo>
                    <a:pt x="1402874" y="852525"/>
                  </a:lnTo>
                  <a:cubicBezTo>
                    <a:pt x="1403805" y="847868"/>
                    <a:pt x="1404736" y="843212"/>
                    <a:pt x="1405667" y="838091"/>
                  </a:cubicBezTo>
                  <a:lnTo>
                    <a:pt x="1435466" y="843212"/>
                  </a:lnTo>
                  <a:cubicBezTo>
                    <a:pt x="1434070" y="848334"/>
                    <a:pt x="1433138" y="853456"/>
                    <a:pt x="1432207" y="858112"/>
                  </a:cubicBezTo>
                  <a:close/>
                  <a:moveTo>
                    <a:pt x="8381" y="832504"/>
                  </a:moveTo>
                  <a:cubicBezTo>
                    <a:pt x="7450" y="827382"/>
                    <a:pt x="6984" y="822260"/>
                    <a:pt x="6053" y="817604"/>
                  </a:cubicBezTo>
                  <a:lnTo>
                    <a:pt x="35852" y="813879"/>
                  </a:lnTo>
                  <a:cubicBezTo>
                    <a:pt x="36317" y="818535"/>
                    <a:pt x="37249" y="823657"/>
                    <a:pt x="37714" y="828313"/>
                  </a:cubicBezTo>
                  <a:lnTo>
                    <a:pt x="8381" y="832504"/>
                  </a:lnTo>
                  <a:close/>
                  <a:moveTo>
                    <a:pt x="1437329" y="828313"/>
                  </a:moveTo>
                  <a:lnTo>
                    <a:pt x="1407530" y="824123"/>
                  </a:lnTo>
                  <a:cubicBezTo>
                    <a:pt x="1408461" y="819466"/>
                    <a:pt x="1408927" y="814345"/>
                    <a:pt x="1409392" y="809689"/>
                  </a:cubicBezTo>
                  <a:lnTo>
                    <a:pt x="1439191" y="813414"/>
                  </a:lnTo>
                  <a:cubicBezTo>
                    <a:pt x="1438726" y="818070"/>
                    <a:pt x="1438260" y="823191"/>
                    <a:pt x="1437329" y="828313"/>
                  </a:cubicBezTo>
                  <a:close/>
                  <a:moveTo>
                    <a:pt x="4656" y="802705"/>
                  </a:moveTo>
                  <a:cubicBezTo>
                    <a:pt x="4190" y="797583"/>
                    <a:pt x="3725" y="792461"/>
                    <a:pt x="3259" y="787805"/>
                  </a:cubicBezTo>
                  <a:lnTo>
                    <a:pt x="33058" y="785012"/>
                  </a:lnTo>
                  <a:cubicBezTo>
                    <a:pt x="33524" y="789668"/>
                    <a:pt x="33989" y="794789"/>
                    <a:pt x="34455" y="799446"/>
                  </a:cubicBezTo>
                  <a:lnTo>
                    <a:pt x="4656" y="802705"/>
                  </a:lnTo>
                  <a:close/>
                  <a:moveTo>
                    <a:pt x="1441054" y="798049"/>
                  </a:moveTo>
                  <a:lnTo>
                    <a:pt x="1411255" y="794789"/>
                  </a:lnTo>
                  <a:cubicBezTo>
                    <a:pt x="1411720" y="790133"/>
                    <a:pt x="1412186" y="785012"/>
                    <a:pt x="1412652" y="780356"/>
                  </a:cubicBezTo>
                  <a:lnTo>
                    <a:pt x="1442450" y="782684"/>
                  </a:lnTo>
                  <a:cubicBezTo>
                    <a:pt x="1441985" y="788271"/>
                    <a:pt x="1441519" y="792927"/>
                    <a:pt x="1441054" y="798049"/>
                  </a:cubicBezTo>
                  <a:close/>
                  <a:moveTo>
                    <a:pt x="1862" y="772440"/>
                  </a:moveTo>
                  <a:cubicBezTo>
                    <a:pt x="1397" y="767319"/>
                    <a:pt x="1397" y="762197"/>
                    <a:pt x="931" y="757075"/>
                  </a:cubicBezTo>
                  <a:lnTo>
                    <a:pt x="30730" y="755678"/>
                  </a:lnTo>
                  <a:cubicBezTo>
                    <a:pt x="30730" y="760335"/>
                    <a:pt x="31196" y="765456"/>
                    <a:pt x="31661" y="770112"/>
                  </a:cubicBezTo>
                  <a:lnTo>
                    <a:pt x="1862" y="772440"/>
                  </a:lnTo>
                  <a:close/>
                  <a:moveTo>
                    <a:pt x="1443847" y="767784"/>
                  </a:moveTo>
                  <a:lnTo>
                    <a:pt x="1414048" y="765922"/>
                  </a:lnTo>
                  <a:cubicBezTo>
                    <a:pt x="1414514" y="761266"/>
                    <a:pt x="1414514" y="756144"/>
                    <a:pt x="1414979" y="751488"/>
                  </a:cubicBezTo>
                  <a:lnTo>
                    <a:pt x="1444778" y="752885"/>
                  </a:lnTo>
                  <a:cubicBezTo>
                    <a:pt x="1444313" y="757541"/>
                    <a:pt x="1443847" y="762663"/>
                    <a:pt x="1443847" y="767784"/>
                  </a:cubicBezTo>
                  <a:close/>
                  <a:moveTo>
                    <a:pt x="466" y="741710"/>
                  </a:moveTo>
                  <a:cubicBezTo>
                    <a:pt x="466" y="736589"/>
                    <a:pt x="466" y="731467"/>
                    <a:pt x="0" y="726345"/>
                  </a:cubicBezTo>
                  <a:lnTo>
                    <a:pt x="29799" y="726345"/>
                  </a:lnTo>
                  <a:cubicBezTo>
                    <a:pt x="29799" y="731001"/>
                    <a:pt x="29799" y="736123"/>
                    <a:pt x="30265" y="740779"/>
                  </a:cubicBezTo>
                  <a:lnTo>
                    <a:pt x="466" y="741710"/>
                  </a:lnTo>
                  <a:close/>
                  <a:moveTo>
                    <a:pt x="1444778" y="737520"/>
                  </a:moveTo>
                  <a:lnTo>
                    <a:pt x="1414979" y="737054"/>
                  </a:lnTo>
                  <a:cubicBezTo>
                    <a:pt x="1414979" y="732398"/>
                    <a:pt x="1414979" y="727276"/>
                    <a:pt x="1414979" y="722620"/>
                  </a:cubicBezTo>
                  <a:cubicBezTo>
                    <a:pt x="1414979" y="719827"/>
                    <a:pt x="1414979" y="717033"/>
                    <a:pt x="1414979" y="714240"/>
                  </a:cubicBezTo>
                  <a:lnTo>
                    <a:pt x="1444778" y="713774"/>
                  </a:lnTo>
                  <a:cubicBezTo>
                    <a:pt x="1444778" y="716568"/>
                    <a:pt x="1444778" y="719827"/>
                    <a:pt x="1444778" y="722620"/>
                  </a:cubicBezTo>
                  <a:cubicBezTo>
                    <a:pt x="1445244" y="727276"/>
                    <a:pt x="1444778" y="732398"/>
                    <a:pt x="1444778" y="737520"/>
                  </a:cubicBezTo>
                  <a:close/>
                  <a:moveTo>
                    <a:pt x="30265" y="711912"/>
                  </a:moveTo>
                  <a:lnTo>
                    <a:pt x="466" y="711446"/>
                  </a:lnTo>
                  <a:cubicBezTo>
                    <a:pt x="466" y="706324"/>
                    <a:pt x="466" y="701203"/>
                    <a:pt x="931" y="696081"/>
                  </a:cubicBezTo>
                  <a:lnTo>
                    <a:pt x="30730" y="697012"/>
                  </a:lnTo>
                  <a:cubicBezTo>
                    <a:pt x="30265" y="702134"/>
                    <a:pt x="30265" y="707255"/>
                    <a:pt x="30265" y="711912"/>
                  </a:cubicBezTo>
                  <a:close/>
                  <a:moveTo>
                    <a:pt x="1414514" y="698875"/>
                  </a:moveTo>
                  <a:cubicBezTo>
                    <a:pt x="1414514" y="694218"/>
                    <a:pt x="1414048" y="689097"/>
                    <a:pt x="1414048" y="684441"/>
                  </a:cubicBezTo>
                  <a:lnTo>
                    <a:pt x="1443847" y="683044"/>
                  </a:lnTo>
                  <a:cubicBezTo>
                    <a:pt x="1444313" y="688166"/>
                    <a:pt x="1444313" y="693287"/>
                    <a:pt x="1444313" y="698409"/>
                  </a:cubicBezTo>
                  <a:lnTo>
                    <a:pt x="1414514" y="698875"/>
                  </a:lnTo>
                  <a:close/>
                  <a:moveTo>
                    <a:pt x="31196" y="683044"/>
                  </a:moveTo>
                  <a:lnTo>
                    <a:pt x="1397" y="681182"/>
                  </a:lnTo>
                  <a:cubicBezTo>
                    <a:pt x="1862" y="676060"/>
                    <a:pt x="1862" y="670938"/>
                    <a:pt x="2328" y="665816"/>
                  </a:cubicBezTo>
                  <a:lnTo>
                    <a:pt x="32127" y="668144"/>
                  </a:lnTo>
                  <a:cubicBezTo>
                    <a:pt x="31661" y="673266"/>
                    <a:pt x="31661" y="677922"/>
                    <a:pt x="31196" y="683044"/>
                  </a:cubicBezTo>
                  <a:close/>
                  <a:moveTo>
                    <a:pt x="1413117" y="670007"/>
                  </a:moveTo>
                  <a:cubicBezTo>
                    <a:pt x="1412652" y="665351"/>
                    <a:pt x="1412186" y="660229"/>
                    <a:pt x="1411720" y="655573"/>
                  </a:cubicBezTo>
                  <a:lnTo>
                    <a:pt x="1441519" y="652780"/>
                  </a:lnTo>
                  <a:cubicBezTo>
                    <a:pt x="1441985" y="657901"/>
                    <a:pt x="1442450" y="663023"/>
                    <a:pt x="1442916" y="668144"/>
                  </a:cubicBezTo>
                  <a:lnTo>
                    <a:pt x="1413117" y="670007"/>
                  </a:lnTo>
                  <a:close/>
                  <a:moveTo>
                    <a:pt x="33524" y="653711"/>
                  </a:moveTo>
                  <a:lnTo>
                    <a:pt x="3725" y="650917"/>
                  </a:lnTo>
                  <a:cubicBezTo>
                    <a:pt x="4190" y="645795"/>
                    <a:pt x="4656" y="640674"/>
                    <a:pt x="5587" y="636018"/>
                  </a:cubicBezTo>
                  <a:lnTo>
                    <a:pt x="35386" y="639743"/>
                  </a:lnTo>
                  <a:cubicBezTo>
                    <a:pt x="34455" y="643933"/>
                    <a:pt x="33989" y="649055"/>
                    <a:pt x="33524" y="653711"/>
                  </a:cubicBezTo>
                  <a:close/>
                  <a:moveTo>
                    <a:pt x="1410323" y="641139"/>
                  </a:moveTo>
                  <a:cubicBezTo>
                    <a:pt x="1409858" y="636483"/>
                    <a:pt x="1408927" y="631362"/>
                    <a:pt x="1408461" y="626706"/>
                  </a:cubicBezTo>
                  <a:lnTo>
                    <a:pt x="1438260" y="622515"/>
                  </a:lnTo>
                  <a:cubicBezTo>
                    <a:pt x="1438726" y="627637"/>
                    <a:pt x="1439657" y="632759"/>
                    <a:pt x="1440122" y="637414"/>
                  </a:cubicBezTo>
                  <a:lnTo>
                    <a:pt x="1410323" y="641139"/>
                  </a:lnTo>
                  <a:close/>
                  <a:moveTo>
                    <a:pt x="36783" y="624843"/>
                  </a:moveTo>
                  <a:lnTo>
                    <a:pt x="6984" y="620653"/>
                  </a:lnTo>
                  <a:cubicBezTo>
                    <a:pt x="7915" y="615531"/>
                    <a:pt x="8381" y="610409"/>
                    <a:pt x="9312" y="605753"/>
                  </a:cubicBezTo>
                  <a:lnTo>
                    <a:pt x="39111" y="610409"/>
                  </a:lnTo>
                  <a:cubicBezTo>
                    <a:pt x="38180" y="615065"/>
                    <a:pt x="37714" y="620187"/>
                    <a:pt x="36783" y="624843"/>
                  </a:cubicBezTo>
                  <a:close/>
                  <a:moveTo>
                    <a:pt x="1406133" y="612272"/>
                  </a:moveTo>
                  <a:cubicBezTo>
                    <a:pt x="1405202" y="607616"/>
                    <a:pt x="1404736" y="602494"/>
                    <a:pt x="1403805" y="597838"/>
                  </a:cubicBezTo>
                  <a:lnTo>
                    <a:pt x="1433138" y="592716"/>
                  </a:lnTo>
                  <a:cubicBezTo>
                    <a:pt x="1434070" y="597838"/>
                    <a:pt x="1435001" y="602494"/>
                    <a:pt x="1435932" y="607616"/>
                  </a:cubicBezTo>
                  <a:lnTo>
                    <a:pt x="1406133" y="612272"/>
                  </a:lnTo>
                  <a:close/>
                  <a:moveTo>
                    <a:pt x="41439" y="595976"/>
                  </a:moveTo>
                  <a:lnTo>
                    <a:pt x="12106" y="590388"/>
                  </a:lnTo>
                  <a:cubicBezTo>
                    <a:pt x="13037" y="585267"/>
                    <a:pt x="13968" y="580611"/>
                    <a:pt x="14899" y="575489"/>
                  </a:cubicBezTo>
                  <a:lnTo>
                    <a:pt x="44233" y="581542"/>
                  </a:lnTo>
                  <a:cubicBezTo>
                    <a:pt x="43301" y="586663"/>
                    <a:pt x="42370" y="591320"/>
                    <a:pt x="41439" y="595976"/>
                  </a:cubicBezTo>
                  <a:close/>
                  <a:moveTo>
                    <a:pt x="1401012" y="583404"/>
                  </a:moveTo>
                  <a:cubicBezTo>
                    <a:pt x="1400080" y="578748"/>
                    <a:pt x="1399149" y="574092"/>
                    <a:pt x="1397752" y="568971"/>
                  </a:cubicBezTo>
                  <a:lnTo>
                    <a:pt x="1427085" y="562452"/>
                  </a:lnTo>
                  <a:cubicBezTo>
                    <a:pt x="1428016" y="567574"/>
                    <a:pt x="1429414" y="572230"/>
                    <a:pt x="1430345" y="577351"/>
                  </a:cubicBezTo>
                  <a:lnTo>
                    <a:pt x="1401012" y="583404"/>
                  </a:lnTo>
                  <a:close/>
                  <a:moveTo>
                    <a:pt x="47492" y="567574"/>
                  </a:moveTo>
                  <a:lnTo>
                    <a:pt x="18159" y="561055"/>
                  </a:lnTo>
                  <a:cubicBezTo>
                    <a:pt x="19090" y="555933"/>
                    <a:pt x="20487" y="551277"/>
                    <a:pt x="21884" y="546156"/>
                  </a:cubicBezTo>
                  <a:lnTo>
                    <a:pt x="50751" y="553605"/>
                  </a:lnTo>
                  <a:cubicBezTo>
                    <a:pt x="49820" y="558262"/>
                    <a:pt x="48423" y="562918"/>
                    <a:pt x="47492" y="567574"/>
                  </a:cubicBezTo>
                  <a:close/>
                  <a:moveTo>
                    <a:pt x="1394958" y="555002"/>
                  </a:moveTo>
                  <a:cubicBezTo>
                    <a:pt x="1393562" y="550346"/>
                    <a:pt x="1392631" y="545690"/>
                    <a:pt x="1391233" y="541034"/>
                  </a:cubicBezTo>
                  <a:lnTo>
                    <a:pt x="1420101" y="533119"/>
                  </a:lnTo>
                  <a:cubicBezTo>
                    <a:pt x="1421498" y="537775"/>
                    <a:pt x="1422895" y="542897"/>
                    <a:pt x="1423826" y="548018"/>
                  </a:cubicBezTo>
                  <a:lnTo>
                    <a:pt x="1394958" y="555002"/>
                  </a:lnTo>
                  <a:close/>
                  <a:moveTo>
                    <a:pt x="54476" y="539172"/>
                  </a:moveTo>
                  <a:lnTo>
                    <a:pt x="25608" y="531256"/>
                  </a:lnTo>
                  <a:cubicBezTo>
                    <a:pt x="27005" y="526135"/>
                    <a:pt x="28402" y="521479"/>
                    <a:pt x="29799" y="516823"/>
                  </a:cubicBezTo>
                  <a:lnTo>
                    <a:pt x="58667" y="525203"/>
                  </a:lnTo>
                  <a:cubicBezTo>
                    <a:pt x="57270" y="529860"/>
                    <a:pt x="55873" y="534516"/>
                    <a:pt x="54476" y="539172"/>
                  </a:cubicBezTo>
                  <a:close/>
                  <a:moveTo>
                    <a:pt x="1387043" y="527066"/>
                  </a:moveTo>
                  <a:cubicBezTo>
                    <a:pt x="1385646" y="522410"/>
                    <a:pt x="1384250" y="517754"/>
                    <a:pt x="1382853" y="513098"/>
                  </a:cubicBezTo>
                  <a:lnTo>
                    <a:pt x="1411255" y="504251"/>
                  </a:lnTo>
                  <a:cubicBezTo>
                    <a:pt x="1412652" y="508907"/>
                    <a:pt x="1414048" y="514029"/>
                    <a:pt x="1415911" y="518685"/>
                  </a:cubicBezTo>
                  <a:lnTo>
                    <a:pt x="1387043" y="527066"/>
                  </a:lnTo>
                  <a:close/>
                  <a:moveTo>
                    <a:pt x="62857" y="511235"/>
                  </a:moveTo>
                  <a:lnTo>
                    <a:pt x="34455" y="501923"/>
                  </a:lnTo>
                  <a:cubicBezTo>
                    <a:pt x="35852" y="497267"/>
                    <a:pt x="37714" y="492145"/>
                    <a:pt x="39111" y="487489"/>
                  </a:cubicBezTo>
                  <a:lnTo>
                    <a:pt x="67513" y="497267"/>
                  </a:lnTo>
                  <a:cubicBezTo>
                    <a:pt x="65651" y="501923"/>
                    <a:pt x="64254" y="506579"/>
                    <a:pt x="62857" y="511235"/>
                  </a:cubicBezTo>
                  <a:close/>
                  <a:moveTo>
                    <a:pt x="1378197" y="499130"/>
                  </a:moveTo>
                  <a:cubicBezTo>
                    <a:pt x="1376800" y="494473"/>
                    <a:pt x="1374937" y="489817"/>
                    <a:pt x="1373541" y="485161"/>
                  </a:cubicBezTo>
                  <a:lnTo>
                    <a:pt x="1401943" y="474918"/>
                  </a:lnTo>
                  <a:cubicBezTo>
                    <a:pt x="1403805" y="479574"/>
                    <a:pt x="1405202" y="484230"/>
                    <a:pt x="1407064" y="489352"/>
                  </a:cubicBezTo>
                  <a:lnTo>
                    <a:pt x="1378197" y="499130"/>
                  </a:lnTo>
                  <a:close/>
                  <a:moveTo>
                    <a:pt x="72169" y="483765"/>
                  </a:moveTo>
                  <a:lnTo>
                    <a:pt x="44233" y="473521"/>
                  </a:lnTo>
                  <a:cubicBezTo>
                    <a:pt x="46095" y="468865"/>
                    <a:pt x="47958" y="464209"/>
                    <a:pt x="49820" y="459088"/>
                  </a:cubicBezTo>
                  <a:lnTo>
                    <a:pt x="77756" y="470262"/>
                  </a:lnTo>
                  <a:cubicBezTo>
                    <a:pt x="75894" y="474452"/>
                    <a:pt x="74032" y="479109"/>
                    <a:pt x="72169" y="483765"/>
                  </a:cubicBezTo>
                  <a:close/>
                  <a:moveTo>
                    <a:pt x="1368419" y="471659"/>
                  </a:moveTo>
                  <a:cubicBezTo>
                    <a:pt x="1366556" y="467003"/>
                    <a:pt x="1364694" y="462812"/>
                    <a:pt x="1362832" y="458156"/>
                  </a:cubicBezTo>
                  <a:lnTo>
                    <a:pt x="1390768" y="446516"/>
                  </a:lnTo>
                  <a:cubicBezTo>
                    <a:pt x="1392631" y="451172"/>
                    <a:pt x="1394493" y="455828"/>
                    <a:pt x="1396355" y="460484"/>
                  </a:cubicBezTo>
                  <a:lnTo>
                    <a:pt x="1368419" y="471659"/>
                  </a:lnTo>
                  <a:close/>
                  <a:moveTo>
                    <a:pt x="82878" y="456294"/>
                  </a:moveTo>
                  <a:lnTo>
                    <a:pt x="55407" y="444654"/>
                  </a:lnTo>
                  <a:cubicBezTo>
                    <a:pt x="57270" y="439998"/>
                    <a:pt x="59598" y="435341"/>
                    <a:pt x="61460" y="430686"/>
                  </a:cubicBezTo>
                  <a:lnTo>
                    <a:pt x="88931" y="442791"/>
                  </a:lnTo>
                  <a:cubicBezTo>
                    <a:pt x="86603" y="447447"/>
                    <a:pt x="84740" y="452103"/>
                    <a:pt x="82878" y="456294"/>
                  </a:cubicBezTo>
                  <a:close/>
                  <a:moveTo>
                    <a:pt x="1357244" y="444654"/>
                  </a:moveTo>
                  <a:cubicBezTo>
                    <a:pt x="1355382" y="439998"/>
                    <a:pt x="1353519" y="435807"/>
                    <a:pt x="1351192" y="431617"/>
                  </a:cubicBezTo>
                  <a:lnTo>
                    <a:pt x="1378197" y="419045"/>
                  </a:lnTo>
                  <a:cubicBezTo>
                    <a:pt x="1380525" y="423701"/>
                    <a:pt x="1382387" y="428358"/>
                    <a:pt x="1384250" y="433014"/>
                  </a:cubicBezTo>
                  <a:lnTo>
                    <a:pt x="1357244" y="444654"/>
                  </a:lnTo>
                  <a:close/>
                  <a:moveTo>
                    <a:pt x="94518" y="429754"/>
                  </a:moveTo>
                  <a:lnTo>
                    <a:pt x="67513" y="417183"/>
                  </a:lnTo>
                  <a:cubicBezTo>
                    <a:pt x="69841" y="412527"/>
                    <a:pt x="71704" y="407871"/>
                    <a:pt x="74032" y="403215"/>
                  </a:cubicBezTo>
                  <a:lnTo>
                    <a:pt x="101037" y="416252"/>
                  </a:lnTo>
                  <a:cubicBezTo>
                    <a:pt x="98709" y="420908"/>
                    <a:pt x="96846" y="425098"/>
                    <a:pt x="94518" y="429754"/>
                  </a:cubicBezTo>
                  <a:close/>
                  <a:moveTo>
                    <a:pt x="1345138" y="418580"/>
                  </a:moveTo>
                  <a:cubicBezTo>
                    <a:pt x="1342811" y="414389"/>
                    <a:pt x="1340948" y="409733"/>
                    <a:pt x="1338620" y="405543"/>
                  </a:cubicBezTo>
                  <a:lnTo>
                    <a:pt x="1365160" y="392040"/>
                  </a:lnTo>
                  <a:cubicBezTo>
                    <a:pt x="1367488" y="396696"/>
                    <a:pt x="1369816" y="400887"/>
                    <a:pt x="1372144" y="405543"/>
                  </a:cubicBezTo>
                  <a:lnTo>
                    <a:pt x="1345138" y="418580"/>
                  </a:lnTo>
                  <a:close/>
                  <a:moveTo>
                    <a:pt x="107555" y="403680"/>
                  </a:moveTo>
                  <a:lnTo>
                    <a:pt x="81016" y="389712"/>
                  </a:lnTo>
                  <a:cubicBezTo>
                    <a:pt x="83344" y="385056"/>
                    <a:pt x="85672" y="380866"/>
                    <a:pt x="88000" y="376210"/>
                  </a:cubicBezTo>
                  <a:lnTo>
                    <a:pt x="114074" y="390643"/>
                  </a:lnTo>
                  <a:cubicBezTo>
                    <a:pt x="112211" y="394834"/>
                    <a:pt x="109883" y="399024"/>
                    <a:pt x="107555" y="403680"/>
                  </a:cubicBezTo>
                  <a:close/>
                  <a:moveTo>
                    <a:pt x="1331636" y="392506"/>
                  </a:moveTo>
                  <a:cubicBezTo>
                    <a:pt x="1329308" y="388315"/>
                    <a:pt x="1326980" y="384125"/>
                    <a:pt x="1324652" y="379934"/>
                  </a:cubicBezTo>
                  <a:lnTo>
                    <a:pt x="1350726" y="365035"/>
                  </a:lnTo>
                  <a:cubicBezTo>
                    <a:pt x="1353054" y="369226"/>
                    <a:pt x="1355848" y="373882"/>
                    <a:pt x="1358175" y="378072"/>
                  </a:cubicBezTo>
                  <a:lnTo>
                    <a:pt x="1331636" y="392506"/>
                  </a:lnTo>
                  <a:close/>
                  <a:moveTo>
                    <a:pt x="121523" y="378072"/>
                  </a:moveTo>
                  <a:lnTo>
                    <a:pt x="95449" y="363173"/>
                  </a:lnTo>
                  <a:cubicBezTo>
                    <a:pt x="97778" y="358982"/>
                    <a:pt x="100571" y="354326"/>
                    <a:pt x="103365" y="350136"/>
                  </a:cubicBezTo>
                  <a:lnTo>
                    <a:pt x="128973" y="365501"/>
                  </a:lnTo>
                  <a:cubicBezTo>
                    <a:pt x="126645" y="369226"/>
                    <a:pt x="123851" y="373416"/>
                    <a:pt x="121523" y="378072"/>
                  </a:cubicBezTo>
                  <a:close/>
                  <a:moveTo>
                    <a:pt x="1317202" y="367363"/>
                  </a:moveTo>
                  <a:cubicBezTo>
                    <a:pt x="1314874" y="363173"/>
                    <a:pt x="1312080" y="358982"/>
                    <a:pt x="1309752" y="354792"/>
                  </a:cubicBezTo>
                  <a:lnTo>
                    <a:pt x="1335361" y="338961"/>
                  </a:lnTo>
                  <a:cubicBezTo>
                    <a:pt x="1338154" y="343152"/>
                    <a:pt x="1340482" y="347342"/>
                    <a:pt x="1343276" y="351998"/>
                  </a:cubicBezTo>
                  <a:lnTo>
                    <a:pt x="1317202" y="367363"/>
                  </a:lnTo>
                  <a:close/>
                  <a:moveTo>
                    <a:pt x="136889" y="352929"/>
                  </a:moveTo>
                  <a:lnTo>
                    <a:pt x="111746" y="337099"/>
                  </a:lnTo>
                  <a:cubicBezTo>
                    <a:pt x="114539" y="332908"/>
                    <a:pt x="117333" y="328718"/>
                    <a:pt x="120127" y="324527"/>
                  </a:cubicBezTo>
                  <a:lnTo>
                    <a:pt x="145269" y="341289"/>
                  </a:lnTo>
                  <a:cubicBezTo>
                    <a:pt x="142010" y="344548"/>
                    <a:pt x="139217" y="348739"/>
                    <a:pt x="136889" y="352929"/>
                  </a:cubicBezTo>
                  <a:close/>
                  <a:moveTo>
                    <a:pt x="1301837" y="342686"/>
                  </a:moveTo>
                  <a:cubicBezTo>
                    <a:pt x="1299043" y="338496"/>
                    <a:pt x="1296250" y="334771"/>
                    <a:pt x="1293922" y="330580"/>
                  </a:cubicBezTo>
                  <a:lnTo>
                    <a:pt x="1318599" y="313818"/>
                  </a:lnTo>
                  <a:cubicBezTo>
                    <a:pt x="1321392" y="318009"/>
                    <a:pt x="1324186" y="322199"/>
                    <a:pt x="1326980" y="326390"/>
                  </a:cubicBezTo>
                  <a:lnTo>
                    <a:pt x="1301837" y="342686"/>
                  </a:lnTo>
                  <a:close/>
                  <a:moveTo>
                    <a:pt x="152719" y="328718"/>
                  </a:moveTo>
                  <a:lnTo>
                    <a:pt x="128042" y="311490"/>
                  </a:lnTo>
                  <a:cubicBezTo>
                    <a:pt x="130836" y="307300"/>
                    <a:pt x="134095" y="303110"/>
                    <a:pt x="136889" y="298919"/>
                  </a:cubicBezTo>
                  <a:lnTo>
                    <a:pt x="161100" y="316612"/>
                  </a:lnTo>
                  <a:cubicBezTo>
                    <a:pt x="158306" y="320337"/>
                    <a:pt x="155513" y="324527"/>
                    <a:pt x="152719" y="328718"/>
                  </a:cubicBezTo>
                  <a:close/>
                  <a:moveTo>
                    <a:pt x="1285541" y="318474"/>
                  </a:moveTo>
                  <a:cubicBezTo>
                    <a:pt x="1282747" y="314750"/>
                    <a:pt x="1279954" y="310559"/>
                    <a:pt x="1276694" y="306834"/>
                  </a:cubicBezTo>
                  <a:lnTo>
                    <a:pt x="1300906" y="288676"/>
                  </a:lnTo>
                  <a:cubicBezTo>
                    <a:pt x="1304165" y="292866"/>
                    <a:pt x="1306959" y="296591"/>
                    <a:pt x="1309752" y="300781"/>
                  </a:cubicBezTo>
                  <a:lnTo>
                    <a:pt x="1285541" y="318474"/>
                  </a:lnTo>
                  <a:close/>
                  <a:moveTo>
                    <a:pt x="169947" y="304972"/>
                  </a:moveTo>
                  <a:lnTo>
                    <a:pt x="146201" y="286813"/>
                  </a:lnTo>
                  <a:cubicBezTo>
                    <a:pt x="149460" y="282623"/>
                    <a:pt x="152253" y="278898"/>
                    <a:pt x="155513" y="274708"/>
                  </a:cubicBezTo>
                  <a:lnTo>
                    <a:pt x="179259" y="293332"/>
                  </a:lnTo>
                  <a:cubicBezTo>
                    <a:pt x="176000" y="297057"/>
                    <a:pt x="172740" y="300781"/>
                    <a:pt x="169947" y="304972"/>
                  </a:cubicBezTo>
                  <a:close/>
                  <a:moveTo>
                    <a:pt x="1267848" y="295194"/>
                  </a:moveTo>
                  <a:cubicBezTo>
                    <a:pt x="1265054" y="291469"/>
                    <a:pt x="1261795" y="287745"/>
                    <a:pt x="1258536" y="284020"/>
                  </a:cubicBezTo>
                  <a:lnTo>
                    <a:pt x="1281816" y="264930"/>
                  </a:lnTo>
                  <a:cubicBezTo>
                    <a:pt x="1285075" y="268655"/>
                    <a:pt x="1288335" y="272845"/>
                    <a:pt x="1291128" y="276570"/>
                  </a:cubicBezTo>
                  <a:lnTo>
                    <a:pt x="1267848" y="295194"/>
                  </a:lnTo>
                  <a:close/>
                  <a:moveTo>
                    <a:pt x="188105" y="282157"/>
                  </a:moveTo>
                  <a:lnTo>
                    <a:pt x="164825" y="263067"/>
                  </a:lnTo>
                  <a:cubicBezTo>
                    <a:pt x="168084" y="259343"/>
                    <a:pt x="171343" y="255152"/>
                    <a:pt x="174603" y="251427"/>
                  </a:cubicBezTo>
                  <a:lnTo>
                    <a:pt x="197417" y="270983"/>
                  </a:lnTo>
                  <a:cubicBezTo>
                    <a:pt x="194158" y="274708"/>
                    <a:pt x="190899" y="278432"/>
                    <a:pt x="188105" y="282157"/>
                  </a:cubicBezTo>
                  <a:close/>
                  <a:moveTo>
                    <a:pt x="1249689" y="272845"/>
                  </a:moveTo>
                  <a:cubicBezTo>
                    <a:pt x="1246430" y="269120"/>
                    <a:pt x="1243171" y="265395"/>
                    <a:pt x="1239911" y="261670"/>
                  </a:cubicBezTo>
                  <a:lnTo>
                    <a:pt x="1262260" y="241649"/>
                  </a:lnTo>
                  <a:cubicBezTo>
                    <a:pt x="1265520" y="245374"/>
                    <a:pt x="1268779" y="249099"/>
                    <a:pt x="1272038" y="253290"/>
                  </a:cubicBezTo>
                  <a:lnTo>
                    <a:pt x="1249689" y="272845"/>
                  </a:lnTo>
                  <a:close/>
                  <a:moveTo>
                    <a:pt x="207195" y="259808"/>
                  </a:moveTo>
                  <a:lnTo>
                    <a:pt x="184846" y="239787"/>
                  </a:lnTo>
                  <a:cubicBezTo>
                    <a:pt x="188105" y="236062"/>
                    <a:pt x="191830" y="232337"/>
                    <a:pt x="195089" y="228613"/>
                  </a:cubicBezTo>
                  <a:lnTo>
                    <a:pt x="216973" y="249099"/>
                  </a:lnTo>
                  <a:cubicBezTo>
                    <a:pt x="213714" y="252824"/>
                    <a:pt x="210454" y="256083"/>
                    <a:pt x="207195" y="259808"/>
                  </a:cubicBezTo>
                  <a:close/>
                  <a:moveTo>
                    <a:pt x="1230134" y="250962"/>
                  </a:moveTo>
                  <a:cubicBezTo>
                    <a:pt x="1226874" y="247237"/>
                    <a:pt x="1223615" y="243978"/>
                    <a:pt x="1219890" y="240253"/>
                  </a:cubicBezTo>
                  <a:lnTo>
                    <a:pt x="1241308" y="219300"/>
                  </a:lnTo>
                  <a:cubicBezTo>
                    <a:pt x="1245033" y="223025"/>
                    <a:pt x="1248292" y="226750"/>
                    <a:pt x="1251552" y="230475"/>
                  </a:cubicBezTo>
                  <a:lnTo>
                    <a:pt x="1230134" y="250962"/>
                  </a:lnTo>
                  <a:close/>
                  <a:moveTo>
                    <a:pt x="226751" y="238390"/>
                  </a:moveTo>
                  <a:lnTo>
                    <a:pt x="205333" y="217438"/>
                  </a:lnTo>
                  <a:cubicBezTo>
                    <a:pt x="209058" y="213713"/>
                    <a:pt x="212317" y="210454"/>
                    <a:pt x="216042" y="206729"/>
                  </a:cubicBezTo>
                  <a:lnTo>
                    <a:pt x="236994" y="228147"/>
                  </a:lnTo>
                  <a:cubicBezTo>
                    <a:pt x="233735" y="231872"/>
                    <a:pt x="230475" y="235131"/>
                    <a:pt x="226751" y="238390"/>
                  </a:cubicBezTo>
                  <a:close/>
                  <a:moveTo>
                    <a:pt x="1210113" y="230009"/>
                  </a:moveTo>
                  <a:cubicBezTo>
                    <a:pt x="1206853" y="226750"/>
                    <a:pt x="1203128" y="223025"/>
                    <a:pt x="1199869" y="219766"/>
                  </a:cubicBezTo>
                  <a:lnTo>
                    <a:pt x="1220356" y="197883"/>
                  </a:lnTo>
                  <a:cubicBezTo>
                    <a:pt x="1224081" y="201142"/>
                    <a:pt x="1227806" y="204867"/>
                    <a:pt x="1231065" y="208591"/>
                  </a:cubicBezTo>
                  <a:lnTo>
                    <a:pt x="1210113" y="230009"/>
                  </a:lnTo>
                  <a:close/>
                  <a:moveTo>
                    <a:pt x="247703" y="218369"/>
                  </a:moveTo>
                  <a:lnTo>
                    <a:pt x="227216" y="196486"/>
                  </a:lnTo>
                  <a:cubicBezTo>
                    <a:pt x="230941" y="193227"/>
                    <a:pt x="234666" y="189502"/>
                    <a:pt x="238391" y="186242"/>
                  </a:cubicBezTo>
                  <a:lnTo>
                    <a:pt x="258412" y="208591"/>
                  </a:lnTo>
                  <a:cubicBezTo>
                    <a:pt x="254687" y="211385"/>
                    <a:pt x="251428" y="214644"/>
                    <a:pt x="247703" y="218369"/>
                  </a:cubicBezTo>
                  <a:close/>
                  <a:moveTo>
                    <a:pt x="1188695" y="209988"/>
                  </a:moveTo>
                  <a:cubicBezTo>
                    <a:pt x="1184970" y="206729"/>
                    <a:pt x="1181245" y="203470"/>
                    <a:pt x="1177986" y="200211"/>
                  </a:cubicBezTo>
                  <a:lnTo>
                    <a:pt x="1197541" y="177396"/>
                  </a:lnTo>
                  <a:cubicBezTo>
                    <a:pt x="1201266" y="180655"/>
                    <a:pt x="1204991" y="183914"/>
                    <a:pt x="1208716" y="187639"/>
                  </a:cubicBezTo>
                  <a:lnTo>
                    <a:pt x="1188695" y="209988"/>
                  </a:lnTo>
                  <a:close/>
                  <a:moveTo>
                    <a:pt x="269586" y="198814"/>
                  </a:moveTo>
                  <a:lnTo>
                    <a:pt x="250031" y="175999"/>
                  </a:lnTo>
                  <a:cubicBezTo>
                    <a:pt x="253756" y="172740"/>
                    <a:pt x="257946" y="169481"/>
                    <a:pt x="261671" y="166221"/>
                  </a:cubicBezTo>
                  <a:lnTo>
                    <a:pt x="280761" y="189502"/>
                  </a:lnTo>
                  <a:cubicBezTo>
                    <a:pt x="276571" y="192295"/>
                    <a:pt x="272846" y="195555"/>
                    <a:pt x="269586" y="198814"/>
                  </a:cubicBezTo>
                  <a:close/>
                  <a:moveTo>
                    <a:pt x="1166811" y="190898"/>
                  </a:moveTo>
                  <a:cubicBezTo>
                    <a:pt x="1163086" y="187639"/>
                    <a:pt x="1159361" y="184846"/>
                    <a:pt x="1155636" y="181586"/>
                  </a:cubicBezTo>
                  <a:lnTo>
                    <a:pt x="1174261" y="158306"/>
                  </a:lnTo>
                  <a:cubicBezTo>
                    <a:pt x="1177986" y="161565"/>
                    <a:pt x="1182176" y="164825"/>
                    <a:pt x="1185901" y="168084"/>
                  </a:cubicBezTo>
                  <a:lnTo>
                    <a:pt x="1166811" y="190898"/>
                  </a:lnTo>
                  <a:close/>
                  <a:moveTo>
                    <a:pt x="291936" y="180189"/>
                  </a:moveTo>
                  <a:lnTo>
                    <a:pt x="273311" y="156909"/>
                  </a:lnTo>
                  <a:cubicBezTo>
                    <a:pt x="277502" y="153650"/>
                    <a:pt x="281227" y="150856"/>
                    <a:pt x="285417" y="147597"/>
                  </a:cubicBezTo>
                  <a:lnTo>
                    <a:pt x="303576" y="171343"/>
                  </a:lnTo>
                  <a:cubicBezTo>
                    <a:pt x="299385" y="174137"/>
                    <a:pt x="295661" y="176930"/>
                    <a:pt x="291936" y="180189"/>
                  </a:cubicBezTo>
                  <a:close/>
                  <a:moveTo>
                    <a:pt x="1143996" y="172740"/>
                  </a:moveTo>
                  <a:cubicBezTo>
                    <a:pt x="1140272" y="169946"/>
                    <a:pt x="1136081" y="166687"/>
                    <a:pt x="1132356" y="163893"/>
                  </a:cubicBezTo>
                  <a:lnTo>
                    <a:pt x="1150049" y="139682"/>
                  </a:lnTo>
                  <a:cubicBezTo>
                    <a:pt x="1154240" y="142475"/>
                    <a:pt x="1157965" y="145735"/>
                    <a:pt x="1162155" y="148994"/>
                  </a:cubicBezTo>
                  <a:lnTo>
                    <a:pt x="1143996" y="172740"/>
                  </a:lnTo>
                  <a:close/>
                  <a:moveTo>
                    <a:pt x="314750" y="162497"/>
                  </a:moveTo>
                  <a:lnTo>
                    <a:pt x="297057" y="138285"/>
                  </a:lnTo>
                  <a:cubicBezTo>
                    <a:pt x="301248" y="135491"/>
                    <a:pt x="305438" y="132232"/>
                    <a:pt x="309629" y="129438"/>
                  </a:cubicBezTo>
                  <a:lnTo>
                    <a:pt x="326856" y="154116"/>
                  </a:lnTo>
                  <a:cubicBezTo>
                    <a:pt x="322666" y="156909"/>
                    <a:pt x="318941" y="159703"/>
                    <a:pt x="314750" y="162497"/>
                  </a:cubicBezTo>
                  <a:close/>
                  <a:moveTo>
                    <a:pt x="1120716" y="155512"/>
                  </a:moveTo>
                  <a:cubicBezTo>
                    <a:pt x="1116525" y="152719"/>
                    <a:pt x="1112801" y="149925"/>
                    <a:pt x="1108610" y="147131"/>
                  </a:cubicBezTo>
                  <a:lnTo>
                    <a:pt x="1125372" y="122454"/>
                  </a:lnTo>
                  <a:cubicBezTo>
                    <a:pt x="1129563" y="125248"/>
                    <a:pt x="1133753" y="128042"/>
                    <a:pt x="1137944" y="131301"/>
                  </a:cubicBezTo>
                  <a:lnTo>
                    <a:pt x="1120716" y="155512"/>
                  </a:lnTo>
                  <a:close/>
                  <a:moveTo>
                    <a:pt x="338962" y="145735"/>
                  </a:moveTo>
                  <a:lnTo>
                    <a:pt x="322200" y="120592"/>
                  </a:lnTo>
                  <a:cubicBezTo>
                    <a:pt x="326391" y="117798"/>
                    <a:pt x="330581" y="115005"/>
                    <a:pt x="334772" y="112211"/>
                  </a:cubicBezTo>
                  <a:lnTo>
                    <a:pt x="351068" y="137354"/>
                  </a:lnTo>
                  <a:cubicBezTo>
                    <a:pt x="346877" y="140147"/>
                    <a:pt x="342687" y="142941"/>
                    <a:pt x="338962" y="145735"/>
                  </a:cubicBezTo>
                  <a:close/>
                  <a:moveTo>
                    <a:pt x="1096504" y="139216"/>
                  </a:moveTo>
                  <a:cubicBezTo>
                    <a:pt x="1092314" y="136423"/>
                    <a:pt x="1088124" y="134095"/>
                    <a:pt x="1083933" y="131301"/>
                  </a:cubicBezTo>
                  <a:lnTo>
                    <a:pt x="1099764" y="105693"/>
                  </a:lnTo>
                  <a:cubicBezTo>
                    <a:pt x="1103954" y="108486"/>
                    <a:pt x="1108610" y="110814"/>
                    <a:pt x="1112801" y="113608"/>
                  </a:cubicBezTo>
                  <a:lnTo>
                    <a:pt x="1096504" y="139216"/>
                  </a:lnTo>
                  <a:close/>
                  <a:moveTo>
                    <a:pt x="363173" y="129904"/>
                  </a:moveTo>
                  <a:lnTo>
                    <a:pt x="347808" y="104296"/>
                  </a:lnTo>
                  <a:cubicBezTo>
                    <a:pt x="351999" y="101502"/>
                    <a:pt x="356655" y="99174"/>
                    <a:pt x="360845" y="96380"/>
                  </a:cubicBezTo>
                  <a:lnTo>
                    <a:pt x="375745" y="122454"/>
                  </a:lnTo>
                  <a:cubicBezTo>
                    <a:pt x="371554" y="125248"/>
                    <a:pt x="367364" y="127576"/>
                    <a:pt x="363173" y="129904"/>
                  </a:cubicBezTo>
                  <a:close/>
                  <a:moveTo>
                    <a:pt x="1071362" y="123851"/>
                  </a:moveTo>
                  <a:cubicBezTo>
                    <a:pt x="1067171" y="121523"/>
                    <a:pt x="1062981" y="119195"/>
                    <a:pt x="1058790" y="116401"/>
                  </a:cubicBezTo>
                  <a:lnTo>
                    <a:pt x="1073224" y="90327"/>
                  </a:lnTo>
                  <a:cubicBezTo>
                    <a:pt x="1077880" y="92656"/>
                    <a:pt x="1082071" y="95449"/>
                    <a:pt x="1086261" y="97777"/>
                  </a:cubicBezTo>
                  <a:lnTo>
                    <a:pt x="1071362" y="123851"/>
                  </a:lnTo>
                  <a:close/>
                  <a:moveTo>
                    <a:pt x="388316" y="115470"/>
                  </a:moveTo>
                  <a:lnTo>
                    <a:pt x="373883" y="89396"/>
                  </a:lnTo>
                  <a:cubicBezTo>
                    <a:pt x="378073" y="87068"/>
                    <a:pt x="382729" y="84740"/>
                    <a:pt x="387385" y="82412"/>
                  </a:cubicBezTo>
                  <a:lnTo>
                    <a:pt x="401353" y="108952"/>
                  </a:lnTo>
                  <a:cubicBezTo>
                    <a:pt x="397163" y="110814"/>
                    <a:pt x="392507" y="113142"/>
                    <a:pt x="388316" y="115470"/>
                  </a:cubicBezTo>
                  <a:close/>
                  <a:moveTo>
                    <a:pt x="1045753" y="109417"/>
                  </a:moveTo>
                  <a:cubicBezTo>
                    <a:pt x="1041563" y="107089"/>
                    <a:pt x="1036907" y="104761"/>
                    <a:pt x="1032716" y="102899"/>
                  </a:cubicBezTo>
                  <a:lnTo>
                    <a:pt x="1046219" y="75894"/>
                  </a:lnTo>
                  <a:cubicBezTo>
                    <a:pt x="1050875" y="78222"/>
                    <a:pt x="1055065" y="80550"/>
                    <a:pt x="1059722" y="82878"/>
                  </a:cubicBezTo>
                  <a:lnTo>
                    <a:pt x="1045753" y="109417"/>
                  </a:lnTo>
                  <a:close/>
                  <a:moveTo>
                    <a:pt x="414390" y="101968"/>
                  </a:moveTo>
                  <a:lnTo>
                    <a:pt x="400888" y="74963"/>
                  </a:lnTo>
                  <a:cubicBezTo>
                    <a:pt x="405544" y="72635"/>
                    <a:pt x="409734" y="70307"/>
                    <a:pt x="414390" y="68444"/>
                  </a:cubicBezTo>
                  <a:lnTo>
                    <a:pt x="427427" y="95449"/>
                  </a:lnTo>
                  <a:cubicBezTo>
                    <a:pt x="422771" y="97777"/>
                    <a:pt x="418581" y="99640"/>
                    <a:pt x="414390" y="101968"/>
                  </a:cubicBezTo>
                  <a:close/>
                  <a:moveTo>
                    <a:pt x="1019679" y="96380"/>
                  </a:moveTo>
                  <a:cubicBezTo>
                    <a:pt x="1015489" y="94518"/>
                    <a:pt x="1010833" y="92190"/>
                    <a:pt x="1006642" y="90327"/>
                  </a:cubicBezTo>
                  <a:lnTo>
                    <a:pt x="1018748" y="62857"/>
                  </a:lnTo>
                  <a:cubicBezTo>
                    <a:pt x="1023404" y="64719"/>
                    <a:pt x="1028060" y="67047"/>
                    <a:pt x="1032716" y="69375"/>
                  </a:cubicBezTo>
                  <a:lnTo>
                    <a:pt x="1019679" y="96380"/>
                  </a:lnTo>
                  <a:close/>
                  <a:moveTo>
                    <a:pt x="440464" y="89396"/>
                  </a:moveTo>
                  <a:lnTo>
                    <a:pt x="428358" y="61926"/>
                  </a:lnTo>
                  <a:cubicBezTo>
                    <a:pt x="433014" y="60063"/>
                    <a:pt x="437671" y="57735"/>
                    <a:pt x="442327" y="55873"/>
                  </a:cubicBezTo>
                  <a:lnTo>
                    <a:pt x="453967" y="83344"/>
                  </a:lnTo>
                  <a:cubicBezTo>
                    <a:pt x="449311" y="85672"/>
                    <a:pt x="445120" y="87534"/>
                    <a:pt x="440464" y="89396"/>
                  </a:cubicBezTo>
                  <a:close/>
                  <a:moveTo>
                    <a:pt x="993140" y="84275"/>
                  </a:moveTo>
                  <a:cubicBezTo>
                    <a:pt x="988484" y="82412"/>
                    <a:pt x="984293" y="80550"/>
                    <a:pt x="979637" y="78687"/>
                  </a:cubicBezTo>
                  <a:lnTo>
                    <a:pt x="990812" y="50751"/>
                  </a:lnTo>
                  <a:cubicBezTo>
                    <a:pt x="995468" y="52614"/>
                    <a:pt x="1000124" y="54476"/>
                    <a:pt x="1004780" y="56804"/>
                  </a:cubicBezTo>
                  <a:lnTo>
                    <a:pt x="993140" y="84275"/>
                  </a:lnTo>
                  <a:close/>
                  <a:moveTo>
                    <a:pt x="467469" y="78222"/>
                  </a:moveTo>
                  <a:lnTo>
                    <a:pt x="456295" y="50286"/>
                  </a:lnTo>
                  <a:cubicBezTo>
                    <a:pt x="460951" y="48423"/>
                    <a:pt x="465607" y="46561"/>
                    <a:pt x="470263" y="44698"/>
                  </a:cubicBezTo>
                  <a:lnTo>
                    <a:pt x="480506" y="72635"/>
                  </a:lnTo>
                  <a:cubicBezTo>
                    <a:pt x="476316" y="74963"/>
                    <a:pt x="471660" y="76359"/>
                    <a:pt x="467469" y="78222"/>
                  </a:cubicBezTo>
                  <a:close/>
                  <a:moveTo>
                    <a:pt x="966134" y="73566"/>
                  </a:moveTo>
                  <a:cubicBezTo>
                    <a:pt x="961478" y="71703"/>
                    <a:pt x="956822" y="70307"/>
                    <a:pt x="952166" y="68444"/>
                  </a:cubicBezTo>
                  <a:lnTo>
                    <a:pt x="961944" y="40042"/>
                  </a:lnTo>
                  <a:cubicBezTo>
                    <a:pt x="966600" y="41905"/>
                    <a:pt x="971722" y="43301"/>
                    <a:pt x="976378" y="45164"/>
                  </a:cubicBezTo>
                  <a:lnTo>
                    <a:pt x="966134" y="73566"/>
                  </a:lnTo>
                  <a:close/>
                  <a:moveTo>
                    <a:pt x="494475" y="67978"/>
                  </a:moveTo>
                  <a:lnTo>
                    <a:pt x="484697" y="39576"/>
                  </a:lnTo>
                  <a:cubicBezTo>
                    <a:pt x="489353" y="37714"/>
                    <a:pt x="494475" y="36317"/>
                    <a:pt x="499131" y="34920"/>
                  </a:cubicBezTo>
                  <a:lnTo>
                    <a:pt x="508443" y="63322"/>
                  </a:lnTo>
                  <a:cubicBezTo>
                    <a:pt x="503787" y="65185"/>
                    <a:pt x="499131" y="66582"/>
                    <a:pt x="494475" y="67978"/>
                  </a:cubicBezTo>
                  <a:close/>
                  <a:moveTo>
                    <a:pt x="938664" y="63788"/>
                  </a:moveTo>
                  <a:cubicBezTo>
                    <a:pt x="934008" y="62391"/>
                    <a:pt x="929351" y="60994"/>
                    <a:pt x="924695" y="59598"/>
                  </a:cubicBezTo>
                  <a:lnTo>
                    <a:pt x="933076" y="30730"/>
                  </a:lnTo>
                  <a:cubicBezTo>
                    <a:pt x="937732" y="32127"/>
                    <a:pt x="942854" y="33524"/>
                    <a:pt x="947510" y="35386"/>
                  </a:cubicBezTo>
                  <a:lnTo>
                    <a:pt x="938664" y="63788"/>
                  </a:lnTo>
                  <a:close/>
                  <a:moveTo>
                    <a:pt x="522411" y="59132"/>
                  </a:moveTo>
                  <a:lnTo>
                    <a:pt x="513565" y="30264"/>
                  </a:lnTo>
                  <a:cubicBezTo>
                    <a:pt x="518221" y="28868"/>
                    <a:pt x="523342" y="27471"/>
                    <a:pt x="527998" y="26074"/>
                  </a:cubicBezTo>
                  <a:lnTo>
                    <a:pt x="535914" y="54942"/>
                  </a:lnTo>
                  <a:cubicBezTo>
                    <a:pt x="531723" y="56338"/>
                    <a:pt x="527067" y="57735"/>
                    <a:pt x="522411" y="59132"/>
                  </a:cubicBezTo>
                  <a:close/>
                  <a:moveTo>
                    <a:pt x="910727" y="55407"/>
                  </a:moveTo>
                  <a:cubicBezTo>
                    <a:pt x="906071" y="54010"/>
                    <a:pt x="901415" y="52614"/>
                    <a:pt x="896759" y="51682"/>
                  </a:cubicBezTo>
                  <a:lnTo>
                    <a:pt x="904209" y="22815"/>
                  </a:lnTo>
                  <a:cubicBezTo>
                    <a:pt x="909330" y="24212"/>
                    <a:pt x="913986" y="25608"/>
                    <a:pt x="919108" y="26540"/>
                  </a:cubicBezTo>
                  <a:lnTo>
                    <a:pt x="910727" y="55407"/>
                  </a:lnTo>
                  <a:close/>
                  <a:moveTo>
                    <a:pt x="550347" y="51217"/>
                  </a:moveTo>
                  <a:lnTo>
                    <a:pt x="542898" y="22349"/>
                  </a:lnTo>
                  <a:cubicBezTo>
                    <a:pt x="548019" y="20952"/>
                    <a:pt x="552676" y="20021"/>
                    <a:pt x="557797" y="18624"/>
                  </a:cubicBezTo>
                  <a:lnTo>
                    <a:pt x="564781" y="47957"/>
                  </a:lnTo>
                  <a:cubicBezTo>
                    <a:pt x="559660" y="48889"/>
                    <a:pt x="555004" y="50286"/>
                    <a:pt x="550347" y="51217"/>
                  </a:cubicBezTo>
                  <a:close/>
                  <a:moveTo>
                    <a:pt x="882325" y="47957"/>
                  </a:moveTo>
                  <a:cubicBezTo>
                    <a:pt x="877669" y="47026"/>
                    <a:pt x="873013" y="45629"/>
                    <a:pt x="867891" y="44698"/>
                  </a:cubicBezTo>
                  <a:lnTo>
                    <a:pt x="873944" y="15365"/>
                  </a:lnTo>
                  <a:cubicBezTo>
                    <a:pt x="879066" y="16296"/>
                    <a:pt x="883722" y="17693"/>
                    <a:pt x="888844" y="18624"/>
                  </a:cubicBezTo>
                  <a:lnTo>
                    <a:pt x="882325" y="47957"/>
                  </a:lnTo>
                  <a:close/>
                  <a:moveTo>
                    <a:pt x="578749" y="44698"/>
                  </a:moveTo>
                  <a:lnTo>
                    <a:pt x="572697" y="15365"/>
                  </a:lnTo>
                  <a:cubicBezTo>
                    <a:pt x="577818" y="14434"/>
                    <a:pt x="582474" y="13503"/>
                    <a:pt x="587596" y="12571"/>
                  </a:cubicBezTo>
                  <a:lnTo>
                    <a:pt x="593183" y="41905"/>
                  </a:lnTo>
                  <a:cubicBezTo>
                    <a:pt x="588062" y="42836"/>
                    <a:pt x="583406" y="43767"/>
                    <a:pt x="578749" y="44698"/>
                  </a:cubicBezTo>
                  <a:close/>
                  <a:moveTo>
                    <a:pt x="853923" y="41905"/>
                  </a:moveTo>
                  <a:cubicBezTo>
                    <a:pt x="849267" y="40973"/>
                    <a:pt x="844611" y="40042"/>
                    <a:pt x="839489" y="39111"/>
                  </a:cubicBezTo>
                  <a:lnTo>
                    <a:pt x="844611" y="9778"/>
                  </a:lnTo>
                  <a:cubicBezTo>
                    <a:pt x="849733" y="10709"/>
                    <a:pt x="854389" y="11640"/>
                    <a:pt x="859510" y="12571"/>
                  </a:cubicBezTo>
                  <a:lnTo>
                    <a:pt x="853923" y="41905"/>
                  </a:lnTo>
                  <a:close/>
                  <a:moveTo>
                    <a:pt x="607152" y="39111"/>
                  </a:moveTo>
                  <a:lnTo>
                    <a:pt x="602030" y="9312"/>
                  </a:lnTo>
                  <a:cubicBezTo>
                    <a:pt x="607152" y="8381"/>
                    <a:pt x="611808" y="7915"/>
                    <a:pt x="616929" y="6984"/>
                  </a:cubicBezTo>
                  <a:lnTo>
                    <a:pt x="621120" y="36783"/>
                  </a:lnTo>
                  <a:cubicBezTo>
                    <a:pt x="616929" y="37714"/>
                    <a:pt x="612273" y="38180"/>
                    <a:pt x="607152" y="39111"/>
                  </a:cubicBezTo>
                  <a:close/>
                  <a:moveTo>
                    <a:pt x="825056" y="37248"/>
                  </a:moveTo>
                  <a:cubicBezTo>
                    <a:pt x="820400" y="36317"/>
                    <a:pt x="815278" y="35852"/>
                    <a:pt x="810622" y="35386"/>
                  </a:cubicBezTo>
                  <a:lnTo>
                    <a:pt x="814347" y="5587"/>
                  </a:lnTo>
                  <a:cubicBezTo>
                    <a:pt x="819468" y="6053"/>
                    <a:pt x="824590" y="6984"/>
                    <a:pt x="829246" y="7450"/>
                  </a:cubicBezTo>
                  <a:lnTo>
                    <a:pt x="825056" y="37248"/>
                  </a:lnTo>
                  <a:close/>
                  <a:moveTo>
                    <a:pt x="636019" y="34920"/>
                  </a:moveTo>
                  <a:lnTo>
                    <a:pt x="632294" y="5122"/>
                  </a:lnTo>
                  <a:cubicBezTo>
                    <a:pt x="637416" y="4656"/>
                    <a:pt x="642538" y="3725"/>
                    <a:pt x="647194" y="3259"/>
                  </a:cubicBezTo>
                  <a:lnTo>
                    <a:pt x="650453" y="33058"/>
                  </a:lnTo>
                  <a:cubicBezTo>
                    <a:pt x="645797" y="33989"/>
                    <a:pt x="641141" y="34455"/>
                    <a:pt x="636019" y="34920"/>
                  </a:cubicBezTo>
                  <a:close/>
                  <a:moveTo>
                    <a:pt x="796188" y="33524"/>
                  </a:moveTo>
                  <a:cubicBezTo>
                    <a:pt x="791532" y="33058"/>
                    <a:pt x="786410" y="32592"/>
                    <a:pt x="781754" y="32127"/>
                  </a:cubicBezTo>
                  <a:lnTo>
                    <a:pt x="784082" y="2328"/>
                  </a:lnTo>
                  <a:cubicBezTo>
                    <a:pt x="789204" y="2794"/>
                    <a:pt x="794326" y="3259"/>
                    <a:pt x="799447" y="3725"/>
                  </a:cubicBezTo>
                  <a:lnTo>
                    <a:pt x="796188" y="33524"/>
                  </a:lnTo>
                  <a:close/>
                  <a:moveTo>
                    <a:pt x="665352" y="32127"/>
                  </a:moveTo>
                  <a:lnTo>
                    <a:pt x="663024" y="2328"/>
                  </a:lnTo>
                  <a:cubicBezTo>
                    <a:pt x="668146" y="1862"/>
                    <a:pt x="673268" y="1397"/>
                    <a:pt x="678389" y="1397"/>
                  </a:cubicBezTo>
                  <a:lnTo>
                    <a:pt x="680252" y="31196"/>
                  </a:lnTo>
                  <a:cubicBezTo>
                    <a:pt x="674665" y="31196"/>
                    <a:pt x="670008" y="31661"/>
                    <a:pt x="665352" y="32127"/>
                  </a:cubicBezTo>
                  <a:close/>
                  <a:moveTo>
                    <a:pt x="767320" y="31196"/>
                  </a:moveTo>
                  <a:cubicBezTo>
                    <a:pt x="762664" y="30730"/>
                    <a:pt x="757543" y="30730"/>
                    <a:pt x="752887" y="30264"/>
                  </a:cubicBezTo>
                  <a:lnTo>
                    <a:pt x="754283" y="466"/>
                  </a:lnTo>
                  <a:cubicBezTo>
                    <a:pt x="759405" y="466"/>
                    <a:pt x="764527" y="931"/>
                    <a:pt x="769648" y="1397"/>
                  </a:cubicBezTo>
                  <a:lnTo>
                    <a:pt x="767320" y="31196"/>
                  </a:lnTo>
                  <a:close/>
                  <a:moveTo>
                    <a:pt x="694220" y="30264"/>
                  </a:moveTo>
                  <a:lnTo>
                    <a:pt x="692823" y="466"/>
                  </a:lnTo>
                  <a:cubicBezTo>
                    <a:pt x="697945" y="466"/>
                    <a:pt x="703067" y="0"/>
                    <a:pt x="708188" y="0"/>
                  </a:cubicBezTo>
                  <a:lnTo>
                    <a:pt x="708654" y="29799"/>
                  </a:lnTo>
                  <a:cubicBezTo>
                    <a:pt x="703998" y="29799"/>
                    <a:pt x="699342" y="30264"/>
                    <a:pt x="694220" y="30264"/>
                  </a:cubicBezTo>
                  <a:close/>
                  <a:moveTo>
                    <a:pt x="737987" y="29799"/>
                  </a:moveTo>
                  <a:cubicBezTo>
                    <a:pt x="733331" y="29799"/>
                    <a:pt x="728209" y="29799"/>
                    <a:pt x="723553" y="29799"/>
                  </a:cubicBezTo>
                  <a:lnTo>
                    <a:pt x="723553" y="0"/>
                  </a:lnTo>
                  <a:cubicBezTo>
                    <a:pt x="728675" y="0"/>
                    <a:pt x="733797" y="0"/>
                    <a:pt x="738918" y="0"/>
                  </a:cubicBezTo>
                  <a:lnTo>
                    <a:pt x="737987" y="29799"/>
                  </a:lnTo>
                  <a:close/>
                </a:path>
              </a:pathLst>
            </a:custGeom>
            <a:solidFill>
              <a:srgbClr val="E3E3E3">
                <a:alpha val="50000"/>
              </a:srgbClr>
            </a:solidFill>
            <a:ln w="46493" cap="flat">
              <a:noFill/>
              <a:prstDash val="solid"/>
              <a:miter/>
            </a:ln>
          </p:spPr>
          <p:txBody>
            <a:bodyPr rtlCol="0" anchor="ctr"/>
            <a:lstStyle/>
            <a:p>
              <a:endParaRPr lang="zh-CN" altLang="en-US" sz="2800" dirty="0">
                <a:latin typeface="Times New Roman" panose="02020603050405020304" pitchFamily="18" charset="0"/>
                <a:ea typeface="微软雅黑" panose="020B0503020204020204" charset="-122"/>
                <a:sym typeface="Times New Roman" panose="02020603050405020304" pitchFamily="18" charset="0"/>
              </a:endParaRPr>
            </a:p>
          </p:txBody>
        </p:sp>
        <p:sp>
          <p:nvSpPr>
            <p:cNvPr id="19" name="PA-同心圆 120"/>
            <p:cNvSpPr/>
            <p:nvPr>
              <p:custDataLst>
                <p:tags r:id="rId7"/>
              </p:custDataLst>
            </p:nvPr>
          </p:nvSpPr>
          <p:spPr>
            <a:xfrm>
              <a:off x="4605170" y="2123689"/>
              <a:ext cx="2981658" cy="2981653"/>
            </a:xfrm>
            <a:prstGeom prst="donut">
              <a:avLst>
                <a:gd name="adj" fmla="val 5070"/>
              </a:avLst>
            </a:prstGeom>
            <a:solidFill>
              <a:sysClr val="window" lastClr="FFFFFF"/>
            </a:solidFill>
            <a:ln>
              <a:noFill/>
            </a:ln>
            <a:effectLst>
              <a:outerShdw blurRad="254000" algn="tl" rotWithShape="0">
                <a:srgbClr val="53D2FF">
                  <a:alpha val="80000"/>
                </a:srgbClr>
              </a:outerShdw>
            </a:effectLst>
          </p:spPr>
          <p:txBody>
            <a:bodyPr/>
            <a:lstStyle/>
            <a:p>
              <a:pPr algn="ctr"/>
              <a:endParaRPr lang="zh-CN" altLang="en-US" sz="2000" dirty="0">
                <a:latin typeface="Times New Roman" panose="02020603050405020304" pitchFamily="18" charset="0"/>
                <a:ea typeface="微软雅黑" panose="020B0503020204020204" charset="-122"/>
                <a:cs typeface="思源黑体 CN Light" charset="0"/>
                <a:sym typeface="Times New Roman" panose="02020603050405020304" pitchFamily="18" charset="0"/>
              </a:endParaRPr>
            </a:p>
          </p:txBody>
        </p:sp>
      </p:grpSp>
      <p:sp>
        <p:nvSpPr>
          <p:cNvPr id="21" name="文本框 20"/>
          <p:cNvSpPr txBox="1"/>
          <p:nvPr/>
        </p:nvSpPr>
        <p:spPr>
          <a:xfrm>
            <a:off x="1662935" y="2203511"/>
            <a:ext cx="5218569"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600" b="0" i="0" u="none" strike="noStrike" kern="1200" cap="none" spc="0" normalizeH="0" baseline="0" dirty="0">
                <a:ln>
                  <a:noFill/>
                </a:ln>
                <a:gradFill>
                  <a:gsLst>
                    <a:gs pos="0">
                      <a:srgbClr val="80FFFF"/>
                    </a:gs>
                    <a:gs pos="100000">
                      <a:srgbClr val="FFFFFF"/>
                    </a:gs>
                  </a:gsLst>
                  <a:lin ang="16200000" scaled="0"/>
                </a:gradFill>
                <a:effectLst>
                  <a:glow rad="101600">
                    <a:srgbClr val="F2F7FA">
                      <a:alpha val="10000"/>
                    </a:srgbClr>
                  </a:glow>
                </a:effectLst>
                <a:latin typeface="+mj-ea"/>
                <a:ea typeface="+mj-ea"/>
                <a:cs typeface="优设标题黑" panose="00000500000000000000" charset="-122"/>
                <a:sym typeface="Times New Roman" panose="02020603050405020304" pitchFamily="18" charset="0"/>
              </a:rPr>
              <a:t>谢谢！</a:t>
            </a:r>
          </a:p>
        </p:txBody>
      </p:sp>
      <p:grpSp>
        <p:nvGrpSpPr>
          <p:cNvPr id="26" name="组合 25"/>
          <p:cNvGrpSpPr/>
          <p:nvPr/>
        </p:nvGrpSpPr>
        <p:grpSpPr>
          <a:xfrm>
            <a:off x="-502678" y="3727208"/>
            <a:ext cx="7826142" cy="709972"/>
            <a:chOff x="-502678" y="4039780"/>
            <a:chExt cx="7826142" cy="709972"/>
          </a:xfrm>
        </p:grpSpPr>
        <p:sp>
          <p:nvSpPr>
            <p:cNvPr id="11" name="平行四边形 10"/>
            <p:cNvSpPr/>
            <p:nvPr/>
          </p:nvSpPr>
          <p:spPr>
            <a:xfrm>
              <a:off x="-124315" y="4118873"/>
              <a:ext cx="6133510" cy="434305"/>
            </a:xfrm>
            <a:prstGeom prst="parallelogram">
              <a:avLst>
                <a:gd name="adj" fmla="val 39036"/>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sp>
          <p:nvSpPr>
            <p:cNvPr id="12" name="平行四边形 11"/>
            <p:cNvSpPr/>
            <p:nvPr/>
          </p:nvSpPr>
          <p:spPr>
            <a:xfrm>
              <a:off x="-371780" y="4619438"/>
              <a:ext cx="6097652" cy="54913"/>
            </a:xfrm>
            <a:prstGeom prst="parallelogram">
              <a:avLst/>
            </a:prstGeom>
            <a:gradFill flip="none" rotWithShape="1">
              <a:gsLst>
                <a:gs pos="100000">
                  <a:srgbClr val="42DDF9">
                    <a:alpha val="55000"/>
                  </a:srgbClr>
                </a:gs>
                <a:gs pos="0">
                  <a:srgbClr val="42DDF9">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pitchFamily="18" charset="0"/>
                <a:ea typeface="微软雅黑" panose="020B0503020204020204" charset="-122"/>
                <a:cs typeface="微软雅黑" panose="020B0503020204020204" charset="-122"/>
                <a:sym typeface="Times New Roman" panose="02020603050405020304" pitchFamily="18" charset="0"/>
              </a:endParaRPr>
            </a:p>
          </p:txBody>
        </p:sp>
        <p:pic>
          <p:nvPicPr>
            <p:cNvPr id="9" name="图片 8"/>
            <p:cNvPicPr>
              <a:picLocks noChangeAspect="1"/>
            </p:cNvPicPr>
            <p:nvPr/>
          </p:nvPicPr>
          <p:blipFill>
            <a:blip r:embed="rId10"/>
            <a:stretch>
              <a:fillRect/>
            </a:stretch>
          </p:blipFill>
          <p:spPr>
            <a:xfrm>
              <a:off x="-502678" y="4039780"/>
              <a:ext cx="5544771" cy="150801"/>
            </a:xfrm>
            <a:prstGeom prst="rect">
              <a:avLst/>
            </a:prstGeom>
          </p:spPr>
        </p:pic>
        <p:pic>
          <p:nvPicPr>
            <p:cNvPr id="10" name="图片 9"/>
            <p:cNvPicPr>
              <a:picLocks noChangeAspect="1"/>
            </p:cNvPicPr>
            <p:nvPr/>
          </p:nvPicPr>
          <p:blipFill>
            <a:blip r:embed="rId10"/>
            <a:stretch>
              <a:fillRect/>
            </a:stretch>
          </p:blipFill>
          <p:spPr>
            <a:xfrm>
              <a:off x="1778693" y="4598950"/>
              <a:ext cx="5544771" cy="150802"/>
            </a:xfrm>
            <a:prstGeom prst="rect">
              <a:avLst/>
            </a:prstGeom>
          </p:spPr>
        </p:pic>
      </p:grpSp>
      <p:sp>
        <p:nvSpPr>
          <p:cNvPr id="20" name="文本框 19"/>
          <p:cNvSpPr txBox="1"/>
          <p:nvPr/>
        </p:nvSpPr>
        <p:spPr>
          <a:xfrm>
            <a:off x="7501475" y="2767280"/>
            <a:ext cx="3371329"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8000" dirty="0">
                <a:gradFill>
                  <a:gsLst>
                    <a:gs pos="0">
                      <a:srgbClr val="80FFFF"/>
                    </a:gs>
                    <a:gs pos="100000">
                      <a:srgbClr val="FFFFFF"/>
                    </a:gs>
                  </a:gsLst>
                  <a:lin ang="16200000" scaled="0"/>
                </a:gradFill>
                <a:effectLst>
                  <a:glow rad="101600">
                    <a:srgbClr val="F2F7FA">
                      <a:alpha val="10000"/>
                    </a:srgbClr>
                  </a:glow>
                </a:effectLst>
                <a:latin typeface="方正粗黑宋简体" panose="02000000000000000000" pitchFamily="2" charset="-122"/>
                <a:ea typeface="方正粗黑宋简体" panose="02000000000000000000" pitchFamily="2" charset="-122"/>
                <a:cs typeface="优设标题黑" panose="00000500000000000000" charset="-122"/>
                <a:sym typeface="Times New Roman" panose="02020603050405020304" pitchFamily="18" charset="0"/>
              </a:rPr>
              <a:t>第一章</a:t>
            </a:r>
            <a:endParaRPr kumimoji="0" lang="zh-CN" altLang="en-US" sz="8000" b="0" i="0" u="none" strike="noStrike" kern="1200" cap="none" spc="0" normalizeH="0" baseline="0" dirty="0">
              <a:ln>
                <a:noFill/>
              </a:ln>
              <a:gradFill>
                <a:gsLst>
                  <a:gs pos="0">
                    <a:srgbClr val="80FFFF"/>
                  </a:gs>
                  <a:gs pos="100000">
                    <a:srgbClr val="FFFFFF"/>
                  </a:gs>
                </a:gsLst>
                <a:lin ang="16200000" scaled="0"/>
              </a:gradFill>
              <a:effectLst>
                <a:glow rad="101600">
                  <a:srgbClr val="F2F7FA">
                    <a:alpha val="10000"/>
                  </a:srgbClr>
                </a:glow>
              </a:effectLst>
              <a:latin typeface="方正粗黑宋简体" panose="02000000000000000000" pitchFamily="2" charset="-122"/>
              <a:ea typeface="方正粗黑宋简体" panose="02000000000000000000" pitchFamily="2" charset="-122"/>
              <a:cs typeface="优设标题黑" panose="00000500000000000000"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800" fill="hold">
                                          <p:stCondLst>
                                            <p:cond delay="0"/>
                                          </p:stCondLst>
                                        </p:cTn>
                                        <p:tgtEl>
                                          <p:spTgt spid="13"/>
                                        </p:tgtEl>
                                        <p:attrNameLst>
                                          <p:attrName>style.visibility</p:attrName>
                                        </p:attrNameLst>
                                      </p:cBhvr>
                                      <p:to>
                                        <p:strVal val="visible"/>
                                      </p:to>
                                    </p:set>
                                    <p:anim to="" calcmode="lin" valueType="num">
                                      <p:cBhvr>
                                        <p:cTn id="7" dur="800" fill="hold">
                                          <p:stCondLst>
                                            <p:cond delay="0"/>
                                          </p:stCondLst>
                                        </p:cTn>
                                        <p:tgtEl>
                                          <p:spTgt spid="13"/>
                                        </p:tgtEl>
                                        <p:attrNameLst>
                                          <p:attrName>ppt_h</p:attrName>
                                        </p:attrNameLst>
                                      </p:cBhvr>
                                      <p:tavLst>
                                        <p:tav tm="0" fmla="#ppt_h-#ppt_h*((1.5-1.5*$)^3-(1.5-1.5*$)^2)">
                                          <p:val>
                                            <p:fltVal val="0"/>
                                          </p:val>
                                        </p:tav>
                                        <p:tav tm="100000">
                                          <p:val>
                                            <p:fltVal val="1"/>
                                          </p:val>
                                        </p:tav>
                                      </p:tavLst>
                                    </p:anim>
                                    <p:anim to="" calcmode="lin" valueType="num">
                                      <p:cBhvr>
                                        <p:cTn id="8" dur="800" fill="hold">
                                          <p:stCondLst>
                                            <p:cond delay="0"/>
                                          </p:stCondLst>
                                        </p:cTn>
                                        <p:tgtEl>
                                          <p:spTgt spid="13"/>
                                        </p:tgtEl>
                                        <p:attrNameLst>
                                          <p:attrName>ppt_w</p:attrName>
                                        </p:attrNameLst>
                                      </p:cBhvr>
                                      <p:tavLst>
                                        <p:tav tm="0" fmla="#ppt_w-#ppt_w*((1.5-1.5*$)^3-(1.5-1.5*$)^2)">
                                          <p:val>
                                            <p:fltVal val="0"/>
                                          </p:val>
                                        </p:tav>
                                        <p:tav tm="100000">
                                          <p:val>
                                            <p:fltVal val="1"/>
                                          </p:val>
                                        </p:tav>
                                      </p:tavLst>
                                    </p:anim>
                                  </p:childTnLst>
                                </p:cTn>
                              </p:par>
                              <p:par>
                                <p:cTn id="9" presetID="8" presetClass="emph" presetSubtype="0" repeatCount="indefinite" fill="hold" grpId="1" nodeType="withEffect">
                                  <p:stCondLst>
                                    <p:cond delay="100"/>
                                  </p:stCondLst>
                                  <p:childTnLst>
                                    <p:animRot by="21600000">
                                      <p:cBhvr>
                                        <p:cTn id="10" dur="2000" fill="hold"/>
                                        <p:tgtEl>
                                          <p:spTgt spid="13"/>
                                        </p:tgtEl>
                                        <p:attrNameLst>
                                          <p:attrName>r</p:attrName>
                                        </p:attrNameLst>
                                      </p:cBhvr>
                                    </p:animRot>
                                  </p:childTnLst>
                                </p:cTn>
                              </p:par>
                              <p:par>
                                <p:cTn id="11" presetID="0" presetClass="entr" presetSubtype="0" fill="hold" grpId="0" nodeType="withEffect">
                                  <p:stCondLst>
                                    <p:cond delay="200"/>
                                  </p:stCondLst>
                                  <p:childTnLst>
                                    <p:set>
                                      <p:cBhvr>
                                        <p:cTn id="12" dur="800" fill="hold">
                                          <p:stCondLst>
                                            <p:cond delay="0"/>
                                          </p:stCondLst>
                                        </p:cTn>
                                        <p:tgtEl>
                                          <p:spTgt spid="14"/>
                                        </p:tgtEl>
                                        <p:attrNameLst>
                                          <p:attrName>style.visibility</p:attrName>
                                        </p:attrNameLst>
                                      </p:cBhvr>
                                      <p:to>
                                        <p:strVal val="visible"/>
                                      </p:to>
                                    </p:set>
                                    <p:anim to="" calcmode="lin" valueType="num">
                                      <p:cBhvr>
                                        <p:cTn id="13" dur="800" fill="hold">
                                          <p:stCondLst>
                                            <p:cond delay="0"/>
                                          </p:stCondLst>
                                        </p:cTn>
                                        <p:tgtEl>
                                          <p:spTgt spid="14"/>
                                        </p:tgtEl>
                                        <p:attrNameLst>
                                          <p:attrName>ppt_h</p:attrName>
                                        </p:attrNameLst>
                                      </p:cBhvr>
                                      <p:tavLst>
                                        <p:tav tm="0" fmla="#ppt_h-#ppt_h*((1.5-1.5*$)^3-(1.5-1.5*$)^2)">
                                          <p:val>
                                            <p:fltVal val="0"/>
                                          </p:val>
                                        </p:tav>
                                        <p:tav tm="100000">
                                          <p:val>
                                            <p:fltVal val="1"/>
                                          </p:val>
                                        </p:tav>
                                      </p:tavLst>
                                    </p:anim>
                                    <p:anim to="" calcmode="lin" valueType="num">
                                      <p:cBhvr>
                                        <p:cTn id="14" dur="800" fill="hold">
                                          <p:stCondLst>
                                            <p:cond delay="0"/>
                                          </p:stCondLst>
                                        </p:cTn>
                                        <p:tgtEl>
                                          <p:spTgt spid="14"/>
                                        </p:tgtEl>
                                        <p:attrNameLst>
                                          <p:attrName>ppt_w</p:attrName>
                                        </p:attrNameLst>
                                      </p:cBhvr>
                                      <p:tavLst>
                                        <p:tav tm="0" fmla="#ppt_w-#ppt_w*((1.5-1.5*$)^3-(1.5-1.5*$)^2)">
                                          <p:val>
                                            <p:fltVal val="0"/>
                                          </p:val>
                                        </p:tav>
                                        <p:tav tm="100000">
                                          <p:val>
                                            <p:fltVal val="1"/>
                                          </p:val>
                                        </p:tav>
                                      </p:tavLst>
                                    </p:anim>
                                  </p:childTnLst>
                                </p:cTn>
                              </p:par>
                              <p:par>
                                <p:cTn id="15" presetID="8" presetClass="emph" presetSubtype="0" repeatCount="indefinite" fill="hold" grpId="1" nodeType="withEffect">
                                  <p:stCondLst>
                                    <p:cond delay="300"/>
                                  </p:stCondLst>
                                  <p:childTnLst>
                                    <p:animRot by="-21600000">
                                      <p:cBhvr>
                                        <p:cTn id="16" dur="2000" fill="hold"/>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bldLvl="0" animBg="1"/>
      <p:bldP spid="14" grpId="0" bldLvl="0" animBg="1"/>
      <p:bldP spid="14" grpId="1"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ZlMmE1ZThmZmM0OTMwNDNhM2JhMDQzZjgxZWZlNGU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PA" val="v5.2.11"/>
  <p:tag name="KSO_WM_DIAGRAM_VIRTUALLY_FRAME" val="{&quot;height&quot;:397.9737007874016,&quot;left&quot;:43.37503937007874,&quot;top&quot;:106.1063779527559,&quot;width&quot;:942.6249606299212}"/>
</p:tagLst>
</file>

<file path=ppt/tags/tag8.xml><?xml version="1.0" encoding="utf-8"?>
<p:tagLst xmlns:a="http://schemas.openxmlformats.org/drawingml/2006/main" xmlns:r="http://schemas.openxmlformats.org/officeDocument/2006/relationships" xmlns:p="http://schemas.openxmlformats.org/presentationml/2006/main">
  <p:tag name="PA" val="v5.2.11"/>
  <p:tag name="KSO_WM_DIAGRAM_VIRTUALLY_FRAME" val="{&quot;height&quot;:397.9737007874016,&quot;left&quot;:43.37503937007874,&quot;top&quot;:106.1063779527559,&quot;width&quot;:942.6249606299212}"/>
</p:tagLst>
</file>

<file path=ppt/tags/tag9.xml><?xml version="1.0" encoding="utf-8"?>
<p:tagLst xmlns:a="http://schemas.openxmlformats.org/drawingml/2006/main" xmlns:r="http://schemas.openxmlformats.org/officeDocument/2006/relationships" xmlns:p="http://schemas.openxmlformats.org/presentationml/2006/main">
  <p:tag name="PA" val="v5.2.11"/>
  <p:tag name="RESOURCELIBID_ANIM" val="431"/>
</p:tagLst>
</file>

<file path=ppt/tags/tag10.xml><?xml version="1.0" encoding="utf-8"?>
<p:tagLst xmlns:a="http://schemas.openxmlformats.org/drawingml/2006/main" xmlns:r="http://schemas.openxmlformats.org/officeDocument/2006/relationships" xmlns:p="http://schemas.openxmlformats.org/presentationml/2006/main">
  <p:tag name="PA" val="v5.2.11"/>
</p:tagLst>
</file>

<file path=ppt/tags/tag11.xml><?xml version="1.0" encoding="utf-8"?>
<p:tagLst xmlns:a="http://schemas.openxmlformats.org/drawingml/2006/main" xmlns:r="http://schemas.openxmlformats.org/officeDocument/2006/relationships" xmlns:p="http://schemas.openxmlformats.org/presentationml/2006/main">
  <p:tag name="PA" val="v5.2.11"/>
</p:tagLst>
</file>

<file path=ppt/tags/tag12.xml><?xml version="1.0" encoding="utf-8"?>
<p:tagLst xmlns:a="http://schemas.openxmlformats.org/drawingml/2006/main" xmlns:r="http://schemas.openxmlformats.org/officeDocument/2006/relationships" xmlns:p="http://schemas.openxmlformats.org/presentationml/2006/main">
  <p:tag name="PA" val="v5.2.1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532.6317380412106,&quot;left&quot;:24.54007874015748,&quot;top&quot;:139.45094488188977,&quot;width&quot;:1017.635472277173}"/>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38.89992125984253,&quot;left&quot;:103.5,&quot;top&quot;:119.85007874015749,&quot;width&quot;:742.5}"/>
</p:tagLst>
</file>

<file path=ppt/tags/tag61.xml><?xml version="1.0" encoding="utf-8"?>
<p:tagLst xmlns:a="http://schemas.openxmlformats.org/drawingml/2006/main" xmlns:r="http://schemas.openxmlformats.org/officeDocument/2006/relationships" xmlns:p="http://schemas.openxmlformats.org/presentationml/2006/main">
  <p:tag name="MH" val="20160508145238"/>
  <p:tag name="MH_LIBRARY" val="GRAPHIC"/>
  <p:tag name="MH_TYPE" val="Other"/>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60508145238"/>
  <p:tag name="MH_LIBRARY" val="GRAPHIC"/>
  <p:tag name="MH_TYPE" val="Other"/>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60508145238"/>
  <p:tag name="MH_LIBRARY" val="GRAPHIC"/>
  <p:tag name="MH_TYPE" val="Other"/>
  <p:tag name="MH_ORDER" val="3"/>
</p:tagLst>
</file>

<file path=ppt/tags/tag64.xml><?xml version="1.0" encoding="utf-8"?>
<p:tagLst xmlns:a="http://schemas.openxmlformats.org/drawingml/2006/main" xmlns:r="http://schemas.openxmlformats.org/officeDocument/2006/relationships" xmlns:p="http://schemas.openxmlformats.org/presentationml/2006/main">
  <p:tag name="MH" val="20160508145238"/>
  <p:tag name="MH_LIBRARY" val="GRAPHIC"/>
  <p:tag name="MH_TYPE" val="Other"/>
  <p:tag name="MH_ORDER" val="4"/>
</p:tagLst>
</file>

<file path=ppt/tags/tag65.xml><?xml version="1.0" encoding="utf-8"?>
<p:tagLst xmlns:a="http://schemas.openxmlformats.org/drawingml/2006/main" xmlns:r="http://schemas.openxmlformats.org/officeDocument/2006/relationships" xmlns:p="http://schemas.openxmlformats.org/presentationml/2006/main">
  <p:tag name="MH" val="20160508145238"/>
  <p:tag name="MH_LIBRARY" val="GRAPHIC"/>
  <p:tag name="MH_TYPE" val="Other"/>
  <p:tag name="MH_ORDER" val="5"/>
</p:tagLst>
</file>

<file path=ppt/tags/tag66.xml><?xml version="1.0" encoding="utf-8"?>
<p:tagLst xmlns:a="http://schemas.openxmlformats.org/drawingml/2006/main" xmlns:r="http://schemas.openxmlformats.org/officeDocument/2006/relationships" xmlns:p="http://schemas.openxmlformats.org/presentationml/2006/main">
  <p:tag name="MH" val="20160508145238"/>
  <p:tag name="MH_LIBRARY" val="GRAPHIC"/>
  <p:tag name="MH_TYPE" val="Other"/>
  <p:tag name="MH_ORDER" val="6"/>
</p:tagLst>
</file>

<file path=ppt/tags/tag67.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2"/>
</p:tagLst>
</file>

<file path=ppt/tags/tag69.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3"/>
</p:tagLst>
</file>

<file path=ppt/tags/tag70.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4"/>
</p:tagLst>
</file>

<file path=ppt/tags/tag71.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5"/>
</p:tagLst>
</file>

<file path=ppt/tags/tag72.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6"/>
</p:tagLst>
</file>

<file path=ppt/tags/tag73.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7"/>
</p:tagLst>
</file>

<file path=ppt/tags/tag74.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8"/>
</p:tagLst>
</file>

<file path=ppt/tags/tag75.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9"/>
</p:tagLst>
</file>

<file path=ppt/tags/tag76.xml><?xml version="1.0" encoding="utf-8"?>
<p:tagLst xmlns:a="http://schemas.openxmlformats.org/drawingml/2006/main" xmlns:r="http://schemas.openxmlformats.org/officeDocument/2006/relationships" xmlns:p="http://schemas.openxmlformats.org/presentationml/2006/main">
  <p:tag name="MH" val="20160508125109"/>
  <p:tag name="MH_LIBRARY" val="GRAPHIC"/>
  <p:tag name="MH_TYPE" val="Other"/>
  <p:tag name="MH_ORDER" val="10"/>
</p:tagLst>
</file>

<file path=ppt/tags/tag77.xml><?xml version="1.0" encoding="utf-8"?>
<p:tagLst xmlns:a="http://schemas.openxmlformats.org/drawingml/2006/main" xmlns:r="http://schemas.openxmlformats.org/officeDocument/2006/relationships" xmlns:p="http://schemas.openxmlformats.org/presentationml/2006/main">
  <p:tag name="MH" val="20160508152803"/>
  <p:tag name="MH_LIBRARY" val="GRAPHIC"/>
  <p:tag name="MH_TYPE" val="SubTitle"/>
  <p:tag name="MH_ORDER" val="1"/>
  <p:tag name="KSO_WM_DIAGRAM_VIRTUALLY_FRAME" val="{&quot;height&quot;:386.0892913385827,&quot;left&quot;:88.81645669291338,&quot;top&quot;:155.837874015748,&quot;width&quot;:782.367165354330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1.xml><?xml version="1.0" encoding="utf-8"?>
<p:tagLst xmlns:a="http://schemas.openxmlformats.org/drawingml/2006/main" xmlns:r="http://schemas.openxmlformats.org/officeDocument/2006/relationships" xmlns:p="http://schemas.openxmlformats.org/presentationml/2006/main">
  <p:tag name="MH" val="20160508152803"/>
  <p:tag name="MH_LIBRARY" val="GRAPHIC"/>
  <p:tag name="MH_TYPE" val="SubTitle"/>
  <p:tag name="MH_ORDER" val="1"/>
  <p:tag name="KSO_WM_DIAGRAM_VIRTUALLY_FRAME" val="{&quot;height&quot;:386.0892913385827,&quot;left&quot;:88.81645669291338,&quot;top&quot;:155.837874015748,&quot;width&quot;:782.3671653543306}"/>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4.xml><?xml version="1.0" encoding="utf-8"?>
<p:tagLst xmlns:a="http://schemas.openxmlformats.org/drawingml/2006/main" xmlns:r="http://schemas.openxmlformats.org/officeDocument/2006/relationships" xmlns:p="http://schemas.openxmlformats.org/presentationml/2006/main">
  <p:tag name="MH" val="20160508152803"/>
  <p:tag name="MH_LIBRARY" val="GRAPHIC"/>
  <p:tag name="MH_TYPE" val="SubTitle"/>
  <p:tag name="MH_ORDER" val="1"/>
  <p:tag name="KSO_WM_DIAGRAM_VIRTUALLY_FRAME" val="{&quot;height&quot;:386.0892913385827,&quot;left&quot;:88.81645669291338,&quot;top&quot;:155.837874015748,&quot;width&quot;:782.367165354330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86.0892913385827,&quot;left&quot;:88.81645669291338,&quot;top&quot;:155.837874015748,&quot;width&quot;:782.367165354330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195,&quot;left&quot;:214.87503937007878,&quot;top&quot;:259.2,&quot;width&quot;:467.1249606299212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39.0963779527559,&quot;left&quot;:92.75,&quot;top&quot;:146.05,&quot;width&quot;:713.75}"/>
</p:tagLst>
</file>

<file path=ppt/tags/tag127.xml><?xml version="1.0" encoding="utf-8"?>
<p:tagLst xmlns:a="http://schemas.openxmlformats.org/drawingml/2006/main" xmlns:r="http://schemas.openxmlformats.org/officeDocument/2006/relationships" xmlns:p="http://schemas.openxmlformats.org/presentationml/2006/main">
  <p:tag name="MH" val="20160508150117"/>
  <p:tag name="MH_LIBRARY" val="GRAPHIC"/>
  <p:tag name="MH_TYPE" val="Other"/>
  <p:tag name="MH_ORDER" val="1"/>
</p:tagLst>
</file>

<file path=ppt/tags/tag128.xml><?xml version="1.0" encoding="utf-8"?>
<p:tagLst xmlns:a="http://schemas.openxmlformats.org/drawingml/2006/main" xmlns:r="http://schemas.openxmlformats.org/officeDocument/2006/relationships" xmlns:p="http://schemas.openxmlformats.org/presentationml/2006/main">
  <p:tag name="MH" val="20160508150117"/>
  <p:tag name="MH_LIBRARY" val="GRAPHIC"/>
  <p:tag name="MH_TYPE" val="Other"/>
  <p:tag name="MH_ORDER" val="2"/>
</p:tagLst>
</file>

<file path=ppt/tags/tag129.xml><?xml version="1.0" encoding="utf-8"?>
<p:tagLst xmlns:a="http://schemas.openxmlformats.org/drawingml/2006/main" xmlns:r="http://schemas.openxmlformats.org/officeDocument/2006/relationships" xmlns:p="http://schemas.openxmlformats.org/presentationml/2006/main">
  <p:tag name="MH" val="20160508150117"/>
  <p:tag name="MH_LIBRARY" val="GRAPHIC"/>
  <p:tag name="MH_TYPE" val="Other"/>
  <p:tag name="MH_ORDER" val="3"/>
</p:tagLst>
</file>

<file path=ppt/tags/tag130.xml><?xml version="1.0" encoding="utf-8"?>
<p:tagLst xmlns:a="http://schemas.openxmlformats.org/drawingml/2006/main" xmlns:r="http://schemas.openxmlformats.org/officeDocument/2006/relationships" xmlns:p="http://schemas.openxmlformats.org/presentationml/2006/main">
  <p:tag name="MH" val="20160508150117"/>
  <p:tag name="MH_LIBRARY" val="GRAPHIC"/>
  <p:tag name="MH_TYPE" val="Title"/>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1"/>
  <p:tag name="KSO_WM_DIAGRAM_VIRTUALLY_FRAME" val="{&quot;height&quot;:387.84393700787393,&quot;left&quot;:78.53417322834646,&quot;top&quot;:116.88425196850395,&quot;width&quot;:809.7501574803149}"/>
</p:tagLst>
</file>

<file path=ppt/tags/tag132.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2"/>
  <p:tag name="KSO_WM_DIAGRAM_VIRTUALLY_FRAME" val="{&quot;height&quot;:387.84393700787393,&quot;left&quot;:78.53417322834646,&quot;top&quot;:116.88425196850395,&quot;width&quot;:809.7501574803149}"/>
</p:tagLst>
</file>

<file path=ppt/tags/tag133.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5"/>
  <p:tag name="KSO_WM_DIAGRAM_VIRTUALLY_FRAME" val="{&quot;height&quot;:387.84393700787393,&quot;left&quot;:78.53417322834646,&quot;top&quot;:116.88425196850395,&quot;width&quot;:809.7501574803149}"/>
</p:tagLst>
</file>

<file path=ppt/tags/tag134.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6"/>
  <p:tag name="KSO_WM_DIAGRAM_VIRTUALLY_FRAME" val="{&quot;height&quot;:387.84393700787393,&quot;left&quot;:78.53417322834646,&quot;top&quot;:116.88425196850395,&quot;width&quot;:809.7501574803149}"/>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39.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1"/>
  <p:tag name="KSO_WM_DIAGRAM_VIRTUALLY_FRAME" val="{&quot;height&quot;:387.84393700787393,&quot;left&quot;:78.53417322834646,&quot;top&quot;:116.88425196850395,&quot;width&quot;:809.7501574803149}"/>
</p:tagLst>
</file>

<file path=ppt/tags/tag140.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2"/>
  <p:tag name="KSO_WM_DIAGRAM_VIRTUALLY_FRAME" val="{&quot;height&quot;:387.84393700787393,&quot;left&quot;:78.53417322834646,&quot;top&quot;:116.88425196850395,&quot;width&quot;:809.7501574803149}"/>
</p:tagLst>
</file>

<file path=ppt/tags/tag141.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5"/>
  <p:tag name="KSO_WM_DIAGRAM_VIRTUALLY_FRAME" val="{&quot;height&quot;:387.84393700787393,&quot;left&quot;:78.53417322834646,&quot;top&quot;:116.88425196850395,&quot;width&quot;:809.7501574803149}"/>
</p:tagLst>
</file>

<file path=ppt/tags/tag142.xml><?xml version="1.0" encoding="utf-8"?>
<p:tagLst xmlns:a="http://schemas.openxmlformats.org/drawingml/2006/main" xmlns:r="http://schemas.openxmlformats.org/officeDocument/2006/relationships" xmlns:p="http://schemas.openxmlformats.org/presentationml/2006/main">
  <p:tag name="MH" val="20160508130551"/>
  <p:tag name="MH_LIBRARY" val="GRAPHIC"/>
  <p:tag name="MH_TYPE" val="Other"/>
  <p:tag name="MH_ORDER" val="6"/>
  <p:tag name="KSO_WM_DIAGRAM_VIRTUALLY_FRAME" val="{&quot;height&quot;:387.84393700787393,&quot;left&quot;:78.53417322834646,&quot;top&quot;:116.88425196850395,&quot;width&quot;:809.7501574803149}"/>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87.84393700787393,&quot;left&quot;:78.53417322834646,&quot;top&quot;:116.88425196850395,&quot;width&quot;:809.7501574803149}"/>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PA" val="v5.2.11"/>
  <p:tag name="KSO_WM_DIAGRAM_VIRTUALLY_FRAME" val="{&quot;height&quot;:397.9737007874016,&quot;left&quot;:43.37503937007874,&quot;top&quot;:106.1063779527559,&quot;width&quot;:942.6249606299212}"/>
</p:tagLst>
</file>

<file path=ppt/tags/tag149.xml><?xml version="1.0" encoding="utf-8"?>
<p:tagLst xmlns:a="http://schemas.openxmlformats.org/drawingml/2006/main" xmlns:r="http://schemas.openxmlformats.org/officeDocument/2006/relationships" xmlns:p="http://schemas.openxmlformats.org/presentationml/2006/main">
  <p:tag name="PA" val="v5.2.11"/>
  <p:tag name="KSO_WM_DIAGRAM_VIRTUALLY_FRAME" val="{&quot;height&quot;:397.9737007874016,&quot;left&quot;:43.37503937007874,&quot;top&quot;:106.1063779527559,&quot;width&quot;:942.6249606299212}"/>
</p:tagLst>
</file>

<file path=ppt/tags/tag150.xml><?xml version="1.0" encoding="utf-8"?>
<p:tagLst xmlns:a="http://schemas.openxmlformats.org/drawingml/2006/main" xmlns:r="http://schemas.openxmlformats.org/officeDocument/2006/relationships" xmlns:p="http://schemas.openxmlformats.org/presentationml/2006/main">
  <p:tag name="PA" val="v5.2.11"/>
  <p:tag name="RESOURCELIBID_ANIM" val="431"/>
</p:tagLst>
</file>

<file path=ppt/tags/tag151.xml><?xml version="1.0" encoding="utf-8"?>
<p:tagLst xmlns:a="http://schemas.openxmlformats.org/drawingml/2006/main" xmlns:r="http://schemas.openxmlformats.org/officeDocument/2006/relationships" xmlns:p="http://schemas.openxmlformats.org/presentationml/2006/main">
  <p:tag name="PA" val="v5.2.11"/>
</p:tagLst>
</file>

<file path=ppt/tags/tag152.xml><?xml version="1.0" encoding="utf-8"?>
<p:tagLst xmlns:a="http://schemas.openxmlformats.org/drawingml/2006/main" xmlns:r="http://schemas.openxmlformats.org/officeDocument/2006/relationships" xmlns:p="http://schemas.openxmlformats.org/presentationml/2006/main">
  <p:tag name="PA" val="v5.2.11"/>
</p:tagLst>
</file>

<file path=ppt/tags/tag153.xml><?xml version="1.0" encoding="utf-8"?>
<p:tagLst xmlns:a="http://schemas.openxmlformats.org/drawingml/2006/main" xmlns:r="http://schemas.openxmlformats.org/officeDocument/2006/relationships" xmlns:p="http://schemas.openxmlformats.org/presentationml/2006/main">
  <p:tag name="PA" val="v5.2.11"/>
</p:tagLst>
</file>

<file path=ppt/theme/theme1.xml><?xml version="1.0" encoding="utf-8"?>
<a:theme xmlns:a="http://schemas.openxmlformats.org/drawingml/2006/main" name="Office 主题​​">
  <a:themeElements>
    <a:clrScheme name="自定义 66">
      <a:dk1>
        <a:sysClr val="windowText" lastClr="000000"/>
      </a:dk1>
      <a:lt1>
        <a:sysClr val="window" lastClr="FFFFFF"/>
      </a:lt1>
      <a:dk2>
        <a:srgbClr val="44546A"/>
      </a:dk2>
      <a:lt2>
        <a:srgbClr val="E7E6E6"/>
      </a:lt2>
      <a:accent1>
        <a:srgbClr val="2D8AA9"/>
      </a:accent1>
      <a:accent2>
        <a:srgbClr val="0C274B"/>
      </a:accent2>
      <a:accent3>
        <a:srgbClr val="035A97"/>
      </a:accent3>
      <a:accent4>
        <a:srgbClr val="FFC000"/>
      </a:accent4>
      <a:accent5>
        <a:srgbClr val="80FFFF"/>
      </a:accent5>
      <a:accent6>
        <a:srgbClr val="FDDB89"/>
      </a:accent6>
      <a:hlink>
        <a:srgbClr val="0563C1"/>
      </a:hlink>
      <a:folHlink>
        <a:srgbClr val="954F72"/>
      </a:folHlink>
    </a:clrScheme>
    <a:fontScheme name="自定义 18">
      <a:majorFont>
        <a:latin typeface="Times New Roman"/>
        <a:ea typeface="优设标题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2369</Words>
  <Application>Microsoft Office PowerPoint</Application>
  <PresentationFormat>宽屏</PresentationFormat>
  <Paragraphs>258</Paragraphs>
  <Slides>37</Slides>
  <Notes>3</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37</vt:i4>
      </vt:variant>
    </vt:vector>
  </HeadingPairs>
  <TitlesOfParts>
    <vt:vector size="54" baseType="lpstr">
      <vt:lpstr>E-F29-PK7485a2-Identity-H</vt:lpstr>
      <vt:lpstr>FZHTK-GBK1-02000067f-Identity-H</vt:lpstr>
      <vt:lpstr>FZSSK-GBK1-020000685-Identity-H</vt:lpstr>
      <vt:lpstr>NEU-BZ-S92</vt:lpstr>
      <vt:lpstr>Segoe Semibold</vt:lpstr>
      <vt:lpstr>方正粗黑宋简体</vt:lpstr>
      <vt:lpstr>方正书宋_GBK</vt:lpstr>
      <vt:lpstr>楷体_GB2312</vt:lpstr>
      <vt:lpstr>宋体</vt:lpstr>
      <vt:lpstr>微软雅黑</vt:lpstr>
      <vt:lpstr>优设标题黑</vt:lpstr>
      <vt:lpstr>Arial</vt:lpstr>
      <vt:lpstr>Calibri</vt:lpstr>
      <vt:lpstr>Times New Roman</vt:lpstr>
      <vt:lpstr>Verdana</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彭小珈</dc:creator>
  <cp:lastModifiedBy>彭小珈</cp:lastModifiedBy>
  <cp:revision>171</cp:revision>
  <dcterms:created xsi:type="dcterms:W3CDTF">2024-07-02T07:03:00Z</dcterms:created>
  <dcterms:modified xsi:type="dcterms:W3CDTF">2024-07-23T14:51:15Z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D6764B2A7366413E90C2EF2CC6609E38_12</vt:lpwstr>
  </property>
  <property fmtid="{D5CDD505-2E9C-101B-9397-08002B2CF9AE}" pid="3" name="KSOProductBuildVer">
    <vt:lpwstr>2052-12.1.0.17133</vt:lpwstr>
  </property>
</Properties>
</file>